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676902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47" name="WPS_1679281038" initials="W" lastIdx="0" clrIdx="1146"/>
  <p:cmAuthor id="1" name="Johnny Hsieh" initials="J" lastIdx="0" clrIdx="0"/>
  <p:cmAuthor id="1148" name="未知的使用者106" initials="" lastIdx="0" clrIdx="1147"/>
  <p:cmAuthor id="2" name="陈永刚/信息技术部/Zmcc" initials="陈永刚" lastIdx="0" clrIdx="1"/>
  <p:cmAuthor id="1149" name="未知的使用者86" initials="" lastIdx="0" clrIdx="1148"/>
  <p:cmAuthor id="3" name="俊呈 賴" initials="俊" lastIdx="0" clrIdx="2"/>
  <p:cmAuthor id="1150" name="未知的使用者116" initials="" lastIdx="0" clrIdx="1149"/>
  <p:cmAuthor id="4" name="李若露" initials="1" lastIdx="0" clrIdx="3"/>
  <p:cmAuthor id="1151" name="未知的使用者44" initials="" lastIdx="0" clrIdx="1150"/>
  <p:cmAuthor id="5" name="raymond luan" initials="r" lastIdx="0" clrIdx="4"/>
  <p:cmAuthor id="1152" name="未知的使用者37" initials="" lastIdx="0" clrIdx="1151"/>
  <p:cmAuthor id="6" name="蒋俊瑶" initials="微软用户" lastIdx="0" clrIdx="5"/>
  <p:cmAuthor id="1153" name="未知的使用者126" initials="" lastIdx="0" clrIdx="1152"/>
  <p:cmAuthor id="7" name="WANGZF" initials="W" lastIdx="0" clrIdx="6"/>
  <p:cmAuthor id="1154" name="未知的使用者127" initials="" lastIdx="0" clrIdx="1153"/>
  <p:cmAuthor id="8" name="未知用户1" initials="未知用户1" lastIdx="0" clrIdx="7"/>
  <p:cmAuthor id="1155" name="未知的使用者128" initials="" lastIdx="0" clrIdx="1154"/>
  <p:cmAuthor id="9" name="梅芬 吳" initials="梅" lastIdx="0" clrIdx="8"/>
  <p:cmAuthor id="1156" name="Sara Chen" initials="" lastIdx="0" clrIdx="1155"/>
  <p:cmAuthor id="10" name="User" initials="U" lastIdx="0" clrIdx="9"/>
  <p:cmAuthor id="1157" name="未知用户170" initials="" lastIdx="0" clrIdx="1156"/>
  <p:cmAuthor id="11" name="nancy" initials="n" lastIdx="0" clrIdx="10"/>
  <p:cmAuthor id="1158" name="未知用户171" initials="" lastIdx="0" clrIdx="1157"/>
  <p:cmAuthor id="12" name="姜吴江" initials="z" lastIdx="0" clrIdx="11"/>
  <p:cmAuthor id="1159" name="未知用户173" initials="" lastIdx="0" clrIdx="1158"/>
  <p:cmAuthor id="13" name="庆芳 许" initials="庆" lastIdx="0" clrIdx="12"/>
  <p:cmAuthor id="1160" name="未知用户149" initials="" lastIdx="0" clrIdx="1159"/>
  <p:cmAuthor id="14" name="赵新豫" initials="赵" lastIdx="0" clrIdx="13"/>
  <p:cmAuthor id="1161" name="未知用户150" initials="" lastIdx="0" clrIdx="1160"/>
  <p:cmAuthor id="15" name="亮" initials="亮" lastIdx="0" clrIdx="14"/>
  <p:cmAuthor id="1162" name="未知用户151" initials="" lastIdx="0" clrIdx="1161"/>
  <p:cmAuthor id="16" name="jeffr" initials="j" lastIdx="0" clrIdx="15"/>
  <p:cmAuthor id="1163" name="未知用户152" initials="" lastIdx="0" clrIdx="1162"/>
  <p:cmAuthor id="17" name="高飞" initials="高" lastIdx="0" clrIdx="16"/>
  <p:cmAuthor id="1164" name="水静犹明" initials="水" lastIdx="0" clrIdx="1163"/>
  <p:cmAuthor id="18" name="王安琪" initials="王" lastIdx="0" clrIdx="17"/>
  <p:cmAuthor id="1165" name="未知用户153" initials="" lastIdx="0" clrIdx="1164"/>
  <p:cmAuthor id="19" name="xzb1" initials="x" lastIdx="0" clrIdx="18"/>
  <p:cmAuthor id="1166" name="未知用户41" initials="" lastIdx="0" clrIdx="1165"/>
  <p:cmAuthor id="20" name="BF-20170419OGBF" initials="B" lastIdx="0" clrIdx="19"/>
  <p:cmAuthor id="1167" name="未知用户44" initials="" lastIdx="0" clrIdx="1166"/>
  <p:cmAuthor id="21" name="邢绍文" initials="邢" lastIdx="0" clrIdx="20"/>
  <p:cmAuthor id="1168" name="未知用户45" initials="" lastIdx="0" clrIdx="1167"/>
  <p:cmAuthor id="22" name="Kingson" initials="K" lastIdx="0" clrIdx="21"/>
  <p:cmAuthor id="1169" name="未知用户156" initials="" lastIdx="0" clrIdx="1168"/>
  <p:cmAuthor id="23" name="晶 王" initials="晶王" lastIdx="0" clrIdx="22"/>
  <p:cmAuthor id="1170" name="未知用户64" initials="" lastIdx="0" clrIdx="1169"/>
  <p:cmAuthor id="24" name="Hangaojian" initials="H" lastIdx="0" clrIdx="23"/>
  <p:cmAuthor id="1171" name="未知用户68" initials="" lastIdx="0" clrIdx="1170"/>
  <p:cmAuthor id="25" name="li yx" initials="ly" lastIdx="0" clrIdx="24"/>
  <p:cmAuthor id="1172" name="未知用户69" initials="" lastIdx="0" clrIdx="1171"/>
  <p:cmAuthor id="26" name="Administrator" initials="A" lastIdx="0" clrIdx="25"/>
  <p:cmAuthor id="1173" name="未知用户70" initials="" lastIdx="0" clrIdx="1172"/>
  <p:cmAuthor id="27" name="CN=沈川/OU=河南/O=chtc" initials="C" lastIdx="0" clrIdx="26"/>
  <p:cmAuthor id="1174" name="未知用户71" initials="" lastIdx="0" clrIdx="1173"/>
  <p:cmAuthor id="28" name="马云飞10014438" initials="马" lastIdx="0" clrIdx="27"/>
  <p:cmAuthor id="1175" name="MA15" initials="" lastIdx="0" clrIdx="1174"/>
  <p:cmAuthor id="29" name="10077969" initials="10077969" lastIdx="0" clrIdx="28"/>
  <p:cmAuthor id="1176" name="未知的使用者102" initials="未" lastIdx="0" clrIdx="1175"/>
  <p:cmAuthor id="30" name="CN=林毅/OU=河南/O=chtc" initials="蓝影论坛" lastIdx="0" clrIdx="29"/>
  <p:cmAuthor id="1177" name="高阳" initials="高" lastIdx="0" clrIdx="1176"/>
  <p:cmAuthor id="31" name="郭兆乾" initials="郭" lastIdx="0" clrIdx="30"/>
  <p:cmAuthor id="1178" name="安广翔" initials="安" lastIdx="0" clrIdx="1177"/>
  <p:cmAuthor id="32" name="陈 静" initials="陈" lastIdx="0" clrIdx="31"/>
  <p:cmAuthor id="1179" name="未知用户204" initials="未" lastIdx="0" clrIdx="1178"/>
  <p:cmAuthor id="33" name="桂 卓" initials="桂" lastIdx="0" clrIdx="32"/>
  <p:cmAuthor id="1180" name="未知用户113" initials="未知用户113" lastIdx="0" clrIdx="1179"/>
  <p:cmAuthor id="34" name="Lenovo" initials="L" lastIdx="0" clrIdx="33"/>
  <p:cmAuthor id="1181" name="未知的使用者225" initials="" lastIdx="0" clrIdx="1180"/>
  <p:cmAuthor id="35" name="王路_6ze2rae6" initials="authorId_1297-4175380" lastIdx="0" clrIdx="34"/>
  <p:cmAuthor id="1182" name="未知用户194" initials="未" lastIdx="0" clrIdx="1181"/>
  <p:cmAuthor id="36" name="lenovo" initials="l" lastIdx="0" clrIdx="35"/>
  <p:cmAuthor id="1183" name="未知的使用者206" initials="" lastIdx="0" clrIdx="1182"/>
  <p:cmAuthor id="37" name="49778" initials="4" lastIdx="0" clrIdx="36"/>
  <p:cmAuthor id="1184" name="王 黎黎" initials="王" lastIdx="0" clrIdx="1183"/>
  <p:cmAuthor id="38" name="肖凯" initials="肖" lastIdx="0" clrIdx="37"/>
  <p:cmAuthor id="1185" name="未知用户162" initials="未" lastIdx="0" clrIdx="1184"/>
  <p:cmAuthor id="39" name="Norton" initials="N" lastIdx="0" clrIdx="38"/>
  <p:cmAuthor id="1186" name="未知用户139" initials="未" lastIdx="0" clrIdx="1185"/>
  <p:cmAuthor id="40" name="D-N" initials="D" lastIdx="0" clrIdx="39"/>
  <p:cmAuthor id="1187" name="未知用户141" initials="未" lastIdx="0" clrIdx="1186"/>
  <p:cmAuthor id="41" name="胡成飞" initials="胡" lastIdx="0" clrIdx="40"/>
  <p:cmAuthor id="1188" name="未知用户143" initials="未" lastIdx="0" clrIdx="1187"/>
  <p:cmAuthor id="42" name="Xin Wang (IB)" initials="X" lastIdx="0" clrIdx="41"/>
  <p:cmAuthor id="1189" name="Teloseness" initials="T" lastIdx="0" clrIdx="1188"/>
  <p:cmAuthor id="43" name="mi" initials="m" lastIdx="0" clrIdx="42"/>
  <p:cmAuthor id="1190" name="未知用户168" initials="未" lastIdx="0" clrIdx="1189"/>
  <p:cmAuthor id="44" name="刘现民" initials="刘" lastIdx="0" clrIdx="43"/>
  <p:cmAuthor id="1191" name="未知用户246" initials="未" lastIdx="0" clrIdx="1190"/>
  <p:cmAuthor id="45" name="wuminghao" initials="w" lastIdx="0" clrIdx="44"/>
  <p:cmAuthor id="1192" name="未知用户268" initials="未" lastIdx="0" clrIdx="1191"/>
  <p:cmAuthor id="46" name="孟楚" initials="孟" lastIdx="0" clrIdx="45"/>
  <p:cmAuthor id="1193" name="未知用户269" initials="未" lastIdx="0" clrIdx="1192"/>
  <p:cmAuthor id="47" name="未知用户2" initials="未" lastIdx="0" clrIdx="46"/>
  <p:cmAuthor id="1194" name="未知用户20" initials="未" lastIdx="0" clrIdx="1193"/>
  <p:cmAuthor id="48" name="群智集" initials="群" lastIdx="0" clrIdx="47"/>
  <p:cmAuthor id="1195" name="未知用户250" initials="未" lastIdx="0" clrIdx="1194"/>
  <p:cmAuthor id="49" name="ymf" initials="y" lastIdx="0" clrIdx="48"/>
  <p:cmAuthor id="1196" name="Charley" initials="C" lastIdx="0" clrIdx="1195"/>
  <p:cmAuthor id="50" name="未知用户93" initials="" lastIdx="0" clrIdx="49"/>
  <p:cmAuthor id="1197" name="lilan" initials="l" lastIdx="0" clrIdx="1196"/>
  <p:cmAuthor id="51" name="alpha" initials="a" lastIdx="0" clrIdx="50"/>
  <p:cmAuthor id="1198" name="未知用户345" initials="未" lastIdx="0" clrIdx="1197"/>
  <p:cmAuthor id="52" name="殷格非" initials="殷" lastIdx="0" clrIdx="51"/>
  <p:cmAuthor id="1199" name="hmwang" initials="dsc" lastIdx="0" clrIdx="1198"/>
  <p:cmAuthor id="53" name="z r" initials="zr" lastIdx="0" clrIdx="52"/>
  <p:cmAuthor id="1200" name="未知用户346" initials="未" lastIdx="0" clrIdx="1199"/>
  <p:cmAuthor id="54" name="8310" initials="8" lastIdx="0" clrIdx="53"/>
  <p:cmAuthor id="1201" name="user" initials="u" lastIdx="0" clrIdx="1200"/>
  <p:cmAuthor id="55" name="PC" initials="P" lastIdx="0" clrIdx="54"/>
  <p:cmAuthor id="1202" name="未知用户256" initials="未" lastIdx="0" clrIdx="1201"/>
  <p:cmAuthor id="56" name="周宏達JerryChou" initials="周" lastIdx="0" clrIdx="55"/>
  <p:cmAuthor id="1203" name="dell" initials="d" lastIdx="0" clrIdx="1202"/>
  <p:cmAuthor id="57" name="hl sun" initials="h" lastIdx="0" clrIdx="56"/>
  <p:cmAuthor id="1204" name="super" initials="s" lastIdx="0" clrIdx="1203"/>
  <p:cmAuthor id="58" name="朱晓瑜" initials="朱" lastIdx="0" clrIdx="57"/>
  <p:cmAuthor id="1205" name="未知的使用者97" initials="未" lastIdx="0" clrIdx="1204"/>
  <p:cmAuthor id="59" name="張秀娟" initials="張" lastIdx="0" clrIdx="58"/>
  <p:cmAuthor id="1206" name="Stacy Chiang" initials="S" lastIdx="0" clrIdx="1205"/>
  <p:cmAuthor id="60" name="唐可欣" initials="唐" lastIdx="0" clrIdx="59"/>
  <p:cmAuthor id="1207" name="Xia Ting" initials="X" lastIdx="0" clrIdx="1206"/>
  <p:cmAuthor id="61" name="不明使用者20" initials="不" lastIdx="0" clrIdx="60"/>
  <p:cmAuthor id="1208" name="不明使用者54" initials="不" lastIdx="0" clrIdx="1207"/>
  <p:cmAuthor id="62" name="沈霄雷" initials="沈" lastIdx="0" clrIdx="61"/>
  <p:cmAuthor id="1209" name="未知用户321" initials="未" lastIdx="0" clrIdx="1208"/>
  <p:cmAuthor id="63" name="clinchen" initials="c" lastIdx="0" clrIdx="62"/>
  <p:cmAuthor id="1210" name="未知用户201" initials="未" lastIdx="0" clrIdx="1209"/>
  <p:cmAuthor id="64" name="Evonlin" initials="E" lastIdx="0" clrIdx="63"/>
  <p:cmAuthor id="1211" name="未知用户183" initials="未" lastIdx="0" clrIdx="1210"/>
  <p:cmAuthor id="65" name="韩 明宇" initials="韩" lastIdx="0" clrIdx="64"/>
  <p:cmAuthor id="1212" name="未知用户163" initials="未" lastIdx="0" clrIdx="1211"/>
  <p:cmAuthor id="66" name="廖麗華" initials="廖" lastIdx="0" clrIdx="65"/>
  <p:cmAuthor id="1213" name="未知用户191" initials="未" lastIdx="0" clrIdx="1212"/>
  <p:cmAuthor id="67" name="凯 毛" initials="凯" lastIdx="0" clrIdx="66"/>
  <p:cmAuthor id="1214" name="未知用户167" initials="未" lastIdx="0" clrIdx="1213"/>
  <p:cmAuthor id="68" name="qihua-DCMS" initials="q" lastIdx="0" clrIdx="67"/>
  <p:cmAuthor id="1215" name="未知用户169" initials="未" lastIdx="0" clrIdx="1214"/>
  <p:cmAuthor id="69" name="liling.jh" initials="liling.jh" lastIdx="0" clrIdx="68"/>
  <p:cmAuthor id="1216" name="未知用户192" initials="未" lastIdx="0" clrIdx="1215"/>
  <p:cmAuthor id="70" name="YUMINGNJ" initials="Y" lastIdx="0" clrIdx="69"/>
  <p:cmAuthor id="1217" name="未知用户203" initials="未" lastIdx="0" clrIdx="1216"/>
  <p:cmAuthor id="71" name="刘海娜|liuhaina" initials="W用" lastIdx="0" clrIdx="70"/>
  <p:cmAuthor id="1218" name="未知用户175" initials="未" lastIdx="0" clrIdx="1217"/>
  <p:cmAuthor id="72" name="daphne" initials="d" lastIdx="0" clrIdx="71"/>
  <p:cmAuthor id="1219" name="未知用户176" initials="未" lastIdx="0" clrIdx="1218"/>
  <p:cmAuthor id="73" name="Ball Snow" initials="BS" lastIdx="0" clrIdx="72"/>
  <p:cmAuthor id="1220" name="未知用户179" initials="未" lastIdx="0" clrIdx="1219"/>
  <p:cmAuthor id="74" name="许 志军" initials="许" lastIdx="0" clrIdx="73"/>
  <p:cmAuthor id="1221" name="未知用户185" initials="未" lastIdx="0" clrIdx="1220"/>
  <p:cmAuthor id="75" name="gaobu" initials="g" lastIdx="0" clrIdx="74"/>
  <p:cmAuthor id="1222" name="未知用户181" initials="未" lastIdx="0" clrIdx="1221"/>
  <p:cmAuthor id="76" name="Office" initials="O" lastIdx="0" clrIdx="75"/>
  <p:cmAuthor id="1223" name="catherine" initials="c" lastIdx="0" clrIdx="1222"/>
  <p:cmAuthor id="77" name="t18221" initials="t" lastIdx="0" clrIdx="76"/>
  <p:cmAuthor id="1224" name="未知用户288" initials="未" lastIdx="0" clrIdx="1223"/>
  <p:cmAuthor id="78" name="office" initials="o" lastIdx="0" clrIdx="77"/>
  <p:cmAuthor id="1225" name="未知用户291" initials="未" lastIdx="0" clrIdx="1224"/>
  <p:cmAuthor id="79" name="MSI" initials="M" lastIdx="0" clrIdx="78"/>
  <p:cmAuthor id="1226" name="未知用户297" initials="未" lastIdx="0" clrIdx="1225"/>
  <p:cmAuthor id="80" name="曾红" initials="曾" lastIdx="0" clrIdx="79"/>
  <p:cmAuthor id="1227" name="未知用户282" initials="未" lastIdx="0" clrIdx="1226"/>
  <p:cmAuthor id="81" name="张妍" initials="张" lastIdx="0" clrIdx="80"/>
  <p:cmAuthor id="1228" name="未知用户279" initials="未" lastIdx="0" clrIdx="1227"/>
  <p:cmAuthor id="82" name="王竑达" initials="王竑达" lastIdx="0" clrIdx="81"/>
  <p:cmAuthor id="1229" name="未知用户284" initials="未" lastIdx="0" clrIdx="1228"/>
  <p:cmAuthor id="83" name="梁鹏" initials="u" lastIdx="0" clrIdx="82"/>
  <p:cmAuthor id="1230" name="Ying Lou" initials="Y" lastIdx="0" clrIdx="1229"/>
  <p:cmAuthor id="84" name="范 斌" initials="范" lastIdx="0" clrIdx="83"/>
  <p:cmAuthor id="1231" name="未知用户174" initials="未" lastIdx="0" clrIdx="1230"/>
  <p:cmAuthor id="85" name="毕邺" initials="党委办公室" lastIdx="0" clrIdx="84"/>
  <p:cmAuthor id="1232" name="刘佳佳" initials="刘" lastIdx="0" clrIdx="1231"/>
  <p:cmAuthor id="86" name="jiaru tiger" initials="jt" lastIdx="0" clrIdx="85"/>
  <p:cmAuthor id="1233" name="未知用户234" initials="未" lastIdx="0" clrIdx="1232"/>
  <p:cmAuthor id="87" name="小延魔法师" initials="小" lastIdx="0" clrIdx="86"/>
  <p:cmAuthor id="1234" name="未知用户240" initials="未" lastIdx="0" clrIdx="1233"/>
  <p:cmAuthor id="88" name="刘春杰10244342" initials="刘春杰10244342" lastIdx="0" clrIdx="87"/>
  <p:cmAuthor id="1235" name="未知用户228" initials="未" lastIdx="0" clrIdx="1234"/>
  <p:cmAuthor id="89" name="沙俊杰00140688" initials="沙俊杰00140688" lastIdx="0" clrIdx="88"/>
  <p:cmAuthor id="1236" name="未知用户303" initials="未" lastIdx="0" clrIdx="1235"/>
  <p:cmAuthor id="90" name="23934" initials="23934" lastIdx="0" clrIdx="89"/>
  <p:cmAuthor id="1237" name="未知用户314" initials="未" lastIdx="0" clrIdx="1236"/>
  <p:cmAuthor id="91" name="仇怿俊" initials="仇" lastIdx="0" clrIdx="90"/>
  <p:cmAuthor id="1238" name="张伟" initials="张" lastIdx="0" clrIdx="1237"/>
  <p:cmAuthor id="92" name="黄晓平" initials="黄" lastIdx="0" clrIdx="91"/>
  <p:cmAuthor id="1239" name="石晓利" initials="C" lastIdx="0" clrIdx="1238"/>
  <p:cmAuthor id="93" name="徐琳00159163" initials="徐琳00159163" lastIdx="0" clrIdx="92"/>
  <p:cmAuthor id="1240" name="nature_emInFJF7" initials="authorId_313163542" lastIdx="0" clrIdx="1239"/>
  <p:cmAuthor id="94" name="渠沛" initials="渠" lastIdx="0" clrIdx="93"/>
  <p:cmAuthor id="1241" name="杨思思_VNjyvY7j" initials="authorId_430925712" lastIdx="0" clrIdx="1240"/>
  <p:cmAuthor id="95" name="Xia Meng 00049798" initials="Mandy" lastIdx="0" clrIdx="94"/>
  <p:cmAuthor id="1242" name="裴煜" initials="裴" lastIdx="0" clrIdx="1241"/>
  <p:cmAuthor id="96" name="ZQ" initials="Z" lastIdx="0" clrIdx="95"/>
  <p:cmAuthor id="1243" name="Qing" initials="Q" lastIdx="0" clrIdx="1242"/>
  <p:cmAuthor id="97" name="徐光宇" initials="徐" lastIdx="0" clrIdx="96"/>
  <p:cmAuthor id="1244" name="Ellen" initials="E" lastIdx="0" clrIdx="1243"/>
  <p:cmAuthor id="98" name="红旗的理想" initials="红" lastIdx="0" clrIdx="97"/>
  <p:cmAuthor id="1245" name="Echo～艾柯" initials="E" lastIdx="0" clrIdx="1244"/>
  <p:cmAuthor id="99" name="shq316" initials="s" lastIdx="0" clrIdx="98"/>
  <p:cmAuthor id="1246" name="陈浩" initials="陈" lastIdx="0" clrIdx="1245"/>
  <p:cmAuthor id="100" name="yang fengyu" initials="yf" lastIdx="0" clrIdx="99"/>
  <p:cmAuthor id="1247" name="德辰 李" initials="德李" lastIdx="0" clrIdx="1246"/>
  <p:cmAuthor id="101" name="施普希（菜菜）" initials="施" lastIdx="0" clrIdx="100"/>
  <p:cmAuthor id="1248" name="谢学斌" initials="谢" lastIdx="0" clrIdx="1247"/>
  <p:cmAuthor id="102" name="yu 1" initials="y1" lastIdx="0" clrIdx="101"/>
  <p:cmAuthor id="1249" name="万 春羽" initials="万" lastIdx="0" clrIdx="1248"/>
  <p:cmAuthor id="103" name="李 嘉" initials="李" lastIdx="0" clrIdx="102"/>
  <p:cmAuthor id="1250" name="changlu" initials="c" lastIdx="0" clrIdx="1249"/>
  <p:cmAuthor id="104" name="汪 丹丹" initials="汪" lastIdx="0" clrIdx="103"/>
  <p:cmAuthor id="1251" name="果木园" initials="果" lastIdx="0" clrIdx="1250"/>
  <p:cmAuthor id="105" name="mei shuo" initials="mei shuo" lastIdx="0" clrIdx="104"/>
  <p:cmAuthor id="1252" name="张爱斌Carwyn酱" initials="张" lastIdx="0" clrIdx="1251"/>
  <p:cmAuthor id="106" name="mouse zz" initials="mz" lastIdx="0" clrIdx="105"/>
  <p:cmAuthor id="1253" name="jialuo" initials="j" lastIdx="0" clrIdx="1252"/>
  <p:cmAuthor id="107" name="谢美娟00091379" initials="谢" lastIdx="0" clrIdx="106"/>
  <p:cmAuthor id="1254" name="付东升" initials="付" lastIdx="0" clrIdx="1253"/>
  <p:cmAuthor id="108" name="00284818" initials="0" lastIdx="0" clrIdx="107"/>
  <p:cmAuthor id="1255" name="李林林" initials="李" lastIdx="0" clrIdx="1254"/>
  <p:cmAuthor id="109" name="Think" initials="T" lastIdx="0" clrIdx="108"/>
  <p:cmAuthor id="1256" name="lin li" initials="ll" lastIdx="0" clrIdx="1255"/>
  <p:cmAuthor id="110" name="bu" initials="b" lastIdx="0" clrIdx="109"/>
  <p:cmAuthor id="1257" name="595434287@qq.com" initials="5" lastIdx="0" clrIdx="1256"/>
  <p:cmAuthor id="111" name="孙" initials="孙" lastIdx="0" clrIdx="110"/>
  <p:cmAuthor id="1258" name="345175348@qq.com" initials="3" lastIdx="0" clrIdx="1257"/>
  <p:cmAuthor id="112" name="任涛10036216" initials="任涛10036216" lastIdx="0" clrIdx="111"/>
  <p:cmAuthor id="1259" name="李 奕霖" initials="李" lastIdx="0" clrIdx="1258"/>
  <p:cmAuthor id="113" name="�Ÿ�" initials="�" lastIdx="0" clrIdx="112"/>
  <p:cmAuthor id="1260" name="敬泉 李" initials="敬泉" lastIdx="0" clrIdx="1259"/>
  <p:cmAuthor id="114" name="91257" initials="9" lastIdx="0" clrIdx="113"/>
  <p:cmAuthor id="1261" name="张宝玉" initials="张" lastIdx="0" clrIdx="1260"/>
  <p:cmAuthor id="115" name="vicky" initials="v" lastIdx="0" clrIdx="114"/>
  <p:cmAuthor id="1262" name="王永涛" initials="王" lastIdx="0" clrIdx="1261"/>
  <p:cmAuthor id="116" name="敢 王" initials="敢" lastIdx="0" clrIdx="115"/>
  <p:cmAuthor id="1263" name="刘云" initials="刘" lastIdx="0" clrIdx="1262"/>
  <p:cmAuthor id="117" name="邓 勇" initials="邓" lastIdx="0" clrIdx="116"/>
  <p:cmAuthor id="1264" name="能力运营中心（产品组）(市场部)" initials="A" lastIdx="0" clrIdx="1263"/>
  <p:cmAuthor id="118" name="Sharon" initials="S" lastIdx="0" clrIdx="117"/>
  <p:cmAuthor id="1265" name="宝玉 张" initials="宝张" lastIdx="0" clrIdx="1264"/>
  <p:cmAuthor id="119" name="蓝礼健" initials="蓝" lastIdx="0" clrIdx="118"/>
  <p:cmAuthor id="1266" name="wrx" initials="wrx" lastIdx="0" clrIdx="1265"/>
  <p:cmAuthor id="120" name="黄欢" initials="h" lastIdx="0" clrIdx="119"/>
  <p:cmAuthor id="1267" name="zdl" initials="z" lastIdx="0" clrIdx="1266"/>
  <p:cmAuthor id="121" name="Office User" initials="O" lastIdx="0" clrIdx="120"/>
  <p:cmAuthor id="1268" name="杨 贺春" initials="杨" lastIdx="0" clrIdx="1267"/>
  <p:cmAuthor id="122" name="WPS_1559632127" initials="W" lastIdx="0" clrIdx="121"/>
  <p:cmAuthor id="1269" name="伟哥" initials="伟哥" lastIdx="0" clrIdx="1268"/>
  <p:cmAuthor id="123" name="张星-lgd" initials="张" lastIdx="0" clrIdx="122"/>
  <p:cmAuthor id="1270" name="wlj352" initials="w" lastIdx="0" clrIdx="1269"/>
  <p:cmAuthor id="124" name="作者" initials="A" lastIdx="0" clrIdx="123"/>
  <p:cmAuthor id="1271" name="曹懿" initials="曹" lastIdx="0" clrIdx="1270"/>
  <p:cmAuthor id="125" name="dreamsummit" initials="d" lastIdx="0" clrIdx="124"/>
  <p:cmAuthor id="1272" name="侯顺民" initials="A" lastIdx="0" clrIdx="1271"/>
  <p:cmAuthor id="126" name="lily" initials="l" lastIdx="0" clrIdx="125"/>
  <p:cmAuthor id="1273" name="翔 张" initials="翔" lastIdx="0" clrIdx="1272"/>
  <p:cmAuthor id="127" name="张 博" initials="张" lastIdx="0" clrIdx="126"/>
  <p:cmAuthor id="1274" name="金宇峰_BfyebuM3" initials="authorId_1008746-10054633" lastIdx="0" clrIdx="1273"/>
  <p:cmAuthor id="128" name="张超" initials="A" lastIdx="0" clrIdx="127"/>
  <p:cmAuthor id="1275" name="gus9@chinaunicom.cn" initials="g" lastIdx="0" clrIdx="1274"/>
  <p:cmAuthor id="129" name="LS" initials="L" lastIdx="0" clrIdx="128"/>
  <p:cmAuthor id="1276" name="张道伟" initials="张" lastIdx="0" clrIdx="1275"/>
  <p:cmAuthor id="130" name="翔 姚" initials="翔" lastIdx="0" clrIdx="129"/>
  <p:cmAuthor id="131" name="2819264246@qq.com" initials="2" lastIdx="0" clrIdx="130"/>
  <p:cmAuthor id="132" name="Windows 用户" initials="W用" lastIdx="0" clrIdx="131"/>
  <p:cmAuthor id="133" name="Morgan, Aaron" initials="M" lastIdx="0" clrIdx="132"/>
  <p:cmAuthor id="134" name="AHDX" initials="A" lastIdx="0" clrIdx="133"/>
  <p:cmAuthor id="135" name="weige" initials="w" lastIdx="0" clrIdx="134"/>
  <p:cmAuthor id="136" name="ABA" initials="A" lastIdx="0" clrIdx="135"/>
  <p:cmAuthor id="137" name="李 俊琦" initials="李" lastIdx="0" clrIdx="136"/>
  <p:cmAuthor id="138" name="文 彪" initials="文" lastIdx="0" clrIdx="137"/>
  <p:cmAuthor id="139" name="东方_b3dea543bad08e97" initials="东" lastIdx="0" clrIdx="138"/>
  <p:cmAuthor id="140" name="GSTA-ZhR" initials="" lastIdx="0" clrIdx="139"/>
  <p:cmAuthor id="141" name="沈 鹤" initials="沈" lastIdx="0" clrIdx="140"/>
  <p:cmAuthor id="142" name="10118178" initials="1" lastIdx="0" clrIdx="141"/>
  <p:cmAuthor id="143" name="Baty xiao" initials="Bx" lastIdx="0" clrIdx="142"/>
  <p:cmAuthor id="144" name="jilin" initials="j" lastIdx="0" clrIdx="143"/>
  <p:cmAuthor id="145" name="殷江培10047781" initials="殷江培10047781" lastIdx="0" clrIdx="144"/>
  <p:cmAuthor id="146" name="Ella Dong" initials="E" lastIdx="0" clrIdx="145"/>
  <p:cmAuthor id="147" name="TF013070" initials="T" lastIdx="0" clrIdx="146"/>
  <p:cmAuthor id="148" name="王保青-pah" initials="王" lastIdx="0" clrIdx="147"/>
  <p:cmAuthor id="149" name="10247451" initials="1" lastIdx="0" clrIdx="148"/>
  <p:cmAuthor id="150" name="10078380" initials="1" lastIdx="0" clrIdx="149"/>
  <p:cmAuthor id="151" name="Luo Mingjie" initials="L" lastIdx="0" clrIdx="150"/>
  <p:cmAuthor id="152" name="00035181" initials="0" lastIdx="0" clrIdx="151"/>
  <p:cmAuthor id="153" name="Jason Li" initials="J" lastIdx="0" clrIdx="152"/>
  <p:cmAuthor id="154" name="Saku Uchikawa" initials="S" lastIdx="0" clrIdx="153"/>
  <p:cmAuthor id="155" name="00065088" initials="0" lastIdx="0" clrIdx="154"/>
  <p:cmAuthor id="156" name="duxingge" initials="d" lastIdx="0" clrIdx="155"/>
  <p:cmAuthor id="157" name="10066351" initials="1" lastIdx="0" clrIdx="156"/>
  <p:cmAuthor id="158" name="蔡建楠" initials="caijianna" lastIdx="0" clrIdx="157"/>
  <p:cmAuthor id="159" name="老石" initials="老" lastIdx="0" clrIdx="158"/>
  <p:cmAuthor id="160" name="Author" initials="A" lastIdx="0" clrIdx="159"/>
  <p:cmAuthor id="161" name="yingchao xi" initials="y" lastIdx="0" clrIdx="160"/>
  <p:cmAuthor id="162" name="李蕾00009994" initials="李" lastIdx="0" clrIdx="161"/>
  <p:cmAuthor id="163" name="depeng diao" initials="d" lastIdx="0" clrIdx="162"/>
  <p:cmAuthor id="164" name="赵诚荣10027092" initials="" lastIdx="0" clrIdx="163"/>
  <p:cmAuthor id="165" name="amyzhang" initials="a" lastIdx="0" clrIdx="164"/>
  <p:cmAuthor id="166" name="10270945" initials="1" lastIdx="0" clrIdx="165"/>
  <p:cmAuthor id="167" name="10295142" initials="1" lastIdx="0" clrIdx="166"/>
  <p:cmAuthor id="168" name="JerryW" initials="J" lastIdx="0" clrIdx="167"/>
  <p:cmAuthor id="169" name="Hou Yingfeng" initials="H" lastIdx="0" clrIdx="168"/>
  <p:cmAuthor id="170" name="shenyy" initials="s" lastIdx="0" clrIdx="169"/>
  <p:cmAuthor id="171" name="江曦鹏" initials="" lastIdx="0" clrIdx="170"/>
  <p:cmAuthor id="172" name="Jason Cheung" initials="J" lastIdx="0" clrIdx="171"/>
  <p:cmAuthor id="173" name="李楠10047711" initials="李楠10047711" lastIdx="0" clrIdx="172"/>
  <p:cmAuthor id="174" name="刘笑" initials="刘" lastIdx="0" clrIdx="173"/>
  <p:cmAuthor id="175" name="10045953" initials="1" lastIdx="0" clrIdx="174"/>
  <p:cmAuthor id="176" name="姜伟光" initials="" lastIdx="0" clrIdx="175"/>
  <p:cmAuthor id="177" name="admini" initials="a" lastIdx="0" clrIdx="176"/>
  <p:cmAuthor id="178" name="陈效国" initials="陈" lastIdx="0" clrIdx="177"/>
  <p:cmAuthor id="179" name="Maggie" initials="M" lastIdx="0" clrIdx="178"/>
  <p:cmAuthor id="180" name="关全全10258021" initials="" lastIdx="0" clrIdx="179"/>
  <p:cmAuthor id="181" name="weiyi" initials="w" lastIdx="0" clrIdx="180"/>
  <p:cmAuthor id="182" name="10088663" initials="" lastIdx="0" clrIdx="181"/>
  <p:cmAuthor id="183" name="10206899" initials="1" lastIdx="0" clrIdx="182"/>
  <p:cmAuthor id="184" name="Han Bary" initials="" lastIdx="0" clrIdx="183"/>
  <p:cmAuthor id="185" name="SUN feiting" initials="Sf" lastIdx="0" clrIdx="184"/>
  <p:cmAuthor id="186" name="黄 晓贤" initials="" lastIdx="0" clrIdx="185"/>
  <p:cmAuthor id="187" name="huangjin" initials="" lastIdx="0" clrIdx="186"/>
  <p:cmAuthor id="188" name="10025093" initials="" lastIdx="0" clrIdx="187"/>
  <p:cmAuthor id="189" name="宋洁然" initials="" lastIdx="0" clrIdx="188"/>
  <p:cmAuthor id="190" name="张伟芳" initials="张" lastIdx="0" clrIdx="189"/>
  <p:cmAuthor id="191" name="10033224" initials="" lastIdx="0" clrIdx="190"/>
  <p:cmAuthor id="192" name="ming qiu" initials="" lastIdx="0" clrIdx="191"/>
  <p:cmAuthor id="193" name="刘圣保" initials="" lastIdx="0" clrIdx="192"/>
  <p:cmAuthor id="194" name="17750226060@163.com" initials="" lastIdx="0" clrIdx="193"/>
  <p:cmAuthor id="195" name="jet" initials="j" lastIdx="0" clrIdx="194"/>
  <p:cmAuthor id="196" name="庞可" initials="庞" lastIdx="0" clrIdx="195"/>
  <p:cmAuthor id="197" name="H1900" initials="H" lastIdx="0" clrIdx="196"/>
  <p:cmAuthor id="198" name="Sky123.Org" initials="S" lastIdx="0" clrIdx="197"/>
  <p:cmAuthor id="199" name="viola_yang" initials="" lastIdx="0" clrIdx="198"/>
  <p:cmAuthor id="200" name="CHEN LONG" initials="C" lastIdx="0" clrIdx="199"/>
  <p:cmAuthor id="201" name="彬 罗" initials="彬" lastIdx="0" clrIdx="200"/>
  <p:cmAuthor id="202" name="徐 宁" initials="徐" lastIdx="0" clrIdx="201"/>
  <p:cmAuthor id="203" name="Q Q" initials="Q" lastIdx="0" clrIdx="202"/>
  <p:cmAuthor id="204" name="Mia Vida Villanueva" initials="M" lastIdx="0" clrIdx="203"/>
  <p:cmAuthor id="205" name="崔超" initials="崔" lastIdx="0" clrIdx="204"/>
  <p:cmAuthor id="206" name="邓鹏君" initials="邓" lastIdx="0" clrIdx="205"/>
  <p:cmAuthor id="207" name="宋春华" initials="宋" lastIdx="0" clrIdx="206"/>
  <p:cmAuthor id="208" name="wu li" initials="wl" lastIdx="0" clrIdx="207"/>
  <p:cmAuthor id="209" name="史璐瑶" initials="史" lastIdx="0" clrIdx="208"/>
  <p:cmAuthor id="210" name="幺以谦" initials="幺" lastIdx="0" clrIdx="209"/>
  <p:cmAuthor id="211" name="Gallivan, John-Paul {MDAO~Basel}" initials="G" lastIdx="0" clrIdx="210"/>
  <p:cmAuthor id="212" name="朴鹏-lhq" initials="朴" lastIdx="0" clrIdx="211"/>
  <p:cmAuthor id="213" name="柳 先涛" initials="柳" lastIdx="0" clrIdx="212"/>
  <p:cmAuthor id="214" name="欧 志芳" initials="欧" lastIdx="0" clrIdx="213"/>
  <p:cmAuthor id="215" name="旭 文" initials="旭" lastIdx="0" clrIdx="214"/>
  <p:cmAuthor id="216" name="WPS_1692147515" initials="W" lastIdx="0" clrIdx="215"/>
  <p:cmAuthor id="217" name="微软用户" initials="" lastIdx="0" clrIdx="216"/>
  <p:cmAuthor id="218" name="86189" initials="8" lastIdx="0" clrIdx="217"/>
  <p:cmAuthor id="219" name="孟芳芳（借调）" initials="V" lastIdx="0" clrIdx="218"/>
  <p:cmAuthor id="220" name="wangxiaoxuan@ha.cmcc" initials="w" lastIdx="0" clrIdx="219"/>
  <p:cmAuthor id="221" name="Li Pengling" initials="LP" lastIdx="0" clrIdx="220"/>
  <p:cmAuthor id="222" name="Elfie" initials="E" lastIdx="0" clrIdx="221"/>
  <p:cmAuthor id="223" name="松 李" initials="松" lastIdx="0" clrIdx="222"/>
  <p:cmAuthor id="224" name="未知的使用者10" initials="" lastIdx="0" clrIdx="223"/>
  <p:cmAuthor id="225" name="thomas" initials="t" lastIdx="0" clrIdx="224"/>
  <p:cmAuthor id="226" name="elfinhsu" initials="" lastIdx="0" clrIdx="225"/>
  <p:cmAuthor id="227" name="LeeElva" initials="" lastIdx="0" clrIdx="226"/>
  <p:cmAuthor id="228" name="未知用户99" initials="" lastIdx="0" clrIdx="227"/>
  <p:cmAuthor id="229" name="未知的使用者34" initials="" lastIdx="0" clrIdx="228"/>
  <p:cmAuthor id="230" name="Charlotte Williams" initials="C" lastIdx="0" clrIdx="229"/>
  <p:cmAuthor id="231" name="Mary Feil-Jacobs" initials="M" lastIdx="0" clrIdx="230"/>
  <p:cmAuthor id="232" name="Calvin G" initials="C" lastIdx="0" clrIdx="231"/>
  <p:cmAuthor id="233" name="Deanna Schuler (Bookey Consulting)" initials="" lastIdx="0" clrIdx="232"/>
  <p:cmAuthor id="234" name="MC SYSTEM" initials="M" lastIdx="0" clrIdx="233"/>
  <p:cmAuthor id="235" name="spring_ren" initials="s" lastIdx="0" clrIdx="234"/>
  <p:cmAuthor id="236" name="lianghb" initials="l" lastIdx="0" clrIdx="235"/>
  <p:cmAuthor id="237" name="未知用户19" initials="未" lastIdx="0" clrIdx="236"/>
  <p:cmAuthor id="238" name="李璐---寿险总公司营销管理部" initials="李" lastIdx="0" clrIdx="237"/>
  <p:cmAuthor id="239" name="xuqing" initials="x" lastIdx="0" clrIdx="238"/>
  <p:cmAuthor id="240" name="王顶" initials="王" lastIdx="0" clrIdx="239"/>
  <p:cmAuthor id="241" name="未知用户23" initials="未" lastIdx="0" clrIdx="240"/>
  <p:cmAuthor id="242" name="未知用户56" initials="未" lastIdx="0" clrIdx="241"/>
  <p:cmAuthor id="243" name="未知用户28" initials="未" lastIdx="0" clrIdx="242"/>
  <p:cmAuthor id="244" name="未知用户26" initials="未" lastIdx="0" clrIdx="243"/>
  <p:cmAuthor id="245" name="未知用户16" initials="未" lastIdx="0" clrIdx="244"/>
  <p:cmAuthor id="246" name="未知用户10" initials="未" lastIdx="0" clrIdx="245"/>
  <p:cmAuthor id="247" name="未知用户17" initials="未" lastIdx="0" clrIdx="246"/>
  <p:cmAuthor id="248" name="1 mac" initials="1" lastIdx="0" clrIdx="247"/>
  <p:cmAuthor id="249" name="林" initials="林" lastIdx="0" clrIdx="248"/>
  <p:cmAuthor id="250" name="齐涛" initials="齐" lastIdx="0" clrIdx="249"/>
  <p:cmAuthor id="251" name="AbuSina" initials="" lastIdx="0" clrIdx="250"/>
  <p:cmAuthor id="252" name="lixiaosong" initials="l" lastIdx="0" clrIdx="251"/>
  <p:cmAuthor id="253" name="未知用户78" initials="未" lastIdx="0" clrIdx="252"/>
  <p:cmAuthor id="254" name="Codon Medical" initials="C" lastIdx="0" clrIdx="253"/>
  <p:cmAuthor id="255" name="郑汝鸿" initials="郑" lastIdx="0" clrIdx="254"/>
  <p:cmAuthor id="256" name="王怀璋" initials="王" lastIdx="0" clrIdx="255"/>
  <p:cmAuthor id="257" name="未知用户34" initials="未" lastIdx="0" clrIdx="256"/>
  <p:cmAuthor id="258" name="Harry xu" initials="H" lastIdx="0" clrIdx="257"/>
  <p:cmAuthor id="259" name="Franca, Ryan {MDAO~Basel}" initials="F" lastIdx="0" clrIdx="258"/>
  <p:cmAuthor id="260" name="未知的使用者60" initials="未" lastIdx="0" clrIdx="259"/>
  <p:cmAuthor id="261" name="未知用户47" initials="未" lastIdx="0" clrIdx="260"/>
  <p:cmAuthor id="262" name="未知用户53" initials="未" lastIdx="0" clrIdx="261"/>
  <p:cmAuthor id="263" name="张博" initials="张" lastIdx="0" clrIdx="262"/>
  <p:cmAuthor id="264" name="未知用户49" initials="未" lastIdx="0" clrIdx="263"/>
  <p:cmAuthor id="265" name="董晔" initials="董" lastIdx="0" clrIdx="264"/>
  <p:cmAuthor id="266" name="未知的使用者61" initials="未" lastIdx="0" clrIdx="265"/>
  <p:cmAuthor id="267" name="未知的使用者62" initials="未" lastIdx="0" clrIdx="266"/>
  <p:cmAuthor id="268" name="未知的使用者58" initials="未" lastIdx="0" clrIdx="267"/>
  <p:cmAuthor id="269" name="未知用户50" initials="未" lastIdx="0" clrIdx="268"/>
  <p:cmAuthor id="270" name="18043170808" initials="1" lastIdx="0" clrIdx="269"/>
  <p:cmAuthor id="271" name="刘 念" initials="刘" lastIdx="0" clrIdx="270"/>
  <p:cmAuthor id="272" name="未知的使用者109" initials="未" lastIdx="0" clrIdx="271"/>
  <p:cmAuthor id="273" name="未知用户13" initials="未" lastIdx="0" clrIdx="272"/>
  <p:cmAuthor id="274" name="未知的使用者111" initials="未" lastIdx="0" clrIdx="273"/>
  <p:cmAuthor id="275" name="未知的使用者121" initials="未" lastIdx="0" clrIdx="274"/>
  <p:cmAuthor id="276" name="未知的使用者9" initials="" lastIdx="0" clrIdx="275"/>
  <p:cmAuthor id="277" name="未知用户18" initials="未" lastIdx="0" clrIdx="276"/>
  <p:cmAuthor id="278" name="未知的使用者122" initials="未" lastIdx="0" clrIdx="277"/>
  <p:cmAuthor id="279" name="未知的使用者123" initials="未" lastIdx="0" clrIdx="278"/>
  <p:cmAuthor id="280" name="未知的使用者124" initials="未" lastIdx="0" clrIdx="279"/>
  <p:cmAuthor id="281" name="未知的使用者125" initials="未" lastIdx="0" clrIdx="280"/>
  <p:cmAuthor id="282" name="未知的使用者118" initials="未" lastIdx="0" clrIdx="281"/>
  <p:cmAuthor id="283" name="未知用户12" initials="未" lastIdx="0" clrIdx="282"/>
  <p:cmAuthor id="284" name="未知用户57" initials="未" lastIdx="0" clrIdx="283"/>
  <p:cmAuthor id="285" name="未知用户58" initials="未" lastIdx="0" clrIdx="284"/>
  <p:cmAuthor id="286" name="未知用户22" initials="未" lastIdx="0" clrIdx="285"/>
  <p:cmAuthor id="287" name="yuexuejun" initials="y" lastIdx="0" clrIdx="286"/>
  <p:cmAuthor id="288" name="未知用户27" initials="未" lastIdx="0" clrIdx="287"/>
  <p:cmAuthor id="289" name="未知的使用者76" initials="未" lastIdx="0" clrIdx="288"/>
  <p:cmAuthor id="290" name="未知的使用者70" initials="未" lastIdx="0" clrIdx="289"/>
  <p:cmAuthor id="291" name="未知的使用者73" initials="未" lastIdx="0" clrIdx="290"/>
  <p:cmAuthor id="292" name="未知的使用者67" initials="未" lastIdx="0" clrIdx="291"/>
  <p:cmAuthor id="293" name="未知的使用者68" initials="未" lastIdx="0" clrIdx="292"/>
  <p:cmAuthor id="294" name="未知的使用者69" initials="未" lastIdx="0" clrIdx="293"/>
  <p:cmAuthor id="295" name="未知的使用者43" initials="未" lastIdx="0" clrIdx="294"/>
  <p:cmAuthor id="296" name="未知的使用者40" initials="未" lastIdx="0" clrIdx="295"/>
  <p:cmAuthor id="297" name="未知的使用者55" initials="未" lastIdx="0" clrIdx="296"/>
  <p:cmAuthor id="298" name="未知的使用者52" initials="未" lastIdx="0" clrIdx="297"/>
  <p:cmAuthor id="299" name="未知的使用者72" initials="未" lastIdx="0" clrIdx="298"/>
  <p:cmAuthor id="300" name="未知的使用者71" initials="未" lastIdx="0" clrIdx="299"/>
  <p:cmAuthor id="301" name="未知用户106" initials="未" lastIdx="0" clrIdx="300"/>
  <p:cmAuthor id="302" name="韩雨" initials="韩" lastIdx="0" clrIdx="301"/>
  <p:cmAuthor id="303" name="不明使用者21" initials="不" lastIdx="0" clrIdx="302"/>
  <p:cmAuthor id="304" name="不明使用者18" initials="不" lastIdx="0" clrIdx="303"/>
  <p:cmAuthor id="305" name="不明使用者19" initials="不" lastIdx="0" clrIdx="304"/>
  <p:cmAuthor id="306" name="未知用户90" initials="未" lastIdx="0" clrIdx="305"/>
  <p:cmAuthor id="307" name="未知用户91" initials="未" lastIdx="0" clrIdx="306"/>
  <p:cmAuthor id="308" name="未知用户92" initials="未" lastIdx="0" clrIdx="307"/>
  <p:cmAuthor id="309" name="未知用户74" initials="未" lastIdx="0" clrIdx="308"/>
  <p:cmAuthor id="310" name="未知用户75" initials="未" lastIdx="0" clrIdx="309"/>
  <p:cmAuthor id="311" name="未知用户76" initials="未" lastIdx="0" clrIdx="310"/>
  <p:cmAuthor id="312" name="未知用户77" initials="未" lastIdx="0" clrIdx="311"/>
  <p:cmAuthor id="313" name="muzi wei" initials="" lastIdx="0" clrIdx="312"/>
  <p:cmAuthor id="314" name="未知用户79" initials="未" lastIdx="0" clrIdx="313"/>
  <p:cmAuthor id="315" name="未知用户80" initials="未" lastIdx="0" clrIdx="314"/>
  <p:cmAuthor id="316" name="未知用户81" initials="未" lastIdx="0" clrIdx="315"/>
  <p:cmAuthor id="317" name="未知的使用者95" initials="未" lastIdx="0" clrIdx="316"/>
  <p:cmAuthor id="318" name="未知的使用者92" initials="未" lastIdx="0" clrIdx="317"/>
  <p:cmAuthor id="319" name="未知的使用者93" initials="未" lastIdx="0" clrIdx="318"/>
  <p:cmAuthor id="320" name="未知的使用者94" initials="未" lastIdx="0" clrIdx="319"/>
  <p:cmAuthor id="321" name="Christina" initials="C" lastIdx="0" clrIdx="320"/>
  <p:cmAuthor id="322" name="未知用户61" initials="未" lastIdx="0" clrIdx="321"/>
  <p:cmAuthor id="323" name="未知用户60" initials="未" lastIdx="0" clrIdx="322"/>
  <p:cmAuthor id="324" name="Unknown User24" initials="U" lastIdx="0" clrIdx="323"/>
  <p:cmAuthor id="325" name="Unknown User25" initials="U" lastIdx="0" clrIdx="324"/>
  <p:cmAuthor id="326" name="Unknown User26" initials="U" lastIdx="0" clrIdx="325"/>
  <p:cmAuthor id="327" name="Unknown User27" initials="U" lastIdx="0" clrIdx="326"/>
  <p:cmAuthor id="328" name="Unknown User28" initials="U" lastIdx="0" clrIdx="327"/>
  <p:cmAuthor id="329" name="Unknown User11" initials="U" lastIdx="0" clrIdx="328"/>
  <p:cmAuthor id="330" name="Unknown User22" initials="U" lastIdx="0" clrIdx="329"/>
  <p:cmAuthor id="331" name="Unknown User23" initials="U" lastIdx="0" clrIdx="330"/>
  <p:cmAuthor id="332" name="未知的使用者112" initials="未" lastIdx="0" clrIdx="331"/>
  <p:cmAuthor id="333" name="刘锦娣" initials="刘" lastIdx="0" clrIdx="332"/>
  <p:cmAuthor id="334" name="未知的使用者107" initials="未" lastIdx="0" clrIdx="333"/>
  <p:cmAuthor id="335" name="未知的使用者108" initials="未" lastIdx="0" clrIdx="334"/>
  <p:cmAuthor id="336" name="未知的使用者98" initials="未" lastIdx="0" clrIdx="335"/>
  <p:cmAuthor id="337" name="未知的使用者145" initials="未" lastIdx="0" clrIdx="336"/>
  <p:cmAuthor id="338" name="未知的使用者146" initials="未" lastIdx="0" clrIdx="337"/>
  <p:cmAuthor id="339" name="未知的使用者147" initials="未" lastIdx="0" clrIdx="338"/>
  <p:cmAuthor id="340" name="未知的使用者144" initials="未" lastIdx="0" clrIdx="339"/>
  <p:cmAuthor id="993181906" name="本末__倒置" initials="本" lastIdx="1" clrIdx="360"/>
  <p:cmAuthor id="341" name="未知的使用者133" initials="未" lastIdx="0" clrIdx="340"/>
  <p:cmAuthor id="342" name="林桦桦" initials="林" lastIdx="0" clrIdx="341"/>
  <p:cmAuthor id="343" name="未知的使用者134" initials="未" lastIdx="0" clrIdx="342"/>
  <p:cmAuthor id="344" name="未知的使用者135" initials="未" lastIdx="0" clrIdx="343"/>
  <p:cmAuthor id="345" name="未知的使用者136" initials="未" lastIdx="0" clrIdx="344"/>
  <p:cmAuthor id="346" name="未知的使用者137" initials="未" lastIdx="0" clrIdx="345"/>
  <p:cmAuthor id="347" name="未知的使用者138" initials="未" lastIdx="0" clrIdx="346"/>
  <p:cmAuthor id="348" name="未知的使用者139" initials="未" lastIdx="0" clrIdx="347"/>
  <p:cmAuthor id="349" name="未知的使用者140" initials="未" lastIdx="0" clrIdx="348"/>
  <p:cmAuthor id="350" name="未知的使用者197" initials="未" lastIdx="0" clrIdx="349"/>
  <p:cmAuthor id="351" name="未知的使用者162" initials="未" lastIdx="0" clrIdx="350"/>
  <p:cmAuthor id="352" name="未知的使用者163" initials="未" lastIdx="0" clrIdx="351"/>
  <p:cmAuthor id="353" name="未知的使用者170" initials="未" lastIdx="0" clrIdx="352"/>
  <p:cmAuthor id="354" name="未知的使用者165" initials="未" lastIdx="0" clrIdx="353"/>
  <p:cmAuthor id="355" name="未知的使用者158" initials="未" lastIdx="0" clrIdx="354"/>
  <p:cmAuthor id="356" name="未知的使用者148" initials="未" lastIdx="0" clrIdx="355"/>
  <p:cmAuthor id="357" name="未知的使用者149" initials="未" lastIdx="0" clrIdx="356"/>
  <p:cmAuthor id="358" name="未知的使用者150" initials="未" lastIdx="0" clrIdx="357"/>
  <p:cmAuthor id="359" name="未知的使用者166" initials="未" lastIdx="0" clrIdx="358"/>
  <p:cmAuthor id="360" name="未知的使用者167" initials="未" lastIdx="0" clrIdx="359"/>
  <p:cmAuthor id="361" name="未知的使用者159" initials="未" lastIdx="0" clrIdx="360"/>
  <p:cmAuthor id="362" name="未知的使用者160" initials="未" lastIdx="0" clrIdx="361"/>
  <p:cmAuthor id="363" name="未知的使用者168" initials="未" lastIdx="0" clrIdx="362"/>
  <p:cmAuthor id="364" name="未知的使用者169" initials="未" lastIdx="0" clrIdx="363"/>
  <p:cmAuthor id="365" name="未知的使用者117" initials="未" lastIdx="0" clrIdx="364"/>
  <p:cmAuthor id="366" name="未知的使用者115" initials="未" lastIdx="0" clrIdx="365"/>
  <p:cmAuthor id="367" name="未知的使用者119" initials="未" lastIdx="0" clrIdx="366"/>
  <p:cmAuthor id="368" name="未知用户6" initials="未" lastIdx="0" clrIdx="367"/>
  <p:cmAuthor id="369" name="未知用户7" initials="未" lastIdx="0" clrIdx="368"/>
  <p:cmAuthor id="370" name="未知的使用者198" initials="未" lastIdx="0" clrIdx="369"/>
  <p:cmAuthor id="371" name="未知的使用者205" initials="未" lastIdx="0" clrIdx="370"/>
  <p:cmAuthor id="372" name="未知的使用者200" initials="未" lastIdx="0" clrIdx="371"/>
  <p:cmAuthor id="373" name="未知的使用者181" initials="未" lastIdx="0" clrIdx="372"/>
  <p:cmAuthor id="374" name="未知的使用者194" initials="未" lastIdx="0" clrIdx="373"/>
  <p:cmAuthor id="375" name="未知的使用者182" initials="未" lastIdx="0" clrIdx="374"/>
  <p:cmAuthor id="376" name="未知的使用者183" initials="未" lastIdx="0" clrIdx="375"/>
  <p:cmAuthor id="377" name="未知的使用者184" initials="未" lastIdx="0" clrIdx="376"/>
  <p:cmAuthor id="378" name="未知的使用者185" initials="未" lastIdx="0" clrIdx="377"/>
  <p:cmAuthor id="379" name="未知的使用者186" initials="未" lastIdx="0" clrIdx="378"/>
  <p:cmAuthor id="380" name="未知的使用者187" initials="未" lastIdx="0" clrIdx="379"/>
  <p:cmAuthor id="381" name="未知的使用者201" initials="未" lastIdx="0" clrIdx="380"/>
  <p:cmAuthor id="382" name="未知的使用者202" initials="未" lastIdx="0" clrIdx="381"/>
  <p:cmAuthor id="383" name="未知的使用者171" initials="未" lastIdx="0" clrIdx="382"/>
  <p:cmAuthor id="384" name="未知的使用者195" initials="未" lastIdx="0" clrIdx="383"/>
  <p:cmAuthor id="385" name="未知的使用者173" initials="未" lastIdx="0" clrIdx="384"/>
  <p:cmAuthor id="386" name="未知的使用者196" initials="未" lastIdx="0" clrIdx="385"/>
  <p:cmAuthor id="387" name="未知的使用者175" initials="未" lastIdx="0" clrIdx="386"/>
  <p:cmAuthor id="388" name="未知的使用者203" initials="未" lastIdx="0" clrIdx="387"/>
  <p:cmAuthor id="389" name="未知的使用者204" initials="未" lastIdx="0" clrIdx="388"/>
  <p:cmAuthor id="390" name="未知的使用者41" initials="未" lastIdx="0" clrIdx="389"/>
  <p:cmAuthor id="391" name="未知的使用者42" initials="未" lastIdx="0" clrIdx="390"/>
  <p:cmAuthor id="392" name="未知的使用者39" initials="未" lastIdx="0" clrIdx="391"/>
  <p:cmAuthor id="393" name="未知的使用者38" initials="未" lastIdx="0" clrIdx="392"/>
  <p:cmAuthor id="394" name="未知用户37" initials="未" lastIdx="0" clrIdx="393"/>
  <p:cmAuthor id="395" name="未知用户38" initials="未" lastIdx="0" clrIdx="394"/>
  <p:cmAuthor id="396" name="未知用户39" initials="未" lastIdx="0" clrIdx="395"/>
  <p:cmAuthor id="397" name="未知用户172" initials="" lastIdx="0" clrIdx="396"/>
  <p:cmAuthor id="398" name="未知的使用者64" initials="未" lastIdx="0" clrIdx="397"/>
  <p:cmAuthor id="399" name="未知的使用者65" initials="未" lastIdx="0" clrIdx="398"/>
  <p:cmAuthor id="400" name="未知的使用者66" initials="未" lastIdx="0" clrIdx="399"/>
  <p:cmAuthor id="401" name="未知的使用者57" initials="未" lastIdx="0" clrIdx="400"/>
  <p:cmAuthor id="402" name="未知用户35" initials="未" lastIdx="0" clrIdx="401"/>
  <p:cmAuthor id="403" name="未知用户36" initials="未" lastIdx="0" clrIdx="402"/>
  <p:cmAuthor id="404" name="未知用户154" initials="" lastIdx="0" clrIdx="403"/>
  <p:cmAuthor id="405" name="未知用户155" initials="" lastIdx="0" clrIdx="404"/>
  <p:cmAuthor id="406" name="未知用户29" initials="未" lastIdx="0" clrIdx="405"/>
  <p:cmAuthor id="407" name="未知用户30" initials="未" lastIdx="0" clrIdx="406"/>
  <p:cmAuthor id="408" name="未知用户31" initials="未" lastIdx="0" clrIdx="407"/>
  <p:cmAuthor id="409" name="未知用户32" initials="未" lastIdx="0" clrIdx="408"/>
  <p:cmAuthor id="410" name="未知用户33" initials="未" lastIdx="0" clrIdx="409"/>
  <p:cmAuthor id="411" name="未知用户65" initials="" lastIdx="0" clrIdx="410"/>
  <p:cmAuthor id="412" name="huang gerrard" initials="h" lastIdx="0" clrIdx="411"/>
  <p:cmAuthor id="413" name="未知用户98" initials="未" lastIdx="0" clrIdx="412"/>
  <p:cmAuthor id="414" name="未知用户100" initials="未" lastIdx="0" clrIdx="413"/>
  <p:cmAuthor id="415" name="未知用户101" initials="未" lastIdx="0" clrIdx="414"/>
  <p:cmAuthor id="416" name="未知用户72" initials="" lastIdx="0" clrIdx="415"/>
  <p:cmAuthor id="417" name="未知用户73" initials="" lastIdx="0" clrIdx="416"/>
  <p:cmAuthor id="418" name="未知用户52" initials="" lastIdx="0" clrIdx="417"/>
  <p:cmAuthor id="419" name="未知用户42" initials="未" lastIdx="0" clrIdx="418"/>
  <p:cmAuthor id="420" name="未知用户96" initials="" lastIdx="0" clrIdx="419"/>
  <p:cmAuthor id="421" name="未知用户48" initials="" lastIdx="0" clrIdx="420"/>
  <p:cmAuthor id="422" name="未知用户97" initials="" lastIdx="0" clrIdx="421"/>
  <p:cmAuthor id="423" name="未知用户40" initials="" lastIdx="0" clrIdx="422"/>
  <p:cmAuthor id="424" name="未知用户43" initials="" lastIdx="0" clrIdx="423"/>
  <p:cmAuthor id="425" name="李保印" initials="李" lastIdx="0" clrIdx="424"/>
  <p:cmAuthor id="426" name="huang" initials="h" lastIdx="0" clrIdx="425"/>
  <p:cmAuthor id="427" name="admin" initials="w" lastIdx="0" clrIdx="426"/>
  <p:cmAuthor id="428" name="Chun Chung YEH" initials="C" lastIdx="0" clrIdx="427"/>
  <p:cmAuthor id="429" name="Vicky" initials="V" lastIdx="0" clrIdx="428"/>
  <p:cmAuthor id="430" name="刘云轩" initials="刘" lastIdx="0" clrIdx="429"/>
  <p:cmAuthor id="431" name="sharon" initials="s" lastIdx="0" clrIdx="430"/>
  <p:cmAuthor id="432" name="未知的使用者81" initials="未" lastIdx="0" clrIdx="431"/>
  <p:cmAuthor id="433" name="仝德志" initials="仝" lastIdx="0" clrIdx="432"/>
  <p:cmAuthor id="434" name="未知用户111" initials="未" lastIdx="0" clrIdx="433"/>
  <p:cmAuthor id="435" name="HP" initials="H" lastIdx="0" clrIdx="434"/>
  <p:cmAuthor id="436" name="10099398" initials="1" lastIdx="0" clrIdx="435"/>
  <p:cmAuthor id="437" name="唐芸" initials="唐" lastIdx="0" clrIdx="436"/>
  <p:cmAuthor id="438" name="范汗杰10197873" initials="范" lastIdx="0" clrIdx="437"/>
  <p:cmAuthor id="439" name="未知的使用者75" initials="未" lastIdx="0" clrIdx="438"/>
  <p:cmAuthor id="440" name="未知的使用者77" initials="未" lastIdx="0" clrIdx="439"/>
  <p:cmAuthor id="441" name="未知的使用者78" initials="未" lastIdx="0" clrIdx="440"/>
  <p:cmAuthor id="442" name="未知的使用者79" initials="未" lastIdx="0" clrIdx="441"/>
  <p:cmAuthor id="443" name="未知的使用者80" initials="未" lastIdx="0" clrIdx="442"/>
  <p:cmAuthor id="444" name="未知的使用者82" initials="未" lastIdx="0" clrIdx="443"/>
  <p:cmAuthor id="445" name="未知的使用者83" initials="未" lastIdx="0" clrIdx="444"/>
  <p:cmAuthor id="446" name="未知的使用者84" initials="未" lastIdx="0" clrIdx="445"/>
  <p:cmAuthor id="447" name="未知的使用者85" initials="未" lastIdx="0" clrIdx="446"/>
  <p:cmAuthor id="448" name="未知的使用者87" initials="未" lastIdx="0" clrIdx="447"/>
  <p:cmAuthor id="449" name="未知的使用者90" initials="未" lastIdx="0" clrIdx="448"/>
  <p:cmAuthor id="450" name="未知的使用者91" initials="未" lastIdx="0" clrIdx="449"/>
  <p:cmAuthor id="451" name="CHRISYU" initials="C" lastIdx="0" clrIdx="450"/>
  <p:cmAuthor id="452" name="liucunri" initials="l" lastIdx="0" clrIdx="451"/>
  <p:cmAuthor id="453" name="Unknown User48" initials="U" lastIdx="0" clrIdx="452"/>
  <p:cmAuthor id="454" name="Unknown User52" initials="U" lastIdx="0" clrIdx="453"/>
  <p:cmAuthor id="455" name="Unknown User50" initials="U" lastIdx="0" clrIdx="454"/>
  <p:cmAuthor id="456" name="10095622" initials="1" lastIdx="0" clrIdx="455"/>
  <p:cmAuthor id="457" name="10115734" initials="1" lastIdx="0" clrIdx="456"/>
  <p:cmAuthor id="458" name="song manyi" initials="s" lastIdx="0" clrIdx="457"/>
  <p:cmAuthor id="459" name="10011274@zte.intra" initials="1" lastIdx="0" clrIdx="458"/>
  <p:cmAuthor id="460" name="00283275" initials="0" lastIdx="0" clrIdx="459"/>
  <p:cmAuthor id="461" name="10223621" initials="1" lastIdx="0" clrIdx="460"/>
  <p:cmAuthor id="462" name="00001457" initials="0" lastIdx="0" clrIdx="461"/>
  <p:cmAuthor id="463" name="宋晓龙" initials="宋" lastIdx="0" clrIdx="462"/>
  <p:cmAuthor id="464" name="未知的使用者161" initials="未" lastIdx="0" clrIdx="463"/>
  <p:cmAuthor id="465" name="未知的使用者114" initials="未" lastIdx="0" clrIdx="464"/>
  <p:cmAuthor id="466" name="未知的使用者152" initials="未" lastIdx="0" clrIdx="465"/>
  <p:cmAuthor id="467" name="何富军" initials="何" lastIdx="0" clrIdx="466"/>
  <p:cmAuthor id="468" name="10067286" initials="1" lastIdx="0" clrIdx="467"/>
  <p:cmAuthor id="469" name="张静_Anua7Nne" initials="张" lastIdx="0" clrIdx="468"/>
  <p:cmAuthor id="470" name="MA YOU" initials="M" lastIdx="0" clrIdx="469"/>
  <p:cmAuthor id="471" name="李慧" initials="李" lastIdx="0" clrIdx="470"/>
  <p:cmAuthor id="472" name="未知的使用者176" initials="未" lastIdx="0" clrIdx="471"/>
  <p:cmAuthor id="473" name="闫秀丽" initials="闫" lastIdx="0" clrIdx="472"/>
  <p:cmAuthor id="474" name="未知的使用者178" initials="未" lastIdx="0" clrIdx="473"/>
  <p:cmAuthor id="475" name="未知的使用者179" initials="未" lastIdx="0" clrIdx="474"/>
  <p:cmAuthor id="476" name="Aqf" initials="A" lastIdx="0" clrIdx="475"/>
  <p:cmAuthor id="477" name="未知的使用者180" initials="未" lastIdx="0" clrIdx="476"/>
  <p:cmAuthor id="478" name="13709759491@139.com" initials="1" lastIdx="0" clrIdx="477"/>
  <p:cmAuthor id="479" name="ʚ龙凝ɞ   " initials="ʚ" lastIdx="0" clrIdx="478"/>
  <p:cmAuthor id="480" name="00021840" initials="0" lastIdx="0" clrIdx="479"/>
  <p:cmAuthor id="481" name="zhao jia" initials="zj" lastIdx="0" clrIdx="480"/>
  <p:cmAuthor id="482" name="钟 潇文" initials="钟" lastIdx="0" clrIdx="481"/>
  <p:cmAuthor id="483" name="cheng" initials="c" lastIdx="0" clrIdx="482"/>
  <p:cmAuthor id="484" name="Wangjian (Frank)" initials="W" lastIdx="0" clrIdx="483"/>
  <p:cmAuthor id="485" name="方少_UbQfrimU" initials="authorId_442114952" lastIdx="0" clrIdx="484"/>
  <p:cmAuthor id="486" name="叶盛_Q3A3IfEf" initials="authorId_506280334" lastIdx="0" clrIdx="485"/>
  <p:cmAuthor id="487" name="梁亚栋" initials="梁" lastIdx="0" clrIdx="486"/>
  <p:cmAuthor id="488" name="Harley._bEJrUJ7r" initials="authorId_432156705" lastIdx="0" clrIdx="487"/>
  <p:cmAuthor id="489" name="赵泽盛10022760" initials="赵" lastIdx="0" clrIdx="488"/>
  <p:cmAuthor id="490" name="罗平_VB7vJb2E" initials="authorId_305049361" lastIdx="0" clrIdx="489"/>
  <p:cmAuthor id="491" name="xixi_nUjqe22E" initials="authorId_359229261" lastIdx="0" clrIdx="490"/>
  <p:cmAuthor id="492" name="dcis" initials="d" lastIdx="0" clrIdx="491"/>
  <p:cmAuthor id="493" name="安安_zm6nYnYZ" initials="authorId_347340296" lastIdx="0" clrIdx="492"/>
  <p:cmAuthor id="494" name="mq" initials="m" lastIdx="0" clrIdx="493"/>
  <p:cmAuthor id="495" name="fangfang" initials="f" lastIdx="0" clrIdx="494"/>
  <p:cmAuthor id="496" name="周君_MfIffYra" initials="authorId_375419134" lastIdx="0" clrIdx="495"/>
  <p:cmAuthor id="497" name="未知用户166" initials="未知用户166" lastIdx="0" clrIdx="496"/>
  <p:cmAuthor id="498" name="未知用户85" initials="未" lastIdx="0" clrIdx="497"/>
  <p:cmAuthor id="499" name="未知用户86" initials="未" lastIdx="0" clrIdx="498"/>
  <p:cmAuthor id="500" name="10024364" initials="1" lastIdx="0" clrIdx="499"/>
  <p:cmAuthor id="501" name="孔祥云" initials="孔" lastIdx="0" clrIdx="500"/>
  <p:cmAuthor id="502" name="未知用户135" initials="未" lastIdx="0" clrIdx="501"/>
  <p:cmAuthor id="503" name="10191815" initials="1" lastIdx="0" clrIdx="502"/>
  <p:cmAuthor id="504" name="王长青" initials="王长青" lastIdx="0" clrIdx="503"/>
  <p:cmAuthor id="505" name="Yoyo Wu" initials="Y" lastIdx="0" clrIdx="504"/>
  <p:cmAuthor id="506" name="zhangbin" initials="z" lastIdx="0" clrIdx="505"/>
  <p:cmAuthor id="507" name="单 善" initials="单" lastIdx="0" clrIdx="506"/>
  <p:cmAuthor id="508" name="未知用户218" initials="未" lastIdx="0" clrIdx="507"/>
  <p:cmAuthor id="509" name="未知用户63" initials="未" lastIdx="0" clrIdx="508"/>
  <p:cmAuthor id="510" name="ChinaUser" initials="C" lastIdx="0" clrIdx="509"/>
  <p:cmAuthor id="511" name="未知的使用者221" initials="" lastIdx="0" clrIdx="510"/>
  <p:cmAuthor id="512" name="Unknown User112" initials="U" lastIdx="0" clrIdx="511"/>
  <p:cmAuthor id="513" name="Unknown User59" initials="U" lastIdx="0" clrIdx="512"/>
  <p:cmAuthor id="514" name="未知用户138" initials="未" lastIdx="0" clrIdx="513"/>
  <p:cmAuthor id="515" name="Xiaosu Wang" initials="XW" lastIdx="0" clrIdx="514"/>
  <p:cmAuthor id="516" name="未知用户130" initials="未" lastIdx="0" clrIdx="515"/>
  <p:cmAuthor id="517" name="罗 罗" initials="罗" lastIdx="0" clrIdx="516"/>
  <p:cmAuthor id="518" name="未知用户131" initials="未" lastIdx="0" clrIdx="517"/>
  <p:cmAuthor id="519" name="未知用户132" initials="未" lastIdx="0" clrIdx="518"/>
  <p:cmAuthor id="520" name="未知用户133" initials="未" lastIdx="0" clrIdx="519"/>
  <p:cmAuthor id="521" name="未知用户134" initials="未" lastIdx="0" clrIdx="520"/>
  <p:cmAuthor id="522" name="未知用户137" initials="未" lastIdx="0" clrIdx="521"/>
  <p:cmAuthor id="523" name="未知用户136" initials="未" lastIdx="0" clrIdx="522"/>
  <p:cmAuthor id="524" name="Arno.Du(杜明星)" initials="A" lastIdx="0" clrIdx="523"/>
  <p:cmAuthor id="525" name="未知的使用者232" initials="" lastIdx="0" clrIdx="524"/>
  <p:cmAuthor id="526" name="未知用户330" initials="未" lastIdx="0" clrIdx="525"/>
  <p:cmAuthor id="527" name="未知用户177" initials="未" lastIdx="0" clrIdx="526"/>
  <p:cmAuthor id="528" name="未知用户184" initials="未" lastIdx="0" clrIdx="527"/>
  <p:cmAuthor id="529" name="Unknown User114" initials="U" lastIdx="0" clrIdx="528"/>
  <p:cmAuthor id="530" name="未知用户94" initials="未" lastIdx="0" clrIdx="529"/>
  <p:cmAuthor id="531" name="Unknown User63" initials="U" lastIdx="0" clrIdx="530"/>
  <p:cmAuthor id="532" name="未知用户118" initials="未" lastIdx="0" clrIdx="531"/>
  <p:cmAuthor id="533" name="未知用户119" initials="未" lastIdx="0" clrIdx="532"/>
  <p:cmAuthor id="534" name="未知用户120" initials="未" lastIdx="0" clrIdx="533"/>
  <p:cmAuthor id="535" name="未知用户121" initials="未" lastIdx="0" clrIdx="534"/>
  <p:cmAuthor id="536" name="未知用户122" initials="未" lastIdx="0" clrIdx="535"/>
  <p:cmAuthor id="537" name="未知用户46" initials="未" lastIdx="0" clrIdx="536"/>
  <p:cmAuthor id="538" name="James" initials="J" lastIdx="0" clrIdx="537"/>
  <p:cmAuthor id="539" name="未知用户211" initials="未" lastIdx="0" clrIdx="538"/>
  <p:cmAuthor id="540" name="未知用户212" initials="未" lastIdx="0" clrIdx="539"/>
  <p:cmAuthor id="541" name="未知用户210" initials="未" lastIdx="0" clrIdx="540"/>
  <p:cmAuthor id="542" name="未知用户161" initials="未" lastIdx="0" clrIdx="541"/>
  <p:cmAuthor id="543" name="王丽君" initials="王" lastIdx="0" clrIdx="542"/>
  <p:cmAuthor id="544" name="未知用户126" initials="未" lastIdx="0" clrIdx="543"/>
  <p:cmAuthor id="545" name="未知用户84" initials="未" lastIdx="0" clrIdx="544"/>
  <p:cmAuthor id="546" name="Ted Su" initials="T" lastIdx="0" clrIdx="545"/>
  <p:cmAuthor id="547" name="未知用户165" initials="未" lastIdx="0" clrIdx="546"/>
  <p:cmAuthor id="548" name="未知用户129" initials="未" lastIdx="0" clrIdx="547"/>
  <p:cmAuthor id="549" name="未知用户125" initials="未" lastIdx="0" clrIdx="548"/>
  <p:cmAuthor id="550" name="未知的使用者89" initials="未" lastIdx="0" clrIdx="549"/>
  <p:cmAuthor id="551" name="未知的使用者88" initials="未" lastIdx="0" clrIdx="550"/>
  <p:cmAuthor id="552" name="未知用户89" initials="未" lastIdx="0" clrIdx="551"/>
  <p:cmAuthor id="553" name="jerrychou" initials="j" lastIdx="0" clrIdx="552"/>
  <p:cmAuthor id="554" name="不明使用者12" initials="不" lastIdx="0" clrIdx="553"/>
  <p:cmAuthor id="555" name="不明使用者1" initials="不" lastIdx="0" clrIdx="554"/>
  <p:cmAuthor id="556" name="不明使用者2" initials="不" lastIdx="0" clrIdx="555"/>
  <p:cmAuthor id="557" name="不明使用者3" initials="不" lastIdx="0" clrIdx="556"/>
  <p:cmAuthor id="558" name="不明使用者4" initials="不" lastIdx="0" clrIdx="557"/>
  <p:cmAuthor id="559" name="不明使用者6" initials="不" lastIdx="0" clrIdx="558"/>
  <p:cmAuthor id="560" name="不明使用者5" initials="不" lastIdx="0" clrIdx="559"/>
  <p:cmAuthor id="561" name="不明使用者7" initials="不" lastIdx="0" clrIdx="560"/>
  <p:cmAuthor id="562" name="不明使用者8" initials="不" lastIdx="0" clrIdx="561"/>
  <p:cmAuthor id="563" name="不明使用者9" initials="不" lastIdx="0" clrIdx="562"/>
  <p:cmAuthor id="564" name="不明使用者10" initials="不" lastIdx="0" clrIdx="563"/>
  <p:cmAuthor id="565" name="不明使用者11" initials="不" lastIdx="0" clrIdx="564"/>
  <p:cmAuthor id="566" name="未知用户280" initials="未" lastIdx="0" clrIdx="565"/>
  <p:cmAuthor id="567" name="未知用户144" initials="未" lastIdx="0" clrIdx="566"/>
  <p:cmAuthor id="568" name="未知用户145" initials="未" lastIdx="0" clrIdx="567"/>
  <p:cmAuthor id="569" name="未知用户140" initials="未" lastIdx="0" clrIdx="568"/>
  <p:cmAuthor id="570" name="未知用户142" initials="未" lastIdx="0" clrIdx="569"/>
  <p:cmAuthor id="571" name="未知用户146" initials="未" lastIdx="0" clrIdx="570"/>
  <p:cmAuthor id="572" name="未知用户147" initials="未" lastIdx="0" clrIdx="571"/>
  <p:cmAuthor id="573" name="未知用户148" initials="未" lastIdx="0" clrIdx="572"/>
  <p:cmAuthor id="574" name="未知用户195" initials="未" lastIdx="0" clrIdx="573"/>
  <p:cmAuthor id="575" name="未知用户207" initials="未" lastIdx="0" clrIdx="574"/>
  <p:cmAuthor id="576" name="未知用户208" initials="未" lastIdx="0" clrIdx="575"/>
  <p:cmAuthor id="577" name="未知用户198" initials="未" lastIdx="0" clrIdx="576"/>
  <p:cmAuthor id="578" name="未知用户209" initials="未" lastIdx="0" clrIdx="577"/>
  <p:cmAuthor id="579" name="未知用户289" initials="未" lastIdx="0" clrIdx="578"/>
  <p:cmAuthor id="580" name="未知用户206" initials="未" lastIdx="0" clrIdx="579"/>
  <p:cmAuthor id="581" name="未知的使用者207" initials="未" lastIdx="0" clrIdx="580"/>
  <p:cmAuthor id="582" name="未知的使用者208" initials="未" lastIdx="0" clrIdx="581"/>
  <p:cmAuthor id="583" name="未知的使用者188" initials="未" lastIdx="0" clrIdx="582"/>
  <p:cmAuthor id="584" name="未知的使用者189" initials="未" lastIdx="0" clrIdx="583"/>
  <p:cmAuthor id="585" name="未知的使用者190" initials="未" lastIdx="0" clrIdx="584"/>
  <p:cmAuthor id="586" name="未知的使用者191" initials="未" lastIdx="0" clrIdx="585"/>
  <p:cmAuthor id="587" name="未知的使用者192" initials="未" lastIdx="0" clrIdx="586"/>
  <p:cmAuthor id="588" name="未知的使用者193" initials="未" lastIdx="0" clrIdx="587"/>
  <p:cmAuthor id="589" name="未知的使用者209" initials="未" lastIdx="0" clrIdx="588"/>
  <p:cmAuthor id="590" name="未知的使用者210" initials="未" lastIdx="0" clrIdx="589"/>
  <p:cmAuthor id="591" name="未知的使用者211" initials="未" lastIdx="0" clrIdx="590"/>
  <p:cmAuthor id="592" name="未知的使用者212" initials="未" lastIdx="0" clrIdx="591"/>
  <p:cmAuthor id="593" name="未知的使用者213" initials="未" lastIdx="0" clrIdx="592"/>
  <p:cmAuthor id="594" name="未知的使用者214" initials="未" lastIdx="0" clrIdx="593"/>
  <p:cmAuthor id="595" name="未知的使用者215" initials="未" lastIdx="0" clrIdx="594"/>
  <p:cmAuthor id="596" name="未知的使用者216" initials="未" lastIdx="0" clrIdx="595"/>
  <p:cmAuthor id="597" name="carrie魏" initials="c" lastIdx="0" clrIdx="596"/>
  <p:cmAuthor id="598" name="未知的使用者217" initials="未" lastIdx="0" clrIdx="597"/>
  <p:cmAuthor id="599" name="未知的使用者218" initials="未" lastIdx="0" clrIdx="598"/>
  <p:cmAuthor id="600" name="未知的使用者219" initials="未" lastIdx="0" clrIdx="599"/>
  <p:cmAuthor id="601" name="未知的使用者220" initials="未" lastIdx="0" clrIdx="600"/>
  <p:cmAuthor id="602" name="ahhk2" initials="a" lastIdx="0" clrIdx="601"/>
  <p:cmAuthor id="603" name="未知的使用者153" initials="未" lastIdx="0" clrIdx="602"/>
  <p:cmAuthor id="604" name="未知的使用者154" initials="未" lastIdx="0" clrIdx="603"/>
  <p:cmAuthor id="605" name="未知的使用者156" initials="未" lastIdx="0" clrIdx="604"/>
  <p:cmAuthor id="606" name="未知的使用者157" initials="未" lastIdx="0" clrIdx="605"/>
  <p:cmAuthor id="607" name="未知的使用者151" initials="未" lastIdx="0" clrIdx="606"/>
  <p:cmAuthor id="608" name="未知的使用者129" initials="未" lastIdx="0" clrIdx="607"/>
  <p:cmAuthor id="609" name="未知的使用者130" initials="未" lastIdx="0" clrIdx="608"/>
  <p:cmAuthor id="610" name="未知的使用者131" initials="未" lastIdx="0" clrIdx="609"/>
  <p:cmAuthor id="611" name="未知的使用者132" initials="未" lastIdx="0" clrIdx="610"/>
  <p:cmAuthor id="612" name="未知的使用者164" initials="未" lastIdx="0" clrIdx="611"/>
  <p:cmAuthor id="613" name="未知的使用者172" initials="未" lastIdx="0" clrIdx="612"/>
  <p:cmAuthor id="614" name="未知的使用者174" initials="未" lastIdx="0" clrIdx="613"/>
  <p:cmAuthor id="615" name="未知的使用者247" initials="未" lastIdx="0" clrIdx="614"/>
  <p:cmAuthor id="616" name="未知的使用者249" initials="未" lastIdx="0" clrIdx="615"/>
  <p:cmAuthor id="617" name="未知的使用者250" initials="未" lastIdx="0" clrIdx="616"/>
  <p:cmAuthor id="618" name="未知的使用者251" initials="未" lastIdx="0" clrIdx="617"/>
  <p:cmAuthor id="619" name="未知的使用者246" initials="未" lastIdx="0" clrIdx="618"/>
  <p:cmAuthor id="620" name="未知的使用者224" initials="未" lastIdx="0" clrIdx="619"/>
  <p:cmAuthor id="621" name="未知的使用者252" initials="未" lastIdx="0" clrIdx="620"/>
  <p:cmAuthor id="622" name="未知的使用者253" initials="未" lastIdx="0" clrIdx="621"/>
  <p:cmAuthor id="623" name="未知的使用者254" initials="未" lastIdx="0" clrIdx="622"/>
  <p:cmAuthor id="624" name="未知的使用者255" initials="未" lastIdx="0" clrIdx="623"/>
  <p:cmAuthor id="625" name="未知的使用者226" initials="未" lastIdx="0" clrIdx="624"/>
  <p:cmAuthor id="626" name="未知的使用者227" initials="未" lastIdx="0" clrIdx="625"/>
  <p:cmAuthor id="627" name="郭 浩" initials="郭" lastIdx="0" clrIdx="626"/>
  <p:cmAuthor id="628" name="未知的使用者270" initials="未" lastIdx="0" clrIdx="627"/>
  <p:cmAuthor id="629" name="zhangmh@httz.cc" initials="z" lastIdx="0" clrIdx="628"/>
  <p:cmAuthor id="630" name="未知的使用者228" initials="未" lastIdx="0" clrIdx="629"/>
  <p:cmAuthor id="631" name="wang" initials="wang" lastIdx="0" clrIdx="630"/>
  <p:cmAuthor id="632" name="未知的使用者229" initials="未" lastIdx="0" clrIdx="631"/>
  <p:cmAuthor id="633" name="韩剑侠" initials="P" lastIdx="0" clrIdx="632"/>
  <p:cmAuthor id="634" name="未知的使用者230" initials="未" lastIdx="0" clrIdx="633"/>
  <p:cmAuthor id="635" name="孙 笑庆" initials="孙" lastIdx="0" clrIdx="634"/>
  <p:cmAuthor id="636" name="未知的使用者231" initials="未" lastIdx="0" clrIdx="635"/>
  <p:cmAuthor id="637" name="yang.yuan" initials="y" lastIdx="0" clrIdx="636"/>
  <p:cmAuthor id="638" name="未知的使用者256" initials="未" lastIdx="0" clrIdx="637"/>
  <p:cmAuthor id="639" name="王娟" initials="1" lastIdx="0" clrIdx="638"/>
  <p:cmAuthor id="640" name="未知的使用者233" initials="未" lastIdx="0" clrIdx="639"/>
  <p:cmAuthor id="641" name="未知的使用者234" initials="未" lastIdx="0" clrIdx="640"/>
  <p:cmAuthor id="642" name="未知的使用者235" initials="未" lastIdx="0" clrIdx="641"/>
  <p:cmAuthor id="643" name="未知的使用者236" initials="未" lastIdx="0" clrIdx="642"/>
  <p:cmAuthor id="644" name="未知的使用者257" initials="未" lastIdx="0" clrIdx="643"/>
  <p:cmAuthor id="645" name="未知的使用者237" initials="未" lastIdx="0" clrIdx="644"/>
  <p:cmAuthor id="646" name="未知的使用者238" initials="未" lastIdx="0" clrIdx="645"/>
  <p:cmAuthor id="647" name="未知的使用者239" initials="未" lastIdx="0" clrIdx="646"/>
  <p:cmAuthor id="648" name="未知的使用者240" initials="未" lastIdx="0" clrIdx="647"/>
  <p:cmAuthor id="649" name="未知的使用者241" initials="未" lastIdx="0" clrIdx="648"/>
  <p:cmAuthor id="650" name="未知的使用者242" initials="未" lastIdx="0" clrIdx="649"/>
  <p:cmAuthor id="651" name="未知的使用者243" initials="未" lastIdx="0" clrIdx="650"/>
  <p:cmAuthor id="652" name="未知的使用者258" initials="未" lastIdx="0" clrIdx="651"/>
  <p:cmAuthor id="653" name="未知的使用者259" initials="未" lastIdx="0" clrIdx="652"/>
  <p:cmAuthor id="654" name="未知的使用者260" initials="未" lastIdx="0" clrIdx="653"/>
  <p:cmAuthor id="655" name="未知的使用者261" initials="未" lastIdx="0" clrIdx="654"/>
  <p:cmAuthor id="656" name="未知的使用者262" initials="未" lastIdx="0" clrIdx="655"/>
  <p:cmAuthor id="657" name="未知的使用者263" initials="未" lastIdx="0" clrIdx="656"/>
  <p:cmAuthor id="658" name="未知的使用者264" initials="未" lastIdx="0" clrIdx="657"/>
  <p:cmAuthor id="659" name="未知的使用者265" initials="未" lastIdx="0" clrIdx="658"/>
  <p:cmAuthor id="660" name="未知的使用者266" initials="未" lastIdx="0" clrIdx="659"/>
  <p:cmAuthor id="661" name="未知的使用者267" initials="未" lastIdx="0" clrIdx="660"/>
  <p:cmAuthor id="662" name="未知的使用者268" initials="未" lastIdx="0" clrIdx="661"/>
  <p:cmAuthor id="663" name="未知的使用者269" initials="未" lastIdx="0" clrIdx="662"/>
  <p:cmAuthor id="664" name="刘晖" initials="刘" lastIdx="0" clrIdx="663"/>
  <p:cmAuthor id="665" name="未知用户112" initials="未" lastIdx="0" clrIdx="664"/>
  <p:cmAuthor id="666" name="lillian" initials="l" lastIdx="0" clrIdx="665"/>
  <p:cmAuthor id="667" name="未知用户197" initials="未" lastIdx="0" clrIdx="666"/>
  <p:cmAuthor id="668" name="未知用户157" initials="未" lastIdx="0" clrIdx="667"/>
  <p:cmAuthor id="669" name="曾蓓/贝贝" initials="曾" lastIdx="0" clrIdx="668"/>
  <p:cmAuthor id="670" name="未知用户158" initials="未" lastIdx="0" clrIdx="669"/>
  <p:cmAuthor id="671" name="未知用户159" initials="未" lastIdx="0" clrIdx="670"/>
  <p:cmAuthor id="672" name="姚琳" initials="姚" lastIdx="0" clrIdx="671"/>
  <p:cmAuthor id="673" name="未知用户160" initials="未" lastIdx="0" clrIdx="672"/>
  <p:cmAuthor id="674" name="chen" initials="c" lastIdx="0" clrIdx="673"/>
  <p:cmAuthor id="675" name="順天" initials="順" lastIdx="0" clrIdx="674"/>
  <p:cmAuthor id="676" name="叶茂甫" initials="叶" lastIdx="0" clrIdx="675"/>
  <p:cmAuthor id="677" name="张洲萌" initials="张" lastIdx="0" clrIdx="676"/>
  <p:cmAuthor id="678" name="未知用户320" initials="未" lastIdx="0" clrIdx="677"/>
  <p:cmAuthor id="679" name="FanJQ" initials="F" lastIdx="0" clrIdx="678"/>
  <p:cmAuthor id="680" name="Unknown User111" initials="U" lastIdx="0" clrIdx="679"/>
  <p:cmAuthor id="681" name="Unknown User116" initials="U" lastIdx="0" clrIdx="680"/>
  <p:cmAuthor id="682" name="未知用户293" initials="未" lastIdx="0" clrIdx="681"/>
  <p:cmAuthor id="683" name="Unknown User67" initials="U" lastIdx="0" clrIdx="682"/>
  <p:cmAuthor id="684" name="Unknown User68" initials="U" lastIdx="0" clrIdx="683"/>
  <p:cmAuthor id="685" name="Unknown User69" initials="U" lastIdx="0" clrIdx="684"/>
  <p:cmAuthor id="686" name="未知用户237" initials="未" lastIdx="0" clrIdx="685"/>
  <p:cmAuthor id="687" name="未知的使用者141" initials="未" lastIdx="0" clrIdx="686"/>
  <p:cmAuthor id="688" name="未知的使用者142" initials="未" lastIdx="0" clrIdx="687"/>
  <p:cmAuthor id="689" name="ll z" initials="l" lastIdx="0" clrIdx="688"/>
  <p:cmAuthor id="690" name="未知用户189" initials="未" lastIdx="0" clrIdx="689"/>
  <p:cmAuthor id="691" name="未知用户190" initials="未" lastIdx="0" clrIdx="690"/>
  <p:cmAuthor id="692" name="guanhh" initials="g" lastIdx="0" clrIdx="691"/>
  <p:cmAuthor id="693" name="未知用户180" initials="未" lastIdx="0" clrIdx="692"/>
  <p:cmAuthor id="694" name="未知用户186" initials="未" lastIdx="0" clrIdx="693"/>
  <p:cmAuthor id="695" name="未知用户188" initials="未" lastIdx="0" clrIdx="694"/>
  <p:cmAuthor id="696" name="aaaaaa apple" initials="a" lastIdx="0" clrIdx="695"/>
  <p:cmAuthor id="697" name="win7" initials="w" lastIdx="0" clrIdx="696"/>
  <p:cmAuthor id="698" name="未知用户87" initials="未" lastIdx="0" clrIdx="697"/>
  <p:cmAuthor id="699" name="未知用户88" initials="未" lastIdx="0" clrIdx="698"/>
  <p:cmAuthor id="700" name="ye gusong" initials="y" lastIdx="0" clrIdx="699"/>
  <p:cmAuthor id="701" name="panjm" initials="p" lastIdx="0" clrIdx="700"/>
  <p:cmAuthor id="702" name="未知用户277" initials="未" lastIdx="0" clrIdx="701"/>
  <p:cmAuthor id="703" name="未知用户187" initials="未" lastIdx="0" clrIdx="702"/>
  <p:cmAuthor id="704" name="王嘉偉" initials="王" lastIdx="0" clrIdx="703"/>
  <p:cmAuthor id="705" name="Unknown User113" initials="U" lastIdx="0" clrIdx="704"/>
  <p:cmAuthor id="706" name="未知用户257" initials="未" lastIdx="0" clrIdx="705"/>
  <p:cmAuthor id="707" name="未知用户258" initials="未" lastIdx="0" clrIdx="706"/>
  <p:cmAuthor id="708" name="未知用户287" initials="未" lastIdx="0" clrIdx="707"/>
  <p:cmAuthor id="709" name="未知用户290" initials="未" lastIdx="0" clrIdx="708"/>
  <p:cmAuthor id="710" name="未知用户262" initials="未" lastIdx="0" clrIdx="709"/>
  <p:cmAuthor id="711" name="未知用户310" initials="未" lastIdx="0" clrIdx="710"/>
  <p:cmAuthor id="712" name="yudi lin" initials="y" lastIdx="0" clrIdx="711"/>
  <p:cmAuthor id="713" name="未知用户295" initials="未" lastIdx="0" clrIdx="712"/>
  <p:cmAuthor id="714" name="liuzga" initials="l" lastIdx="0" clrIdx="713"/>
  <p:cmAuthor id="715" name="49554261@qq.com" initials="4" lastIdx="0" clrIdx="714"/>
  <p:cmAuthor id="716" name="未知用户301" initials="未" lastIdx="0" clrIdx="715"/>
  <p:cmAuthor id="717" name="未知用户216" initials="未" lastIdx="0" clrIdx="716"/>
  <p:cmAuthor id="718" name="胡岱雯" initials="胡" lastIdx="0" clrIdx="717"/>
  <p:cmAuthor id="719" name="未知用户243" initials="未" lastIdx="0" clrIdx="718"/>
  <p:cmAuthor id="720" name="未知用户196" initials="未" lastIdx="0" clrIdx="719"/>
  <p:cmAuthor id="721" name="未知用户283" initials="未" lastIdx="0" clrIdx="720"/>
  <p:cmAuthor id="722" name="未知用户219" initials="未" lastIdx="0" clrIdx="721"/>
  <p:cmAuthor id="723" name="未知用户222" initials="未" lastIdx="0" clrIdx="722"/>
  <p:cmAuthor id="724" name="未知用户200" initials="未" lastIdx="0" clrIdx="723"/>
  <p:cmAuthor id="725" name="未知用户213" initials="未" lastIdx="0" clrIdx="724"/>
  <p:cmAuthor id="726" name="未知用户214" initials="未" lastIdx="0" clrIdx="725"/>
  <p:cmAuthor id="727" name="未知用户215" initials="未" lastIdx="0" clrIdx="726"/>
  <p:cmAuthor id="728" name="未知用户231" initials="未" lastIdx="0" clrIdx="727"/>
  <p:cmAuthor id="729" name="未知用户233" initials="未" lastIdx="0" clrIdx="728"/>
  <p:cmAuthor id="730" name="赵 璐" initials="赵" lastIdx="0" clrIdx="729"/>
  <p:cmAuthor id="731" name="未知用户235" initials="未" lastIdx="0" clrIdx="730"/>
  <p:cmAuthor id="732" name="未知用户236" initials="未" lastIdx="0" clrIdx="731"/>
  <p:cmAuthor id="733" name="wei muzi" initials="w" lastIdx="0" clrIdx="732"/>
  <p:cmAuthor id="734" name="未知用户221" initials="未" lastIdx="0" clrIdx="733"/>
  <p:cmAuthor id="735" name="王 辰斌" initials="王" lastIdx="0" clrIdx="734"/>
  <p:cmAuthor id="736" name="未知的使用者143" initials="未" lastIdx="0" clrIdx="735"/>
  <p:cmAuthor id="737" name="Carol Kelly" initials="C" lastIdx="0" clrIdx="736"/>
  <p:cmAuthor id="738" name="未知的使用者155" initials="未" lastIdx="0" clrIdx="737"/>
  <p:cmAuthor id="739" name="未知用户110" initials="未" lastIdx="0" clrIdx="738"/>
  <p:cmAuthor id="740" name="Unknown User58" initials="U" lastIdx="0" clrIdx="739"/>
  <p:cmAuthor id="741" name="Unknown User55" initials="U" lastIdx="0" clrIdx="740"/>
  <p:cmAuthor id="742" name="未知用户343" initials="未" lastIdx="0" clrIdx="741"/>
  <p:cmAuthor id="743" name="Huipeng Cao" initials="H" lastIdx="0" clrIdx="742"/>
  <p:cmAuthor id="744" name="李 雷雨" initials="李" lastIdx="0" clrIdx="743"/>
  <p:cmAuthor id="745" name="姚翔" initials="姚" lastIdx="0" clrIdx="744"/>
  <p:cmAuthor id="746" name="未知用户296" initials="未" lastIdx="0" clrIdx="745"/>
  <p:cmAuthor id="747" name="Carol Wu" initials="C" lastIdx="0" clrIdx="746"/>
  <p:cmAuthor id="748" name="未知用户281" initials="未" lastIdx="0" clrIdx="747"/>
  <p:cmAuthor id="749" name="未知用户304" initials="未" lastIdx="0" clrIdx="748"/>
  <p:cmAuthor id="750" name="未知用户292" initials="未" lastIdx="0" clrIdx="749"/>
  <p:cmAuthor id="751" name="陈城" initials="陈" lastIdx="0" clrIdx="750"/>
  <p:cmAuthor id="752" name="未知用户311" initials="未" lastIdx="0" clrIdx="751"/>
  <p:cmAuthor id="753" name="未知用户312" initials="未" lastIdx="0" clrIdx="752"/>
  <p:cmAuthor id="754" name="shenbina" initials="s" lastIdx="0" clrIdx="753"/>
  <p:cmAuthor id="755" name="liuxie" initials="l" lastIdx="0" clrIdx="754"/>
  <p:cmAuthor id="756" name="晓  曲" initials="晓" lastIdx="0" clrIdx="755"/>
  <p:cmAuthor id="191251537" name="sammi" initials="s" lastIdx="0" clrIdx="12"/>
  <p:cmAuthor id="757" name="未知用户230" initials="未" lastIdx="0" clrIdx="756"/>
  <p:cmAuthor id="758" name="frankyang" initials="f" lastIdx="0" clrIdx="757"/>
  <p:cmAuthor id="759" name="孟连磊" initials="孟" lastIdx="0" clrIdx="758"/>
  <p:cmAuthor id="760" name="未知用户182" initials="未" lastIdx="0" clrIdx="759"/>
  <p:cmAuthor id="761" name="未知的使用者177" initials="未" lastIdx="0" clrIdx="760"/>
  <p:cmAuthor id="762" name="未知用户354" initials="未" lastIdx="0" clrIdx="761"/>
  <p:cmAuthor id="763" name="未知的使用者222" initials="未" lastIdx="0" clrIdx="762"/>
  <p:cmAuthor id="764" name="未知用户307" initials="未" lastIdx="0" clrIdx="763"/>
  <p:cmAuthor id="765" name="winner1 chan" initials="wc" lastIdx="0" clrIdx="764"/>
  <p:cmAuthor id="766" name="未知用户332" initials="未" lastIdx="0" clrIdx="765"/>
  <p:cmAuthor id="767" name="未知用户217" initials="未" lastIdx="0" clrIdx="766"/>
  <p:cmAuthor id="768" name="未知用户272" initials="未" lastIdx="0" clrIdx="767"/>
  <p:cmAuthor id="769" name="俊晔 邱" initials="俊" lastIdx="0" clrIdx="768"/>
  <p:cmAuthor id="770" name="annie.gts@outlook.com" initials="a" lastIdx="0" clrIdx="769"/>
  <p:cmAuthor id="771" name="杨 升格" initials="杨" lastIdx="0" clrIdx="770"/>
  <p:cmAuthor id="772" name="未知用户341" initials="未" lastIdx="0" clrIdx="771"/>
  <p:cmAuthor id="773" name="cy" initials="c" lastIdx="0" clrIdx="772"/>
  <p:cmAuthor id="774" name="璇 安" initials="璇" lastIdx="0" clrIdx="773"/>
  <p:cmAuthor id="775" name="lxm" initials="l" lastIdx="0" clrIdx="774"/>
  <p:cmAuthor id="776" name="yesg" initials="y" lastIdx="0" clrIdx="775"/>
  <p:cmAuthor id="777" name="soling" initials="s" lastIdx="0" clrIdx="776"/>
  <p:cmAuthor id="778" name="李 骁" initials="李" lastIdx="0" clrIdx="777"/>
  <p:cmAuthor id="779" name="未知的使用者96" initials="未" lastIdx="0" clrIdx="778"/>
  <p:cmAuthor id="780" name="未知用户260" initials="未" lastIdx="0" clrIdx="779"/>
  <p:cmAuthor id="781" name="未知用户261" initials="未" lastIdx="0" clrIdx="780"/>
  <p:cmAuthor id="782" name="未知的使用者101" initials="未" lastIdx="0" clrIdx="781"/>
  <p:cmAuthor id="783" name="未知用户263" initials="未" lastIdx="0" clrIdx="782"/>
  <p:cmAuthor id="784" name="未知用户248" initials="未" lastIdx="0" clrIdx="783"/>
  <p:cmAuthor id="785" name="未知用户249" initials="未" lastIdx="0" clrIdx="784"/>
  <p:cmAuthor id="786" name="未知用户315" initials="未" lastIdx="0" clrIdx="785"/>
  <p:cmAuthor id="787" name="未知用户316" initials="未" lastIdx="0" clrIdx="786"/>
  <p:cmAuthor id="788" name="未知用户317" initials="未" lastIdx="0" clrIdx="787"/>
  <p:cmAuthor id="789" name="未知用户318" initials="未" lastIdx="0" clrIdx="788"/>
  <p:cmAuthor id="790" name="未知用户319" initials="未" lastIdx="0" clrIdx="789"/>
  <p:cmAuthor id="791" name="chen hui" initials="c" lastIdx="0" clrIdx="790"/>
  <p:cmAuthor id="792" name="未知用户244" initials="未" lastIdx="0" clrIdx="791"/>
  <p:cmAuthor id="793" name="未知用户322" initials="未" lastIdx="0" clrIdx="792"/>
  <p:cmAuthor id="794" name="未知用户323" initials="未" lastIdx="0" clrIdx="793"/>
  <p:cmAuthor id="795" name="未知用户324" initials="未" lastIdx="0" clrIdx="794"/>
  <p:cmAuthor id="796" name="wangxinhui" initials="w" lastIdx="0" clrIdx="795"/>
  <p:cmAuthor id="797" name="未知用户407" initials="未" lastIdx="0" clrIdx="796"/>
  <p:cmAuthor id="798" name="未知用户363" initials="未" lastIdx="0" clrIdx="797"/>
  <p:cmAuthor id="799" name="未知用户459" initials="未" lastIdx="0" clrIdx="798"/>
  <p:cmAuthor id="800" name="未知用户470" initials="未" lastIdx="0" clrIdx="799"/>
  <p:cmAuthor id="801" name="未知用户325" initials="未" lastIdx="0" clrIdx="800"/>
  <p:cmAuthor id="802" name="未知用户326" initials="未" lastIdx="0" clrIdx="801"/>
  <p:cmAuthor id="803" name="未知用户365" initials="未" lastIdx="0" clrIdx="802"/>
  <p:cmAuthor id="804" name="未知用户460" initials="未" lastIdx="0" clrIdx="803"/>
  <p:cmAuthor id="805" name="未知用户366" initials="未" lastIdx="0" clrIdx="804"/>
  <p:cmAuthor id="806" name="未知用户461" initials="未" lastIdx="0" clrIdx="805"/>
  <p:cmAuthor id="807" name="未知用户367" initials="未" lastIdx="0" clrIdx="806"/>
  <p:cmAuthor id="808" name="未知用户462" initials="未" lastIdx="0" clrIdx="807"/>
  <p:cmAuthor id="809" name="未知用户463" initials="未" lastIdx="0" clrIdx="808"/>
  <p:cmAuthor id="810" name="未知用户368" initials="未" lastIdx="0" clrIdx="809"/>
  <p:cmAuthor id="811" name="未知用户464" initials="未" lastIdx="0" clrIdx="810"/>
  <p:cmAuthor id="812" name="未知用户369" initials="未" lastIdx="0" clrIdx="811"/>
  <p:cmAuthor id="813" name="未知用户465" initials="未" lastIdx="0" clrIdx="812"/>
  <p:cmAuthor id="814" name="未知用户466" initials="未" lastIdx="0" clrIdx="813"/>
  <p:cmAuthor id="815" name="未知用户467" initials="未" lastIdx="0" clrIdx="814"/>
  <p:cmAuthor id="816" name="未知用户468" initials="未" lastIdx="0" clrIdx="815"/>
  <p:cmAuthor id="817" name="未知用户426" initials="未" lastIdx="0" clrIdx="816"/>
  <p:cmAuthor id="818" name="未知用户371" initials="未" lastIdx="0" clrIdx="817"/>
  <p:cmAuthor id="819" name="杨强" initials="杨" lastIdx="0" clrIdx="818"/>
  <p:cmAuthor id="820" name="未知用户372" initials="未" lastIdx="0" clrIdx="819"/>
  <p:cmAuthor id="821" name="檀晟 陈" initials="檀晟" lastIdx="0" clrIdx="820"/>
  <p:cmAuthor id="822" name="未知用户373" initials="未" lastIdx="0" clrIdx="821"/>
  <p:cmAuthor id="823" name="未知用户374" initials="未" lastIdx="0" clrIdx="822"/>
  <p:cmAuthor id="824" name="未知用户469" initials="未" lastIdx="0" clrIdx="823"/>
  <p:cmAuthor id="825" name="未知用户427" initials="未" lastIdx="0" clrIdx="824"/>
  <p:cmAuthor id="826" name="未知用户375" initials="未" lastIdx="0" clrIdx="825"/>
  <p:cmAuthor id="827" name="未知用户376" initials="未" lastIdx="0" clrIdx="826"/>
  <p:cmAuthor id="828" name="未知用户377" initials="未" lastIdx="0" clrIdx="827"/>
  <p:cmAuthor id="829" name="未知用户428" initials="未" lastIdx="0" clrIdx="828"/>
  <p:cmAuthor id="830" name="未知用户378" initials="未" lastIdx="0" clrIdx="829"/>
  <p:cmAuthor id="831" name="未知用户379" initials="未" lastIdx="0" clrIdx="830"/>
  <p:cmAuthor id="832" name="未知用户339" initials="未" lastIdx="0" clrIdx="831"/>
  <p:cmAuthor id="833" name="未知用户380" initials="未" lastIdx="0" clrIdx="832"/>
  <p:cmAuthor id="834" name="未知用户381" initials="未" lastIdx="0" clrIdx="833"/>
  <p:cmAuthor id="835" name="未知用户382" initials="未" lastIdx="0" clrIdx="834"/>
  <p:cmAuthor id="836" name="未知用户383" initials="未" lastIdx="0" clrIdx="835"/>
  <p:cmAuthor id="837" name="未知用户384" initials="未" lastIdx="0" clrIdx="836"/>
  <p:cmAuthor id="838" name="未知用户294" initials="未" lastIdx="0" clrIdx="837"/>
  <p:cmAuthor id="839" name="未知用户385" initials="未" lastIdx="0" clrIdx="838"/>
  <p:cmAuthor id="840" name="未知用户386" initials="未" lastIdx="0" clrIdx="839"/>
  <p:cmAuthor id="841" name="未知用户429" initials="未" lastIdx="0" clrIdx="840"/>
  <p:cmAuthor id="842" name="Blue." initials="B" lastIdx="0" clrIdx="841"/>
  <p:cmAuthor id="843" name="未知用户348" initials="未" lastIdx="0" clrIdx="842"/>
  <p:cmAuthor id="844" name="未知用户430" initials="未" lastIdx="0" clrIdx="843"/>
  <p:cmAuthor id="845" name="未知用户389" initials="未" lastIdx="0" clrIdx="844"/>
  <p:cmAuthor id="846" name="未知用户350" initials="未" lastIdx="0" clrIdx="845"/>
  <p:cmAuthor id="847" name="未知用户431" initials="未" lastIdx="0" clrIdx="846"/>
  <p:cmAuthor id="848" name="未知用户351" initials="未" lastIdx="0" clrIdx="847"/>
  <p:cmAuthor id="849" name="未知用户432" initials="未" lastIdx="0" clrIdx="848"/>
  <p:cmAuthor id="850" name="未知用户392" initials="未" lastIdx="0" clrIdx="849"/>
  <p:cmAuthor id="851" name="未知用户433" initials="未" lastIdx="0" clrIdx="850"/>
  <p:cmAuthor id="852" name="未知用户434" initials="未" lastIdx="0" clrIdx="851"/>
  <p:cmAuthor id="853" name="未知用户393" initials="未" lastIdx="0" clrIdx="852"/>
  <p:cmAuthor id="854" name="未知用户435" initials="未" lastIdx="0" clrIdx="853"/>
  <p:cmAuthor id="855" name="tonghailan" initials="t" lastIdx="0" clrIdx="854"/>
  <p:cmAuthor id="856" name="未知用户356" initials="未" lastIdx="0" clrIdx="855"/>
  <p:cmAuthor id="857" name="未知用户436" initials="未" lastIdx="0" clrIdx="856"/>
  <p:cmAuthor id="858" name="未知用户396" initials="未" lastIdx="0" clrIdx="857"/>
  <p:cmAuthor id="859" name="未知用户437" initials="未" lastIdx="0" clrIdx="858"/>
  <p:cmAuthor id="860" name="未知用户397" initials="未" lastIdx="0" clrIdx="859"/>
  <p:cmAuthor id="861" name="未知用户419" initials="未" lastIdx="0" clrIdx="860"/>
  <p:cmAuthor id="862" name="未知用户399" initials="未" lastIdx="0" clrIdx="861"/>
  <p:cmAuthor id="863" name="未知用户438" initials="未" lastIdx="0" clrIdx="862"/>
  <p:cmAuthor id="864" name="未知用户401" initials="未" lastIdx="0" clrIdx="863"/>
  <p:cmAuthor id="865" name="未知用户402" initials="未" lastIdx="0" clrIdx="864"/>
  <p:cmAuthor id="866" name="未知用户403" initials="未" lastIdx="0" clrIdx="865"/>
  <p:cmAuthor id="867" name="未知用户327" initials="未" lastIdx="0" clrIdx="866"/>
  <p:cmAuthor id="868" name="未知用户404" initials="未" lastIdx="0" clrIdx="867"/>
  <p:cmAuthor id="869" name="未知用户405" initials="未" lastIdx="0" clrIdx="868"/>
  <p:cmAuthor id="870" name="未知用户439" initials="未" lastIdx="0" clrIdx="869"/>
  <p:cmAuthor id="871" name="未知用户406" initials="未" lastIdx="0" clrIdx="870"/>
  <p:cmAuthor id="872" name="未知用户440" initials="未" lastIdx="0" clrIdx="871"/>
  <p:cmAuthor id="873" name="未知用户441" initials="未" lastIdx="0" clrIdx="872"/>
  <p:cmAuthor id="874" name="未知用户442" initials="未" lastIdx="0" clrIdx="873"/>
  <p:cmAuthor id="875" name="未知用户409" initials="未" lastIdx="0" clrIdx="874"/>
  <p:cmAuthor id="876" name="未知用户443" initials="未" lastIdx="0" clrIdx="875"/>
  <p:cmAuthor id="877" name="未知用户411" initials="未" lastIdx="0" clrIdx="876"/>
  <p:cmAuthor id="878" name="shq316@vod365.com" initials="s" lastIdx="0" clrIdx="877"/>
  <p:cmAuthor id="879" name="未知用户444" initials="未" lastIdx="0" clrIdx="878"/>
  <p:cmAuthor id="880" name="未知用户413" initials="未" lastIdx="0" clrIdx="879"/>
  <p:cmAuthor id="881" name="未知用户445" initials="未" lastIdx="0" clrIdx="880"/>
  <p:cmAuthor id="882" name="未知用户446" initials="未" lastIdx="0" clrIdx="881"/>
  <p:cmAuthor id="883" name="未知用户447" initials="未" lastIdx="0" clrIdx="882"/>
  <p:cmAuthor id="884" name="未知用户448" initials="未" lastIdx="0" clrIdx="883"/>
  <p:cmAuthor id="885" name="未知用户333" initials="未" lastIdx="0" clrIdx="884"/>
  <p:cmAuthor id="886" name="未知用户417" initials="未" lastIdx="0" clrIdx="885"/>
  <p:cmAuthor id="887" name="未知用户449" initials="未" lastIdx="0" clrIdx="886"/>
  <p:cmAuthor id="888" name="未知用户418" initials="未" lastIdx="0" clrIdx="887"/>
  <p:cmAuthor id="889" name="未知用户450" initials="未" lastIdx="0" clrIdx="888"/>
  <p:cmAuthor id="890" name="未知用户423" initials="未" lastIdx="0" clrIdx="889"/>
  <p:cmAuthor id="891" name="未知用户424" initials="未" lastIdx="0" clrIdx="890"/>
  <p:cmAuthor id="892" name="未知用户425" initials="未" lastIdx="0" clrIdx="891"/>
  <p:cmAuthor id="893" name="未知用户451" initials="未" lastIdx="0" clrIdx="892"/>
  <p:cmAuthor id="894" name="未知用户452" initials="未" lastIdx="0" clrIdx="893"/>
  <p:cmAuthor id="895" name="未知用户453" initials="未" lastIdx="0" clrIdx="894"/>
  <p:cmAuthor id="896" name="未知用户454" initials="未" lastIdx="0" clrIdx="895"/>
  <p:cmAuthor id="897" name="未知用户455" initials="未" lastIdx="0" clrIdx="896"/>
  <p:cmAuthor id="898" name="未知用户456" initials="未" lastIdx="0" clrIdx="897"/>
  <p:cmAuthor id="899" name="未知用户457" initials="未" lastIdx="0" clrIdx="898"/>
  <p:cmAuthor id="900" name="未知用户458" initials="未" lastIdx="0" clrIdx="899"/>
  <p:cmAuthor id="901" name="風輕 雲淡" initials="風輕" lastIdx="0" clrIdx="900"/>
  <p:cmAuthor id="902" name="liu yuhang" initials="ly" lastIdx="0" clrIdx="901"/>
  <p:cmAuthor id="903" name="未知用户370" initials="未" lastIdx="0" clrIdx="902"/>
  <p:cmAuthor id="904" name="未知用户347" initials="未" lastIdx="0" clrIdx="903"/>
  <p:cmAuthor id="905" name="NTKO" initials="H" lastIdx="0" clrIdx="904"/>
  <p:cmAuthor id="906" name="路璐" initials="A" lastIdx="0" clrIdx="905"/>
  <p:cmAuthor id="907" name="未知用户286" initials="未" lastIdx="0" clrIdx="906"/>
  <p:cmAuthor id="908" name="章丽娟" initials="lz" lastIdx="0" clrIdx="907"/>
  <p:cmAuthor id="909" name="liubin (AD)" initials="l(" lastIdx="0" clrIdx="908"/>
  <p:cmAuthor id="910" name="shengwenjia" initials="s" lastIdx="0" clrIdx="909"/>
  <p:cmAuthor id="911" name="XD" initials="X" lastIdx="0" clrIdx="910"/>
  <p:cmAuthor id="912" name="未知用户352" initials="未" lastIdx="0" clrIdx="911"/>
  <p:cmAuthor id="913" name="未知用户353" initials="未" lastIdx="0" clrIdx="912"/>
  <p:cmAuthor id="914" name="未知用户355" initials="未" lastIdx="0" clrIdx="913"/>
  <p:cmAuthor id="915" name="未知用户357" initials="未" lastIdx="0" clrIdx="914"/>
  <p:cmAuthor id="916" name="未知用户362" initials="未" lastIdx="0" clrIdx="915"/>
  <p:cmAuthor id="917" name="wennieiam" initials="w" lastIdx="0" clrIdx="916"/>
  <p:cmAuthor id="918" name="Xzjd" initials="X" lastIdx="0" clrIdx="917"/>
  <p:cmAuthor id="919" name="a1270005862@outlook.com" initials="a" lastIdx="0" clrIdx="918"/>
  <p:cmAuthor id="920" name="weihua zhou" initials="w" lastIdx="0" clrIdx="919"/>
  <p:cmAuthor id="921" name="武姗姗" initials="武" lastIdx="0" clrIdx="920"/>
  <p:cmAuthor id="922" name="Viewer" initials="V" lastIdx="0" clrIdx="921"/>
  <p:cmAuthor id="923" name="树东 贾" initials="树" lastIdx="0" clrIdx="922"/>
  <p:cmAuthor id="924" name="未知用户471" initials="未" lastIdx="0" clrIdx="923"/>
  <p:cmAuthor id="925" name="未知用户472" initials="未" lastIdx="0" clrIdx="924"/>
  <p:cmAuthor id="926" name="未知用户473" initials="未" lastIdx="0" clrIdx="925"/>
  <p:cmAuthor id="927" name="！！！" initials="！" lastIdx="0" clrIdx="926"/>
  <p:cmAuthor id="928" name="未知用户474" initials="未" lastIdx="0" clrIdx="927"/>
  <p:cmAuthor id="929" name="刘浩" initials="刘" lastIdx="0" clrIdx="928"/>
  <p:cmAuthor id="930" name="未知用户475" initials="未" lastIdx="0" clrIdx="929"/>
  <p:cmAuthor id="931" name="Vivian Liu" initials="V" lastIdx="0" clrIdx="930"/>
  <p:cmAuthor id="932" name="未知用户476" initials="未" lastIdx="0" clrIdx="931"/>
  <p:cmAuthor id="933" name="China" initials="C" lastIdx="0" clrIdx="932"/>
  <p:cmAuthor id="934" name="黄楹" initials="黄" lastIdx="0" clrIdx="933"/>
  <p:cmAuthor id="935" name="未知用户489" initials="未" lastIdx="0" clrIdx="934"/>
  <p:cmAuthor id="936" name="未知用户488" initials="未" lastIdx="0" clrIdx="935"/>
  <p:cmAuthor id="937" name="朗 月" initials="朗" lastIdx="0" clrIdx="936"/>
  <p:cmAuthor id="938" name="未知用户490" initials="未" lastIdx="0" clrIdx="937"/>
  <p:cmAuthor id="939" name="郑骏" initials="郑" lastIdx="0" clrIdx="938"/>
  <p:cmAuthor id="940" name="未知用户477" initials="未" lastIdx="0" clrIdx="939"/>
  <p:cmAuthor id="941" name="佳" initials="佳" lastIdx="0" clrIdx="940"/>
  <p:cmAuthor id="942" name="未知用户478" initials="未" lastIdx="0" clrIdx="941"/>
  <p:cmAuthor id="943" name="孙 鹏" initials="孙" lastIdx="0" clrIdx="942"/>
  <p:cmAuthor id="944" name="未知用户479" initials="未" lastIdx="0" clrIdx="943"/>
  <p:cmAuthor id="945" name="肖琼" initials="肖" lastIdx="0" clrIdx="944"/>
  <p:cmAuthor id="946" name="未知用户480" initials="未" lastIdx="0" clrIdx="945"/>
  <p:cmAuthor id="947" name="未知用户481" initials="未" lastIdx="0" clrIdx="946"/>
  <p:cmAuthor id="948" name="未知用户482" initials="未" lastIdx="0" clrIdx="947"/>
  <p:cmAuthor id="949" name="未知用户483" initials="未" lastIdx="0" clrIdx="948"/>
  <p:cmAuthor id="950" name="18937034561@189.cn" initials="1" lastIdx="0" clrIdx="949"/>
  <p:cmAuthor id="951" name="未知用户484" initials="未" lastIdx="0" clrIdx="950"/>
  <p:cmAuthor id="952" name="李金金" initials="李金金" lastIdx="0" clrIdx="951"/>
  <p:cmAuthor id="953" name="未知用户485" initials="未" lastIdx="0" clrIdx="952"/>
  <p:cmAuthor id="954" name="ma jialin" initials="mj" lastIdx="0" clrIdx="953"/>
  <p:cmAuthor id="955" name="未知用户486" initials="未" lastIdx="0" clrIdx="954"/>
  <p:cmAuthor id="956" name="goforever814" initials="g" lastIdx="0" clrIdx="955"/>
  <p:cmAuthor id="957" name="艾启明" initials="A" lastIdx="0" clrIdx="956"/>
  <p:cmAuthor id="958" name="B" initials="B" lastIdx="0" clrIdx="957"/>
  <p:cmAuthor id="959" name="未知用户487" initials="未" lastIdx="0" clrIdx="958"/>
  <p:cmAuthor id="960" name="部室管理员/软件开发中心/总行机关/ABC" initials="部" lastIdx="0" clrIdx="959"/>
  <p:cmAuthor id="961" name="廖爽亚" initials="廖" lastIdx="0" clrIdx="960"/>
  <p:cmAuthor id="962" name="zilong.li" initials="z" lastIdx="0" clrIdx="961"/>
  <p:cmAuthor id="963" name="James Conard" initials="J" lastIdx="0" clrIdx="962"/>
  <p:cmAuthor id="964" name="22010" initials="2" lastIdx="0" clrIdx="963"/>
  <p:cmAuthor id="965" name="seki" initials="s" lastIdx="0" clrIdx="964"/>
  <p:cmAuthor id="966" name="daliang xu" initials="d" lastIdx="0" clrIdx="965"/>
  <p:cmAuthor id="967" name="刘凯欣" initials="刘" lastIdx="0" clrIdx="966"/>
  <p:cmAuthor id="968" name="3930" initials="3" lastIdx="0" clrIdx="967"/>
  <p:cmAuthor id="969" name="Bo" initials="B" lastIdx="0" clrIdx="968"/>
  <p:cmAuthor id="970" name="M7100z-win7" initials="M" lastIdx="0" clrIdx="969"/>
  <p:cmAuthor id="971" name="李昀东" initials="李" lastIdx="0" clrIdx="970"/>
  <p:cmAuthor id="972" name="liuhao24" initials="l" lastIdx="0" clrIdx="971"/>
  <p:cmAuthor id="973" name="理者" initials="理" lastIdx="0" clrIdx="972"/>
  <p:cmAuthor id="974" name="闪电杰尼" initials="闪" lastIdx="0" clrIdx="973"/>
  <p:cmAuthor id="975" name="翔宇" initials="翔" lastIdx="0" clrIdx="974"/>
  <p:cmAuthor id="976" name="t-1i-caiwu" initials="t" lastIdx="0" clrIdx="975"/>
  <p:cmAuthor id="977" name="zhaoyue46" initials="z" lastIdx="0" clrIdx="976"/>
  <p:cmAuthor id="978" name="v15194" initials="v" lastIdx="0" clrIdx="977"/>
  <p:cmAuthor id="979" name="莊安君" initials="莊" lastIdx="0" clrIdx="978"/>
  <p:cmAuthor id="980" name="shenxin03" initials="s" lastIdx="0" clrIdx="979"/>
  <p:cmAuthor id="981" name="陳建璋" initials="陳" lastIdx="0" clrIdx="980"/>
  <p:cmAuthor id="982" name="建璋" initials="建" lastIdx="0" clrIdx="981"/>
  <p:cmAuthor id="983" name="郑由星_外网" initials="郑" lastIdx="0" clrIdx="982"/>
  <p:cmAuthor id="984" name="dellwin" initials="d" lastIdx="0" clrIdx="983"/>
  <p:cmAuthor id="985" name="未知用户410" initials="未" lastIdx="0" clrIdx="984"/>
  <p:cmAuthor id="986" name="wangqi01-lhe" initials="w" lastIdx="0" clrIdx="985"/>
  <p:cmAuthor id="987" name="ae2000" initials="a" lastIdx="0" clrIdx="986"/>
  <p:cmAuthor id="988" name="黄梅" initials="黄" lastIdx="0" clrIdx="987"/>
  <p:cmAuthor id="989" name="赵生杰" initials="赵" lastIdx="0" clrIdx="988"/>
  <p:cmAuthor id="990" name="Abel" initials="A" lastIdx="0" clrIdx="989"/>
  <p:cmAuthor id="991" name="xq" initials="x" lastIdx="0" clrIdx="990"/>
  <p:cmAuthor id="992" name="hasee" initials="h" lastIdx="0" clrIdx="991"/>
  <p:cmAuthor id="993" name="贝贝ai猪" initials="贝" lastIdx="0" clrIdx="992"/>
  <p:cmAuthor id="994" name="許詩婕" initials="許" lastIdx="0" clrIdx="993"/>
  <p:cmAuthor id="995" name="sdzz-syy" initials="s" lastIdx="0" clrIdx="994"/>
  <p:cmAuthor id="996" name="15106" initials="1" lastIdx="0" clrIdx="995"/>
  <p:cmAuthor id="997" name="Zhu, Hawk" initials="Z" lastIdx="0" clrIdx="996"/>
  <p:cmAuthor id="998" name="tanjp" initials="t" lastIdx="0" clrIdx="997"/>
  <p:cmAuthor id="999" name="李 宁" initials="李" lastIdx="0" clrIdx="998"/>
  <p:cmAuthor id="1000" name="YS" initials="Y" lastIdx="0" clrIdx="999"/>
  <p:cmAuthor id="1001" name="lin xuanyu" initials="l" lastIdx="0" clrIdx="1000"/>
  <p:cmAuthor id="1002" name="Xin Wang" initials="X" lastIdx="0" clrIdx="1001"/>
  <p:cmAuthor id="1003" name="chenzheng4" initials="c" lastIdx="0" clrIdx="1002"/>
  <p:cmAuthor id="1004" name="王 震环" initials="王" lastIdx="0" clrIdx="1003"/>
  <p:cmAuthor id="1005" name="guoge" initials="g" lastIdx="0" clrIdx="1004"/>
  <p:cmAuthor id="1006" name="chenmh" initials="c" lastIdx="0" clrIdx="1005"/>
  <p:cmAuthor id="1007" name="CVTEr" initials="C" lastIdx="0" clrIdx="1006"/>
  <p:cmAuthor id="1008" name="刘彩琴" initials="刘" lastIdx="0" clrIdx="1007"/>
  <p:cmAuthor id="1009" name="ju zhang" initials="j" lastIdx="0" clrIdx="1008"/>
  <p:cmAuthor id="1010" name="z cl" initials="z" lastIdx="0" clrIdx="1009"/>
  <p:cmAuthor id="1011" name="aa" initials="a" lastIdx="0" clrIdx="1010"/>
  <p:cmAuthor id="1012" name="刘 帅" initials="刘" lastIdx="0" clrIdx="1011"/>
  <p:cmAuthor id="1013" name="martin" initials="m" lastIdx="0" clrIdx="1012"/>
  <p:cmAuthor id="1014" name="qin yu" initials="q" lastIdx="0" clrIdx="1013"/>
  <p:cmAuthor id="1015" name="吴军影" initials="吴" lastIdx="0" clrIdx="1014"/>
  <p:cmAuthor id="1016" name="冯学沛" initials="冯" lastIdx="0" clrIdx="1015"/>
  <p:cmAuthor id="1017" name="李建阳（内蒙古英才管培生）" initials="李" lastIdx="0" clrIdx="1016"/>
  <p:cmAuthor id="1018" name="马靖松" initials="马" lastIdx="0" clrIdx="1017"/>
  <p:cmAuthor id="1019" name="pingchangxin@outlook.com LI" initials="p" lastIdx="0" clrIdx="1018"/>
  <p:cmAuthor id="1020" name="成国强_6jqyBN7N" initials="authorId_8148959" lastIdx="0" clrIdx="1019"/>
  <p:cmAuthor id="1021" name="张晓燕(内蒙古巴彦淖尔)" initials="张" lastIdx="0" clrIdx="1020"/>
  <p:cmAuthor id="1022" name="wangchao" initials="w" lastIdx="0" clrIdx="1021"/>
  <p:cmAuthor id="1023" name="王凯" initials="王" lastIdx="0" clrIdx="1022"/>
  <p:cmAuthor id="1024" name="沈琪-pbj" initials="沈" lastIdx="0" clrIdx="1023"/>
  <p:cmAuthor id="1025" name="LUO CHENG" initials="L" lastIdx="0" clrIdx="1024"/>
  <p:cmAuthor id="1026" name="scx" initials="s" lastIdx="0" clrIdx="1025"/>
  <p:cmAuthor id="1027" name="shenyanning-001" initials="s" lastIdx="0" clrIdx="1026"/>
  <p:cmAuthor id="1028" name="lipengfei01111@outlook.com" initials="l" lastIdx="0" clrIdx="1027"/>
  <p:cmAuthor id="1029" name="Evander Wan" initials="E" lastIdx="0" clrIdx="1028"/>
  <p:cmAuthor id="1030" name="Simon Camp" initials="S" lastIdx="0" clrIdx="1029"/>
  <p:cmAuthor id="1031" name="李艳" initials="李" lastIdx="0" clrIdx="1030"/>
  <p:cmAuthor id="1032" name="Miranda Bi" initials="M" lastIdx="0" clrIdx="1031"/>
  <p:cmAuthor id="1033" name="郭佳宏" initials="郭" lastIdx="0" clrIdx="1032"/>
  <p:cmAuthor id="1034" name="王书珍" initials="王" lastIdx="0" clrIdx="1033"/>
  <p:cmAuthor id="1035" name="何兴胜" initials="何" lastIdx="0" clrIdx="1034"/>
  <p:cmAuthor id="1036" name="bing" initials="b" lastIdx="0" clrIdx="1035"/>
  <p:cmAuthor id="1037" name="hh" initials="h" lastIdx="0" clrIdx="1036"/>
  <p:cmAuthor id="1038" name="273839920@qq.com" initials="2" lastIdx="0" clrIdx="1037"/>
  <p:cmAuthor id="1039" name="Sylan♈️、" initials="S" lastIdx="0" clrIdx="1038"/>
  <p:cmAuthor id="1040" name="用户" initials="用" lastIdx="0" clrIdx="1039"/>
  <p:cmAuthor id="1041" name="王灏" initials="王灏" lastIdx="0" clrIdx="1040"/>
  <p:cmAuthor id="1042" name="Hope0187" initials="H" lastIdx="0" clrIdx="1041"/>
  <p:cmAuthor id="1043" name="Microsoft Office User" initials="Office" lastIdx="0" clrIdx="1042"/>
  <p:cmAuthor id="1044" name="靖千 罗" initials="靖" lastIdx="0" clrIdx="1043"/>
  <p:cmAuthor id="1045" name="舒迪" initials="舒" lastIdx="0" clrIdx="1044"/>
  <p:cmAuthor id="1046" name="qianyang03" initials="q" lastIdx="0" clrIdx="1045"/>
  <p:cmAuthor id="1047" name="张 美红" initials="张" lastIdx="0" clrIdx="1046"/>
  <p:cmAuthor id="1048" name="8613607323127" initials="8" lastIdx="0" clrIdx="1047"/>
  <p:cmAuthor id="1049" name="hanwen luo" initials="h" lastIdx="0" clrIdx="1048"/>
  <p:cmAuthor id="1050" name="Cpic" initials="C" lastIdx="0" clrIdx="1049"/>
  <p:cmAuthor id="1051" name="小田" initials="小" lastIdx="0" clrIdx="1050"/>
  <p:cmAuthor id="1052" name="Wangzhi gang" initials="W" lastIdx="0" clrIdx="1051"/>
  <p:cmAuthor id="1053" name="庄伟铭zwm136200" initials="庄" lastIdx="0" clrIdx="1052"/>
  <p:cmAuthor id="1054" name="张 凯" initials="张" lastIdx="0" clrIdx="1053"/>
  <p:cmAuthor id="1055" name="喰?" initials="喰" lastIdx="0" clrIdx="1054"/>
  <p:cmAuthor id="1056" name="CNTP" initials="C" lastIdx="0" clrIdx="1055"/>
  <p:cmAuthor id="1057" name="李柯然" initials="李" lastIdx="0" clrIdx="1056"/>
  <p:cmAuthor id="1058" name="LENOVO" initials="L" lastIdx="0" clrIdx="1057"/>
  <p:cmAuthor id="1059" name="li hw" initials="l" lastIdx="0" clrIdx="1058"/>
  <p:cmAuthor id="1060" name="王玉" initials="王" lastIdx="0" clrIdx="1059"/>
  <p:cmAuthor id="1061" name="Ming Zuo" initials="M" lastIdx="0" clrIdx="1060"/>
  <p:cmAuthor id="1062" name="FR" initials="F" lastIdx="0" clrIdx="1061"/>
  <p:cmAuthor id="1063" name="未知用户271" initials="未" lastIdx="0" clrIdx="1062"/>
  <p:cmAuthor id="1064" name="未知用户205" initials="未" lastIdx="0" clrIdx="1063"/>
  <p:cmAuthor id="1065" name="王芳" initials="王" lastIdx="0" clrIdx="1064"/>
  <p:cmAuthor id="1066" name="未知用户338" initials="未" lastIdx="0" clrIdx="1065"/>
  <p:cmAuthor id="1067" name="未知用户225" initials="未" lastIdx="0" clrIdx="1066"/>
  <p:cmAuthor id="1068" name="未知用户335" initials="未" lastIdx="0" clrIdx="1067"/>
  <p:cmAuthor id="1069" name="未知用户358" initials="未" lastIdx="0" clrIdx="1068"/>
  <p:cmAuthor id="1070" name="未知用户340" initials="未" lastIdx="0" clrIdx="1069"/>
  <p:cmAuthor id="1071" name="未知用户344" initials="未" lastIdx="0" clrIdx="1070"/>
  <p:cmAuthor id="1072" name="未知用户421" initials="未" lastIdx="0" clrIdx="1071"/>
  <p:cmAuthor id="1073" name="未知用户422" initials="未" lastIdx="0" clrIdx="1072"/>
  <p:cmAuthor id="1074" name="齐登宝" initials="齐" lastIdx="0" clrIdx="1073"/>
  <p:cmAuthor id="1075" name="张静_QZZvv2Aj" initials="authorId_625078060" lastIdx="0" clrIdx="1074"/>
  <p:cmAuthor id="1076" name="AutoBVT" initials="A" lastIdx="0" clrIdx="1075"/>
  <p:cmAuthor id="1077" name="49335" initials="4" lastIdx="0" clrIdx="1076"/>
  <p:cmAuthor id="1078" name="邢辰凤" initials="邢" lastIdx="0" clrIdx="1077"/>
  <p:cmAuthor id="1079" name="未知的使用者56" initials="" lastIdx="0" clrIdx="1078"/>
  <p:cmAuthor id="1080" name="未知用户59" initials="" lastIdx="0" clrIdx="1079"/>
  <p:cmAuthor id="1081" name="陈伟" initials="陈" lastIdx="0" clrIdx="1080"/>
  <p:cmAuthor id="1082" name="未知的使用者22" initials="" lastIdx="0" clrIdx="1081"/>
  <p:cmAuthor id="1083" name="未知的使用者103" initials="" lastIdx="0" clrIdx="1082"/>
  <p:cmAuthor id="1084" name="Wenwen" initials="" lastIdx="0" clrIdx="1083"/>
  <p:cmAuthor id="1085" name="未知的使用者33" initials="" lastIdx="0" clrIdx="1084"/>
  <p:cmAuthor id="1086" name="未知的使用者28" initials="" lastIdx="0" clrIdx="1085"/>
  <p:cmAuthor id="1087" name="未知用户67" initials="" lastIdx="0" clrIdx="1086"/>
  <p:cmAuthor id="1088" name="未知用户114" initials="" lastIdx="0" clrIdx="1087"/>
  <p:cmAuthor id="1089" name="未知的使用者46" initials="" lastIdx="0" clrIdx="1088"/>
  <p:cmAuthor id="1090" name="未知的使用者26" initials="" lastIdx="0" clrIdx="1089"/>
  <p:cmAuthor id="1091" name="未知用户62" initials="" lastIdx="0" clrIdx="1090"/>
  <p:cmAuthor id="1092" name="yuanzh" initials="" lastIdx="0" clrIdx="1091"/>
  <p:cmAuthor id="1093" name="不明使用者57" initials="" lastIdx="0" clrIdx="1092"/>
  <p:cmAuthor id="1094" name="未知用户108" initials="" lastIdx="0" clrIdx="1093"/>
  <p:cmAuthor id="1095" name="未知的使用者110" initials="" lastIdx="0" clrIdx="1094"/>
  <p:cmAuthor id="1096" name="linyd" initials="" lastIdx="0" clrIdx="1095"/>
  <p:cmAuthor id="1097" name="未知用户8" initials="" lastIdx="0" clrIdx="1096"/>
  <p:cmAuthor id="1098" name="未知的使用者31" initials="" lastIdx="0" clrIdx="1097"/>
  <p:cmAuthor id="1099" name="未知用户115" initials="" lastIdx="0" clrIdx="1098"/>
  <p:cmAuthor id="1100" name="未知用户21" initials="" lastIdx="0" clrIdx="1099"/>
  <p:cmAuthor id="1101" name="mm" initials="" lastIdx="0" clrIdx="1100"/>
  <p:cmAuthor id="1102" name="未知用户15" initials="" lastIdx="0" clrIdx="1101"/>
  <p:cmAuthor id="1103" name="未知用户82" initials="" lastIdx="0" clrIdx="1102"/>
  <p:cmAuthor id="1104" name="未知的使用者7" initials="" lastIdx="0" clrIdx="1103"/>
  <p:cmAuthor id="1105" name="未知的使用者50" initials="" lastIdx="0" clrIdx="1104"/>
  <p:cmAuthor id="1106" name="未知的使用者11" initials="" lastIdx="0" clrIdx="1105"/>
  <p:cmAuthor id="1107" name="未知用户116" initials="" lastIdx="0" clrIdx="1106"/>
  <p:cmAuthor id="1108" name="Kevin Hu" initials="" lastIdx="0" clrIdx="1107"/>
  <p:cmAuthor id="1109" name="未知的使用者8" initials="" lastIdx="0" clrIdx="1108"/>
  <p:cmAuthor id="1110" name="不明使用者56" initials="" lastIdx="0" clrIdx="1109"/>
  <p:cmAuthor id="1111" name="P00035_jeremy" initials="" lastIdx="0" clrIdx="1110"/>
  <p:cmAuthor id="1112" name="Unknown User7" initials="" lastIdx="0" clrIdx="1111"/>
  <p:cmAuthor id="1113" name="未知的使用者13" initials="" lastIdx="0" clrIdx="1112"/>
  <p:cmAuthor id="1114" name="djj" initials="" lastIdx="0" clrIdx="1113"/>
  <p:cmAuthor id="1115" name="未知用户117" initials="" lastIdx="0" clrIdx="1114"/>
  <p:cmAuthor id="1116" name="未知用户109" initials="" lastIdx="0" clrIdx="1115"/>
  <p:cmAuthor id="1117" name="Unknown User117" initials="U" lastIdx="0" clrIdx="1116"/>
  <p:cmAuthor id="1118" name="未知的使用者3" initials="" lastIdx="0" clrIdx="1117"/>
  <p:cmAuthor id="1119" name="未知用户14" initials="" lastIdx="0" clrIdx="1118"/>
  <p:cmAuthor id="1120" name="Unknown User65" initials="U" lastIdx="0" clrIdx="1119"/>
  <p:cmAuthor id="1121" name="未知用户83" initials="" lastIdx="0" clrIdx="1120"/>
  <p:cmAuthor id="1122" name="Jason Wang" initials="" lastIdx="0" clrIdx="1121"/>
  <p:cmAuthor id="1123" name="未知的使用者48" initials="" lastIdx="0" clrIdx="1122"/>
  <p:cmAuthor id="1124" name="未知的使用者104" initials="" lastIdx="0" clrIdx="1123"/>
  <p:cmAuthor id="1125" name="Shawna Strickland" initials="" lastIdx="0" clrIdx="1124"/>
  <p:cmAuthor id="1126" name="未知的使用者36" initials="" lastIdx="0" clrIdx="1125"/>
  <p:cmAuthor id="1127" name="Daniel Wuu" initials="" lastIdx="0" clrIdx="1126"/>
  <p:cmAuthor id="1128" name="未知的使用者14" initials="" lastIdx="0" clrIdx="1127"/>
  <p:cmAuthor id="1129" name="Ashley Eberenz" initials="" lastIdx="0" clrIdx="1128"/>
  <p:cmAuthor id="1130" name="qiantong" initials="" lastIdx="0" clrIdx="1129"/>
  <p:cmAuthor id="1131" name="未知的使用者74" initials="" lastIdx="0" clrIdx="1130"/>
  <p:cmAuthor id="1132" name="未知的使用者23" initials="" lastIdx="0" clrIdx="1131"/>
  <p:cmAuthor id="1133" name="未知的使用者1" initials="" lastIdx="0" clrIdx="1132"/>
  <p:cmAuthor id="1134" name="116304" initials="" lastIdx="0" clrIdx="1133"/>
  <p:cmAuthor id="1135" name="R affer" initials="" lastIdx="0" clrIdx="1134"/>
  <p:cmAuthor id="1136" name="未知用户55" initials="" lastIdx="0" clrIdx="1135"/>
  <p:cmAuthor id="1137" name="未知的使用者32" initials="" lastIdx="0" clrIdx="1136"/>
  <p:cmAuthor id="1138" name="未知的使用者49" initials="" lastIdx="0" clrIdx="1137"/>
  <p:cmAuthor id="1139" name="未知的使用者105" initials="" lastIdx="0" clrIdx="1138"/>
  <p:cmAuthor id="1140" name="Unknown User70" initials="" lastIdx="0" clrIdx="1139"/>
  <p:cmAuthor id="1141" name="hanjuncompany" initials="" lastIdx="0" clrIdx="1140"/>
  <p:cmAuthor id="1142" name="kathy chen" initials="" lastIdx="0" clrIdx="1141"/>
  <p:cmAuthor id="1143" name="未知的使用者63" initials="" lastIdx="0" clrIdx="1142"/>
  <p:cmAuthor id="1144" name="未知的使用者47" initials="" lastIdx="0" clrIdx="1143"/>
  <p:cmAuthor id="1145" name="未知的使用者59" initials="" lastIdx="0" clrIdx="1144"/>
  <p:cmAuthor id="1146" name="未知的使用者54" initials="" lastIdx="0" clrIdx="114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00000"/>
    <a:srgbClr val="FFFFFF"/>
    <a:srgbClr val="FEF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834" autoAdjust="0"/>
  </p:normalViewPr>
  <p:slideViewPr>
    <p:cSldViewPr snapToGrid="0">
      <p:cViewPr>
        <p:scale>
          <a:sx n="66" d="100"/>
          <a:sy n="66" d="100"/>
        </p:scale>
        <p:origin x="796" y="-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E946C-071E-4D6A-90B0-ECB43C52F8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2E768-2852-4CFE-845A-4389B4E75F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 fontAlgn="auto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470D76-E5C3-4246-A500-BBA754600F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image1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816353" y="202458"/>
            <a:ext cx="2164976" cy="82908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noAutofit/>
          </a:bodyPr>
          <a:lstStyle/>
          <a:p>
            <a:pPr defTabSz="990600" hangingPunct="0"/>
            <a:endParaRPr lang="zh-CN" altLang="en-US" sz="1950">
              <a:solidFill>
                <a:srgbClr val="000000"/>
              </a:solidFill>
              <a:sym typeface="Calibri" panose="020F0502020204030204"/>
            </a:endParaRPr>
          </a:p>
        </p:txBody>
      </p:sp>
      <p:sp>
        <p:nvSpPr>
          <p:cNvPr id="11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1223876" y="2756230"/>
            <a:ext cx="9744253" cy="12488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2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023789" y="4005043"/>
            <a:ext cx="6144427" cy="4810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314718" y="99769"/>
            <a:ext cx="1883777" cy="120938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44374" y="6502658"/>
            <a:ext cx="3882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2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720284" y="37493"/>
            <a:ext cx="4651513" cy="598259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0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" y="686499"/>
            <a:ext cx="12192000" cy="1762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4475" tIns="49127" rIns="94475" bIns="49127" rtlCol="0" anchor="ctr">
            <a:noAutofit/>
          </a:bodyPr>
          <a:lstStyle/>
          <a:p>
            <a:pPr algn="ctr"/>
            <a:endParaRPr lang="zh-CN" altLang="en-US" sz="23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98425"/>
            <a:ext cx="2720284" cy="601159"/>
            <a:chOff x="0" y="214965"/>
            <a:chExt cx="2720284" cy="601159"/>
          </a:xfrm>
          <a:solidFill>
            <a:srgbClr val="C00000"/>
          </a:solidFill>
        </p:grpSpPr>
        <p:sp>
          <p:nvSpPr>
            <p:cNvPr id="11" name="object 17"/>
            <p:cNvSpPr/>
            <p:nvPr userDrawn="1"/>
          </p:nvSpPr>
          <p:spPr>
            <a:xfrm>
              <a:off x="380284" y="214966"/>
              <a:ext cx="2340000" cy="600730"/>
            </a:xfrm>
            <a:custGeom>
              <a:avLst/>
              <a:gdLst/>
              <a:ahLst/>
              <a:cxnLst/>
              <a:rect l="l" t="t" r="r" b="b"/>
              <a:pathLst>
                <a:path w="1880870" h="599440">
                  <a:moveTo>
                    <a:pt x="1473708" y="0"/>
                  </a:moveTo>
                  <a:lnTo>
                    <a:pt x="0" y="0"/>
                  </a:lnTo>
                  <a:lnTo>
                    <a:pt x="0" y="598931"/>
                  </a:lnTo>
                  <a:lnTo>
                    <a:pt x="1880616" y="598931"/>
                  </a:lnTo>
                  <a:lnTo>
                    <a:pt x="1833823" y="593140"/>
                  </a:lnTo>
                  <a:lnTo>
                    <a:pt x="1791199" y="576742"/>
                  </a:lnTo>
                  <a:lnTo>
                    <a:pt x="1753989" y="551200"/>
                  </a:lnTo>
                  <a:lnTo>
                    <a:pt x="1723436" y="517977"/>
                  </a:lnTo>
                  <a:lnTo>
                    <a:pt x="1700783" y="478535"/>
                  </a:lnTo>
                  <a:lnTo>
                    <a:pt x="1687068" y="405383"/>
                  </a:lnTo>
                  <a:lnTo>
                    <a:pt x="1687068" y="182879"/>
                  </a:lnTo>
                  <a:lnTo>
                    <a:pt x="1681407" y="141078"/>
                  </a:lnTo>
                  <a:lnTo>
                    <a:pt x="1665296" y="102636"/>
                  </a:lnTo>
                  <a:lnTo>
                    <a:pt x="1640041" y="68673"/>
                  </a:lnTo>
                  <a:lnTo>
                    <a:pt x="1606949" y="40308"/>
                  </a:lnTo>
                  <a:lnTo>
                    <a:pt x="1567325" y="18661"/>
                  </a:lnTo>
                  <a:lnTo>
                    <a:pt x="1522476" y="4851"/>
                  </a:lnTo>
                  <a:lnTo>
                    <a:pt x="1473708" y="0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sz="600" kern="0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0" y="214965"/>
              <a:ext cx="2043953" cy="601159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600" kern="0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0673292" y="52922"/>
            <a:ext cx="1263003" cy="6091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加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59" y="122216"/>
            <a:ext cx="10314711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2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6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sp>
        <p:nvSpPr>
          <p:cNvPr id="10" name="内容占位符 4"/>
          <p:cNvSpPr>
            <a:spLocks noGrp="1"/>
          </p:cNvSpPr>
          <p:nvPr>
            <p:ph sz="quarter" idx="10"/>
          </p:nvPr>
        </p:nvSpPr>
        <p:spPr>
          <a:xfrm>
            <a:off x="983665" y="1365661"/>
            <a:ext cx="8314714" cy="2433637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p"/>
              <a:defRPr sz="20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1181100" indent="-571500">
              <a:buFont typeface="Arial" panose="020B0604020202020204" pitchFamily="34" charset="0"/>
              <a:buChar char="•"/>
              <a:defRPr sz="1800"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523365" indent="-304800">
              <a:buFont typeface="华文细黑" panose="02010600040101010101" pitchFamily="2" charset="-122"/>
              <a:buChar char="−"/>
              <a:defRPr sz="1400"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>
              <a:defRPr sz="1200"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771094" y="15229"/>
            <a:ext cx="1367118" cy="8776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尾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b="-372"/>
          <a:stretch>
            <a:fillRect/>
          </a:stretch>
        </p:blipFill>
        <p:spPr>
          <a:xfrm>
            <a:off x="6605285" y="2747464"/>
            <a:ext cx="5586715" cy="41105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68602" y="219223"/>
            <a:ext cx="2114308" cy="922367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564952"/>
            <a:ext cx="12192000" cy="1470025"/>
          </a:xfrm>
          <a:prstGeom prst="rect">
            <a:avLst/>
          </a:prstGeom>
        </p:spPr>
        <p:txBody>
          <a:bodyPr lIns="68532" tIns="34266" rIns="68532" bIns="34266">
            <a:normAutofit/>
          </a:bodyPr>
          <a:lstStyle>
            <a:lvl1pPr algn="ctr">
              <a:defRPr sz="8000" b="1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kumimoji="1" lang="zh-CN" altLang="en-US" dirty="0"/>
              <a:t>谢 谢！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546538" y="149036"/>
            <a:ext cx="1514474" cy="972292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2706444" y="309282"/>
            <a:ext cx="0" cy="658906"/>
          </a:xfrm>
          <a:prstGeom prst="line">
            <a:avLst/>
          </a:prstGeom>
          <a:ln>
            <a:solidFill>
              <a:srgbClr val="C1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58"/>
          <p:cNvSpPr/>
          <p:nvPr userDrawn="1"/>
        </p:nvSpPr>
        <p:spPr>
          <a:xfrm flipV="1">
            <a:off x="1978304" y="46554"/>
            <a:ext cx="10225696" cy="46833"/>
          </a:xfrm>
          <a:custGeom>
            <a:avLst/>
            <a:gdLst>
              <a:gd name="connsiteX0" fmla="*/ 0 w 3236686"/>
              <a:gd name="connsiteY0" fmla="*/ 508000 h 508000"/>
              <a:gd name="connsiteX1" fmla="*/ 3236686 w 3236686"/>
              <a:gd name="connsiteY1" fmla="*/ 508000 h 508000"/>
              <a:gd name="connsiteX2" fmla="*/ 3109686 w 3236686"/>
              <a:gd name="connsiteY2" fmla="*/ 0 h 508000"/>
              <a:gd name="connsiteX3" fmla="*/ 0 w 3236686"/>
              <a:gd name="connsiteY3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6686" h="508000">
                <a:moveTo>
                  <a:pt x="0" y="508000"/>
                </a:moveTo>
                <a:lnTo>
                  <a:pt x="3236686" y="508000"/>
                </a:lnTo>
                <a:lnTo>
                  <a:pt x="310968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FFEEEE"/>
              </a:gs>
              <a:gs pos="53000">
                <a:srgbClr val="C00000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Montserrat" panose="00000500000000000000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1657548" y="6502658"/>
            <a:ext cx="4475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200">
                <a:solidFill>
                  <a:prstClr val="black">
                    <a:tint val="75000"/>
                  </a:prst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sz="1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513511" y="99557"/>
            <a:ext cx="4651513" cy="543872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 flipV="1">
            <a:off x="-11839" y="4991"/>
            <a:ext cx="2861292" cy="626954"/>
            <a:chOff x="0" y="-6347"/>
            <a:chExt cx="2861292" cy="645319"/>
          </a:xfrm>
        </p:grpSpPr>
        <p:sp>
          <p:nvSpPr>
            <p:cNvPr id="5" name="任意多边形: 形状 4"/>
            <p:cNvSpPr/>
            <p:nvPr/>
          </p:nvSpPr>
          <p:spPr>
            <a:xfrm>
              <a:off x="1990143" y="-6347"/>
              <a:ext cx="871149" cy="638969"/>
            </a:xfrm>
            <a:custGeom>
              <a:avLst/>
              <a:gdLst>
                <a:gd name="connsiteX0" fmla="*/ 0 w 871149"/>
                <a:gd name="connsiteY0" fmla="*/ 0 h 638969"/>
                <a:gd name="connsiteX1" fmla="*/ 14782 w 871149"/>
                <a:gd name="connsiteY1" fmla="*/ 0 h 638969"/>
                <a:gd name="connsiteX2" fmla="*/ 203470 w 871149"/>
                <a:gd name="connsiteY2" fmla="*/ 111216 h 638969"/>
                <a:gd name="connsiteX3" fmla="*/ 504441 w 871149"/>
                <a:gd name="connsiteY3" fmla="*/ 496916 h 638969"/>
                <a:gd name="connsiteX4" fmla="*/ 693130 w 871149"/>
                <a:gd name="connsiteY4" fmla="*/ 608131 h 638969"/>
                <a:gd name="connsiteX5" fmla="*/ 871149 w 871149"/>
                <a:gd name="connsiteY5" fmla="*/ 608131 h 638969"/>
                <a:gd name="connsiteX6" fmla="*/ 871149 w 871149"/>
                <a:gd name="connsiteY6" fmla="*/ 638969 h 638969"/>
                <a:gd name="connsiteX7" fmla="*/ 0 w 871149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1149" h="638969">
                  <a:moveTo>
                    <a:pt x="0" y="0"/>
                  </a:moveTo>
                  <a:lnTo>
                    <a:pt x="14782" y="0"/>
                  </a:lnTo>
                  <a:cubicBezTo>
                    <a:pt x="81427" y="0"/>
                    <a:pt x="146713" y="38480"/>
                    <a:pt x="203470" y="111216"/>
                  </a:cubicBezTo>
                  <a:lnTo>
                    <a:pt x="504441" y="496916"/>
                  </a:lnTo>
                  <a:cubicBezTo>
                    <a:pt x="561198" y="569651"/>
                    <a:pt x="626485" y="608131"/>
                    <a:pt x="693130" y="608131"/>
                  </a:cubicBezTo>
                  <a:lnTo>
                    <a:pt x="871149" y="608131"/>
                  </a:lnTo>
                  <a:lnTo>
                    <a:pt x="871149" y="638969"/>
                  </a:lnTo>
                  <a:lnTo>
                    <a:pt x="0" y="638969"/>
                  </a:lnTo>
                  <a:close/>
                </a:path>
              </a:pathLst>
            </a:custGeom>
            <a:noFill/>
            <a:ln w="12700" cap="flat">
              <a:gradFill>
                <a:gsLst>
                  <a:gs pos="100000">
                    <a:schemeClr val="bg1">
                      <a:alpha val="57000"/>
                    </a:schemeClr>
                  </a:gs>
                  <a:gs pos="51000">
                    <a:srgbClr val="FFFFFF">
                      <a:lumMod val="33000"/>
                      <a:lumOff val="67000"/>
                    </a:srgbClr>
                  </a:gs>
                  <a:gs pos="0">
                    <a:schemeClr val="bg1">
                      <a:alpha val="37000"/>
                    </a:schemeClr>
                  </a:gs>
                </a:gsLst>
                <a:lin ang="5400000" scaled="1"/>
              </a:gradFill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0" y="3"/>
              <a:ext cx="2860964" cy="638969"/>
            </a:xfrm>
            <a:custGeom>
              <a:avLst/>
              <a:gdLst>
                <a:gd name="connsiteX0" fmla="*/ 0 w 2860964"/>
                <a:gd name="connsiteY0" fmla="*/ 0 h 638969"/>
                <a:gd name="connsiteX1" fmla="*/ 2004597 w 2860964"/>
                <a:gd name="connsiteY1" fmla="*/ 0 h 638969"/>
                <a:gd name="connsiteX2" fmla="*/ 2193285 w 2860964"/>
                <a:gd name="connsiteY2" fmla="*/ 111216 h 638969"/>
                <a:gd name="connsiteX3" fmla="*/ 2494256 w 2860964"/>
                <a:gd name="connsiteY3" fmla="*/ 496916 h 638969"/>
                <a:gd name="connsiteX4" fmla="*/ 2682945 w 2860964"/>
                <a:gd name="connsiteY4" fmla="*/ 608131 h 638969"/>
                <a:gd name="connsiteX5" fmla="*/ 2860964 w 2860964"/>
                <a:gd name="connsiteY5" fmla="*/ 608131 h 638969"/>
                <a:gd name="connsiteX6" fmla="*/ 2860964 w 2860964"/>
                <a:gd name="connsiteY6" fmla="*/ 638969 h 638969"/>
                <a:gd name="connsiteX7" fmla="*/ 0 w 2860964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60964" h="638969">
                  <a:moveTo>
                    <a:pt x="0" y="0"/>
                  </a:moveTo>
                  <a:lnTo>
                    <a:pt x="2004597" y="0"/>
                  </a:lnTo>
                  <a:cubicBezTo>
                    <a:pt x="2071242" y="0"/>
                    <a:pt x="2136528" y="38480"/>
                    <a:pt x="2193285" y="111216"/>
                  </a:cubicBezTo>
                  <a:lnTo>
                    <a:pt x="2494256" y="496916"/>
                  </a:lnTo>
                  <a:cubicBezTo>
                    <a:pt x="2551013" y="569651"/>
                    <a:pt x="2616300" y="608131"/>
                    <a:pt x="2682945" y="608131"/>
                  </a:cubicBezTo>
                  <a:lnTo>
                    <a:pt x="2860964" y="608131"/>
                  </a:lnTo>
                  <a:lnTo>
                    <a:pt x="2860964" y="638969"/>
                  </a:lnTo>
                  <a:lnTo>
                    <a:pt x="0" y="638969"/>
                  </a:lnTo>
                  <a:close/>
                </a:path>
              </a:pathLst>
            </a:custGeom>
            <a:gradFill>
              <a:gsLst>
                <a:gs pos="0">
                  <a:srgbClr val="E23138"/>
                </a:gs>
                <a:gs pos="100000">
                  <a:srgbClr val="B4171E"/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0" y="0"/>
            <a:ext cx="12204000" cy="39600"/>
          </a:xfrm>
          <a:prstGeom prst="rect">
            <a:avLst/>
          </a:prstGeom>
          <a:solidFill>
            <a:srgbClr val="BB1B2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/>
            <a:endParaRPr lang="zh-CN" altLang="en-US" dirty="0">
              <a:solidFill>
                <a:srgbClr val="F9F9F9"/>
              </a:solidFill>
              <a:latin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3593" y="-6348"/>
            <a:ext cx="967910" cy="6207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657548" y="6502658"/>
            <a:ext cx="4475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200">
                <a:solidFill>
                  <a:prstClr val="black">
                    <a:tint val="75000"/>
                  </a:prst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sz="1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695594" y="34487"/>
            <a:ext cx="4651513" cy="543872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1186668" y="660884"/>
            <a:ext cx="104775" cy="60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11528966" y="660884"/>
            <a:ext cx="153402" cy="60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-6348"/>
            <a:ext cx="2861292" cy="626954"/>
            <a:chOff x="0" y="-6347"/>
            <a:chExt cx="2861292" cy="645319"/>
          </a:xfrm>
        </p:grpSpPr>
        <p:sp>
          <p:nvSpPr>
            <p:cNvPr id="28" name="任意多边形: 形状 27"/>
            <p:cNvSpPr/>
            <p:nvPr/>
          </p:nvSpPr>
          <p:spPr>
            <a:xfrm>
              <a:off x="1990143" y="-6347"/>
              <a:ext cx="871149" cy="638969"/>
            </a:xfrm>
            <a:custGeom>
              <a:avLst/>
              <a:gdLst>
                <a:gd name="connsiteX0" fmla="*/ 0 w 871149"/>
                <a:gd name="connsiteY0" fmla="*/ 0 h 638969"/>
                <a:gd name="connsiteX1" fmla="*/ 14782 w 871149"/>
                <a:gd name="connsiteY1" fmla="*/ 0 h 638969"/>
                <a:gd name="connsiteX2" fmla="*/ 203470 w 871149"/>
                <a:gd name="connsiteY2" fmla="*/ 111216 h 638969"/>
                <a:gd name="connsiteX3" fmla="*/ 504441 w 871149"/>
                <a:gd name="connsiteY3" fmla="*/ 496916 h 638969"/>
                <a:gd name="connsiteX4" fmla="*/ 693130 w 871149"/>
                <a:gd name="connsiteY4" fmla="*/ 608131 h 638969"/>
                <a:gd name="connsiteX5" fmla="*/ 871149 w 871149"/>
                <a:gd name="connsiteY5" fmla="*/ 608131 h 638969"/>
                <a:gd name="connsiteX6" fmla="*/ 871149 w 871149"/>
                <a:gd name="connsiteY6" fmla="*/ 638969 h 638969"/>
                <a:gd name="connsiteX7" fmla="*/ 0 w 871149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1149" h="638969">
                  <a:moveTo>
                    <a:pt x="0" y="0"/>
                  </a:moveTo>
                  <a:lnTo>
                    <a:pt x="14782" y="0"/>
                  </a:lnTo>
                  <a:cubicBezTo>
                    <a:pt x="81427" y="0"/>
                    <a:pt x="146713" y="38480"/>
                    <a:pt x="203470" y="111216"/>
                  </a:cubicBezTo>
                  <a:lnTo>
                    <a:pt x="504441" y="496916"/>
                  </a:lnTo>
                  <a:cubicBezTo>
                    <a:pt x="561198" y="569651"/>
                    <a:pt x="626485" y="608131"/>
                    <a:pt x="693130" y="608131"/>
                  </a:cubicBezTo>
                  <a:lnTo>
                    <a:pt x="871149" y="608131"/>
                  </a:lnTo>
                  <a:lnTo>
                    <a:pt x="871149" y="638969"/>
                  </a:lnTo>
                  <a:lnTo>
                    <a:pt x="0" y="638969"/>
                  </a:lnTo>
                  <a:close/>
                </a:path>
              </a:pathLst>
            </a:custGeom>
            <a:noFill/>
            <a:ln w="12700" cap="flat">
              <a:gradFill>
                <a:gsLst>
                  <a:gs pos="100000">
                    <a:schemeClr val="bg1">
                      <a:alpha val="57000"/>
                    </a:schemeClr>
                  </a:gs>
                  <a:gs pos="51000">
                    <a:srgbClr val="FFFFFF">
                      <a:lumMod val="33000"/>
                      <a:lumOff val="67000"/>
                    </a:srgbClr>
                  </a:gs>
                  <a:gs pos="0">
                    <a:schemeClr val="bg1">
                      <a:alpha val="37000"/>
                    </a:schemeClr>
                  </a:gs>
                </a:gsLst>
                <a:lin ang="5400000" scaled="1"/>
              </a:gradFill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0" y="3"/>
              <a:ext cx="2860964" cy="638969"/>
            </a:xfrm>
            <a:custGeom>
              <a:avLst/>
              <a:gdLst>
                <a:gd name="connsiteX0" fmla="*/ 0 w 2860964"/>
                <a:gd name="connsiteY0" fmla="*/ 0 h 638969"/>
                <a:gd name="connsiteX1" fmla="*/ 2004597 w 2860964"/>
                <a:gd name="connsiteY1" fmla="*/ 0 h 638969"/>
                <a:gd name="connsiteX2" fmla="*/ 2193285 w 2860964"/>
                <a:gd name="connsiteY2" fmla="*/ 111216 h 638969"/>
                <a:gd name="connsiteX3" fmla="*/ 2494256 w 2860964"/>
                <a:gd name="connsiteY3" fmla="*/ 496916 h 638969"/>
                <a:gd name="connsiteX4" fmla="*/ 2682945 w 2860964"/>
                <a:gd name="connsiteY4" fmla="*/ 608131 h 638969"/>
                <a:gd name="connsiteX5" fmla="*/ 2860964 w 2860964"/>
                <a:gd name="connsiteY5" fmla="*/ 608131 h 638969"/>
                <a:gd name="connsiteX6" fmla="*/ 2860964 w 2860964"/>
                <a:gd name="connsiteY6" fmla="*/ 638969 h 638969"/>
                <a:gd name="connsiteX7" fmla="*/ 0 w 2860964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60964" h="638969">
                  <a:moveTo>
                    <a:pt x="0" y="0"/>
                  </a:moveTo>
                  <a:lnTo>
                    <a:pt x="2004597" y="0"/>
                  </a:lnTo>
                  <a:cubicBezTo>
                    <a:pt x="2071242" y="0"/>
                    <a:pt x="2136528" y="38480"/>
                    <a:pt x="2193285" y="111216"/>
                  </a:cubicBezTo>
                  <a:lnTo>
                    <a:pt x="2494256" y="496916"/>
                  </a:lnTo>
                  <a:cubicBezTo>
                    <a:pt x="2551013" y="569651"/>
                    <a:pt x="2616300" y="608131"/>
                    <a:pt x="2682945" y="608131"/>
                  </a:cubicBezTo>
                  <a:lnTo>
                    <a:pt x="2860964" y="608131"/>
                  </a:lnTo>
                  <a:lnTo>
                    <a:pt x="2860964" y="638969"/>
                  </a:lnTo>
                  <a:lnTo>
                    <a:pt x="0" y="638969"/>
                  </a:lnTo>
                  <a:close/>
                </a:path>
              </a:pathLst>
            </a:custGeom>
            <a:gradFill>
              <a:gsLst>
                <a:gs pos="0">
                  <a:srgbClr val="E23138"/>
                </a:gs>
                <a:gs pos="100000">
                  <a:srgbClr val="B4171E"/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</p:grpSp>
      <p:sp>
        <p:nvSpPr>
          <p:cNvPr id="29" name="矩形 28"/>
          <p:cNvSpPr/>
          <p:nvPr userDrawn="1"/>
        </p:nvSpPr>
        <p:spPr>
          <a:xfrm>
            <a:off x="0" y="585753"/>
            <a:ext cx="12204000" cy="39600"/>
          </a:xfrm>
          <a:prstGeom prst="rect">
            <a:avLst/>
          </a:prstGeom>
          <a:solidFill>
            <a:srgbClr val="BB1B2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/>
            <a:endParaRPr lang="zh-CN" altLang="en-US" dirty="0">
              <a:solidFill>
                <a:srgbClr val="F9F9F9"/>
              </a:solidFill>
              <a:latin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4867" y="-96324"/>
            <a:ext cx="1108198" cy="7107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475C-99C8-4FA1-8AA6-1866B596ED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86929-BFFE-4B31-891B-73C81BCFB1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加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11889" y="6562048"/>
            <a:ext cx="396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400">
                <a:solidFill>
                  <a:prstClr val="black">
                    <a:tint val="75000"/>
                  </a:prstClr>
                </a:solidFill>
              </a:rPr>
            </a:fld>
            <a:endParaRPr lang="zh-CN" altLang="en-US" sz="1400" dirty="0">
              <a:solidFill>
                <a:prstClr val="black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359" y="807730"/>
            <a:ext cx="11520001" cy="67235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17020" y="122218"/>
            <a:ext cx="10863169" cy="658085"/>
          </a:xfrm>
        </p:spPr>
        <p:txBody>
          <a:bodyPr>
            <a:noAutofit/>
          </a:bodyPr>
          <a:lstStyle>
            <a:lvl1pPr algn="l" defTabSz="1217930" rtl="0" eaLnBrk="1" latinLnBrk="0" hangingPunct="1">
              <a:spcBef>
                <a:spcPct val="0"/>
              </a:spcBef>
              <a:buNone/>
              <a:defRPr lang="zh-CN" altLang="en-US" sz="2800" b="1" kern="1200" baseline="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4260" y="81280"/>
            <a:ext cx="892175" cy="6775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44374" y="6502658"/>
            <a:ext cx="3882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 lang="zh-CN" altLang="en-US" sz="12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860964" y="37493"/>
            <a:ext cx="4651513" cy="598259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-6348"/>
            <a:ext cx="2861292" cy="626954"/>
            <a:chOff x="0" y="-6347"/>
            <a:chExt cx="2861292" cy="645319"/>
          </a:xfrm>
        </p:grpSpPr>
        <p:sp>
          <p:nvSpPr>
            <p:cNvPr id="28" name="任意多边形: 形状 27"/>
            <p:cNvSpPr/>
            <p:nvPr/>
          </p:nvSpPr>
          <p:spPr>
            <a:xfrm>
              <a:off x="1990143" y="-6347"/>
              <a:ext cx="871149" cy="638969"/>
            </a:xfrm>
            <a:custGeom>
              <a:avLst/>
              <a:gdLst>
                <a:gd name="connsiteX0" fmla="*/ 0 w 871149"/>
                <a:gd name="connsiteY0" fmla="*/ 0 h 638969"/>
                <a:gd name="connsiteX1" fmla="*/ 14782 w 871149"/>
                <a:gd name="connsiteY1" fmla="*/ 0 h 638969"/>
                <a:gd name="connsiteX2" fmla="*/ 203470 w 871149"/>
                <a:gd name="connsiteY2" fmla="*/ 111216 h 638969"/>
                <a:gd name="connsiteX3" fmla="*/ 504441 w 871149"/>
                <a:gd name="connsiteY3" fmla="*/ 496916 h 638969"/>
                <a:gd name="connsiteX4" fmla="*/ 693130 w 871149"/>
                <a:gd name="connsiteY4" fmla="*/ 608131 h 638969"/>
                <a:gd name="connsiteX5" fmla="*/ 871149 w 871149"/>
                <a:gd name="connsiteY5" fmla="*/ 608131 h 638969"/>
                <a:gd name="connsiteX6" fmla="*/ 871149 w 871149"/>
                <a:gd name="connsiteY6" fmla="*/ 638969 h 638969"/>
                <a:gd name="connsiteX7" fmla="*/ 0 w 871149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1149" h="638969">
                  <a:moveTo>
                    <a:pt x="0" y="0"/>
                  </a:moveTo>
                  <a:lnTo>
                    <a:pt x="14782" y="0"/>
                  </a:lnTo>
                  <a:cubicBezTo>
                    <a:pt x="81427" y="0"/>
                    <a:pt x="146713" y="38480"/>
                    <a:pt x="203470" y="111216"/>
                  </a:cubicBezTo>
                  <a:lnTo>
                    <a:pt x="504441" y="496916"/>
                  </a:lnTo>
                  <a:cubicBezTo>
                    <a:pt x="561198" y="569651"/>
                    <a:pt x="626485" y="608131"/>
                    <a:pt x="693130" y="608131"/>
                  </a:cubicBezTo>
                  <a:lnTo>
                    <a:pt x="871149" y="608131"/>
                  </a:lnTo>
                  <a:lnTo>
                    <a:pt x="871149" y="638969"/>
                  </a:lnTo>
                  <a:lnTo>
                    <a:pt x="0" y="638969"/>
                  </a:lnTo>
                  <a:close/>
                </a:path>
              </a:pathLst>
            </a:custGeom>
            <a:noFill/>
            <a:ln w="12700" cap="flat">
              <a:gradFill>
                <a:gsLst>
                  <a:gs pos="100000">
                    <a:schemeClr val="bg1">
                      <a:alpha val="57000"/>
                    </a:schemeClr>
                  </a:gs>
                  <a:gs pos="51000">
                    <a:srgbClr val="FFFFFF">
                      <a:lumMod val="33000"/>
                      <a:lumOff val="67000"/>
                    </a:srgbClr>
                  </a:gs>
                  <a:gs pos="0">
                    <a:schemeClr val="bg1">
                      <a:alpha val="37000"/>
                    </a:schemeClr>
                  </a:gs>
                </a:gsLst>
                <a:lin ang="5400000" scaled="1"/>
              </a:gradFill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0" y="3"/>
              <a:ext cx="2860964" cy="638969"/>
            </a:xfrm>
            <a:custGeom>
              <a:avLst/>
              <a:gdLst>
                <a:gd name="connsiteX0" fmla="*/ 0 w 2860964"/>
                <a:gd name="connsiteY0" fmla="*/ 0 h 638969"/>
                <a:gd name="connsiteX1" fmla="*/ 2004597 w 2860964"/>
                <a:gd name="connsiteY1" fmla="*/ 0 h 638969"/>
                <a:gd name="connsiteX2" fmla="*/ 2193285 w 2860964"/>
                <a:gd name="connsiteY2" fmla="*/ 111216 h 638969"/>
                <a:gd name="connsiteX3" fmla="*/ 2494256 w 2860964"/>
                <a:gd name="connsiteY3" fmla="*/ 496916 h 638969"/>
                <a:gd name="connsiteX4" fmla="*/ 2682945 w 2860964"/>
                <a:gd name="connsiteY4" fmla="*/ 608131 h 638969"/>
                <a:gd name="connsiteX5" fmla="*/ 2860964 w 2860964"/>
                <a:gd name="connsiteY5" fmla="*/ 608131 h 638969"/>
                <a:gd name="connsiteX6" fmla="*/ 2860964 w 2860964"/>
                <a:gd name="connsiteY6" fmla="*/ 638969 h 638969"/>
                <a:gd name="connsiteX7" fmla="*/ 0 w 2860964"/>
                <a:gd name="connsiteY7" fmla="*/ 638969 h 638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60964" h="638969">
                  <a:moveTo>
                    <a:pt x="0" y="0"/>
                  </a:moveTo>
                  <a:lnTo>
                    <a:pt x="2004597" y="0"/>
                  </a:lnTo>
                  <a:cubicBezTo>
                    <a:pt x="2071242" y="0"/>
                    <a:pt x="2136528" y="38480"/>
                    <a:pt x="2193285" y="111216"/>
                  </a:cubicBezTo>
                  <a:lnTo>
                    <a:pt x="2494256" y="496916"/>
                  </a:lnTo>
                  <a:cubicBezTo>
                    <a:pt x="2551013" y="569651"/>
                    <a:pt x="2616300" y="608131"/>
                    <a:pt x="2682945" y="608131"/>
                  </a:cubicBezTo>
                  <a:lnTo>
                    <a:pt x="2860964" y="608131"/>
                  </a:lnTo>
                  <a:lnTo>
                    <a:pt x="2860964" y="638969"/>
                  </a:lnTo>
                  <a:lnTo>
                    <a:pt x="0" y="638969"/>
                  </a:lnTo>
                  <a:close/>
                </a:path>
              </a:pathLst>
            </a:custGeom>
            <a:gradFill>
              <a:gsLst>
                <a:gs pos="0">
                  <a:srgbClr val="E23138"/>
                </a:gs>
                <a:gs pos="100000">
                  <a:srgbClr val="B4171E"/>
                </a:gs>
              </a:gsLst>
              <a:lin ang="5400000" scaled="1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anchor="ctr">
              <a:noAutofit/>
            </a:bodyPr>
            <a:lstStyle/>
            <a:p>
              <a:pPr algn="ctr"/>
              <a:endParaRPr lang="zh-CN" altLang="en-US" dirty="0">
                <a:solidFill>
                  <a:srgbClr val="F9F9F9"/>
                </a:solidFill>
                <a:latin typeface="Arial" panose="020B0604020202020204"/>
              </a:endParaRPr>
            </a:p>
          </p:txBody>
        </p:sp>
      </p:grpSp>
      <p:sp>
        <p:nvSpPr>
          <p:cNvPr id="29" name="矩形 28"/>
          <p:cNvSpPr/>
          <p:nvPr userDrawn="1"/>
        </p:nvSpPr>
        <p:spPr>
          <a:xfrm>
            <a:off x="0" y="585954"/>
            <a:ext cx="12204000" cy="39600"/>
          </a:xfrm>
          <a:prstGeom prst="rect">
            <a:avLst/>
          </a:prstGeom>
          <a:solidFill>
            <a:srgbClr val="BB1B2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/>
            <a:endParaRPr lang="zh-CN" altLang="en-US" dirty="0">
              <a:solidFill>
                <a:srgbClr val="F9F9F9"/>
              </a:solidFill>
              <a:latin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5" b="89864" l="8552" r="89990">
                        <a14:foregroundMark x1="61322" y1="35552" x2="60350" y2="38578"/>
                        <a14:foregroundMark x1="79106" y1="24206" x2="75899" y2="27231"/>
                        <a14:foregroundMark x1="72109" y1="28290" x2="72692" y2="32224"/>
                        <a14:foregroundMark x1="73081" y1="28139" x2="70165" y2="31316"/>
                        <a14:foregroundMark x1="74052" y1="29803" x2="70554" y2="32224"/>
                        <a14:foregroundMark x1="72303" y1="36611" x2="66958" y2="41906"/>
                        <a14:foregroundMark x1="68222" y1="38729" x2="66278" y2="42057"/>
                        <a14:foregroundMark x1="68513" y1="41301" x2="67347" y2="42360"/>
                        <a14:foregroundMark x1="61322" y1="68835" x2="62002" y2="69440"/>
                        <a14:foregroundMark x1="69776" y1="71104" x2="71234" y2="73525"/>
                        <a14:foregroundMark x1="75607" y1="70802" x2="75607" y2="70802"/>
                        <a14:foregroundMark x1="82021" y1="66112" x2="80855" y2="67474"/>
                        <a14:foregroundMark x1="8941" y1="81694" x2="8552" y2="844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79125" y="-48162"/>
            <a:ext cx="1065249" cy="68391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68559" tIns="34280" rIns="68559" bIns="3428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68559" tIns="34280" rIns="68559" bIns="3428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68559" tIns="34280" rIns="68559" bIns="3428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fld id="{D5DDBE9D-0EAE-4BF9-9976-992BCF72F4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08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96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8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客户经营：夯基行动三开波次视图</a:t>
            </a:r>
            <a:endParaRPr lang="zh-CN" altLang="en-US" dirty="0"/>
          </a:p>
        </p:txBody>
      </p:sp>
      <p:sp>
        <p:nvSpPr>
          <p:cNvPr id="8" name="矩形: 圆角 54"/>
          <p:cNvSpPr/>
          <p:nvPr/>
        </p:nvSpPr>
        <p:spPr>
          <a:xfrm>
            <a:off x="179705" y="2097405"/>
            <a:ext cx="11807825" cy="3710305"/>
          </a:xfrm>
          <a:prstGeom prst="roundRect">
            <a:avLst>
              <a:gd name="adj" fmla="val 1963"/>
            </a:avLst>
          </a:prstGeom>
          <a:noFill/>
          <a:ln w="6350" cap="flat" cmpd="sng" algn="ctr">
            <a:gradFill flip="none" rotWithShape="1">
              <a:gsLst>
                <a:gs pos="25000">
                  <a:srgbClr val="D6001F">
                    <a:alpha val="0"/>
                  </a:srgbClr>
                </a:gs>
                <a:gs pos="0">
                  <a:srgbClr val="D6001F">
                    <a:alpha val="30000"/>
                  </a:srgbClr>
                </a:gs>
                <a:gs pos="50000">
                  <a:srgbClr val="D6001F">
                    <a:alpha val="0"/>
                  </a:srgbClr>
                </a:gs>
                <a:gs pos="75000">
                  <a:srgbClr val="D6001F">
                    <a:alpha val="0"/>
                  </a:srgbClr>
                </a:gs>
                <a:gs pos="100000">
                  <a:srgbClr val="D6001F">
                    <a:alpha val="31000"/>
                  </a:srgbClr>
                </a:gs>
              </a:gsLst>
              <a:lin ang="10800000" scaled="1"/>
              <a:tileRect/>
            </a:gradFill>
            <a:prstDash val="solid"/>
          </a:ln>
          <a:effectLst>
            <a:outerShdw blurRad="241300" dist="127000" dir="2700000" sx="101000" sy="101000" algn="tl" rotWithShape="0">
              <a:srgbClr val="FF0000">
                <a:alpha val="2000"/>
              </a:srgb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457200"/>
            <a:endParaRPr lang="zh-CN" altLang="en-US" dirty="0">
              <a:sym typeface="+mn-lt"/>
            </a:endParaRPr>
          </a:p>
        </p:txBody>
      </p:sp>
      <p:sp>
        <p:nvSpPr>
          <p:cNvPr id="9" name="文本占位符 3"/>
          <p:cNvSpPr txBox="1"/>
          <p:nvPr/>
        </p:nvSpPr>
        <p:spPr>
          <a:xfrm>
            <a:off x="305435" y="918210"/>
            <a:ext cx="11581130" cy="777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sz="24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4480" marR="0" lvl="0" indent="-284480" algn="ctr" defTabSz="914400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锚定存量收入保有率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105%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目标，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聚焦两类市场，</a:t>
            </a:r>
            <a:r>
              <a:rPr lang="zh-CN" altLang="en-US" sz="1600" dirty="0">
                <a:sym typeface="+mn-ea"/>
              </a:rPr>
              <a:t>全年围绕</a:t>
            </a:r>
            <a:r>
              <a:rPr lang="zh-CN" altLang="en-US" sz="1600" dirty="0">
                <a:solidFill>
                  <a:srgbClr val="C00000"/>
                </a:solidFill>
                <a:sym typeface="+mn-ea"/>
              </a:rPr>
              <a:t>提拓保压</a:t>
            </a:r>
            <a:r>
              <a:rPr lang="zh-CN" altLang="en-US" sz="1600" dirty="0">
                <a:sym typeface="+mn-ea"/>
              </a:rPr>
              <a:t>清晰二三四级目录，</a:t>
            </a:r>
            <a:endParaRPr lang="zh-CN" altLang="en-US" sz="1600" dirty="0">
              <a:sym typeface="+mn-ea"/>
            </a:endParaRPr>
          </a:p>
          <a:p>
            <a:pPr marL="284480" marR="0" lvl="0" indent="-284480" algn="ctr" defTabSz="914400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体系化推进</a:t>
            </a:r>
            <a:r>
              <a:rPr lang="zh-CN" altLang="en-US" sz="16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公众</a:t>
            </a:r>
            <a:r>
              <a:rPr lang="zh-CN" altLang="en-US" sz="1600" dirty="0">
                <a:solidFill>
                  <a:srgbClr val="C00000"/>
                </a:solidFill>
                <a:cs typeface="微软雅黑" panose="020B0503020204020204" charset="-122"/>
                <a:sym typeface="+mn-ea"/>
              </a:rPr>
              <a:t>“</a:t>
            </a:r>
            <a:r>
              <a:rPr lang="en-US" altLang="zh-CN" sz="1600" dirty="0">
                <a:solidFill>
                  <a:srgbClr val="C00000"/>
                </a:solidFill>
                <a:cs typeface="微软雅黑" panose="020B0503020204020204" charset="-122"/>
                <a:sym typeface="+mn-ea"/>
              </a:rPr>
              <a:t>442</a:t>
            </a:r>
            <a:r>
              <a:rPr lang="zh-CN" altLang="en-US" sz="1600" dirty="0">
                <a:solidFill>
                  <a:srgbClr val="C00000"/>
                </a:solidFill>
                <a:cs typeface="微软雅黑" panose="020B0503020204020204" charset="-122"/>
                <a:sym typeface="+mn-ea"/>
              </a:rPr>
              <a:t>”、政企“</a:t>
            </a:r>
            <a:r>
              <a:rPr lang="en-US" altLang="zh-CN" sz="1600" dirty="0">
                <a:solidFill>
                  <a:srgbClr val="C00000"/>
                </a:solidFill>
                <a:cs typeface="微软雅黑" panose="020B0503020204020204" charset="-122"/>
                <a:sym typeface="+mn-ea"/>
              </a:rPr>
              <a:t>433</a:t>
            </a:r>
            <a:r>
              <a:rPr lang="zh-CN" altLang="en-US" sz="1600" dirty="0">
                <a:solidFill>
                  <a:srgbClr val="C00000"/>
                </a:solidFill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solidFill>
                  <a:prstClr val="black"/>
                </a:solidFill>
                <a:cs typeface="微软雅黑" panose="020B0503020204020204" charset="-122"/>
                <a:sym typeface="+mn-ea"/>
              </a:rPr>
              <a:t>活动，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奋力夺取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年一季度开门红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8460" y="3443605"/>
            <a:ext cx="5001260" cy="1406525"/>
            <a:chOff x="626166" y="3737857"/>
            <a:chExt cx="6932934" cy="1406233"/>
          </a:xfrm>
        </p:grpSpPr>
        <p:sp>
          <p:nvSpPr>
            <p:cNvPr id="11" name="矩形 10"/>
            <p:cNvSpPr/>
            <p:nvPr/>
          </p:nvSpPr>
          <p:spPr>
            <a:xfrm>
              <a:off x="629214" y="3906876"/>
              <a:ext cx="6929886" cy="1237214"/>
            </a:xfrm>
            <a:prstGeom prst="rect">
              <a:avLst/>
            </a:prstGeom>
            <a:gradFill>
              <a:gsLst>
                <a:gs pos="0">
                  <a:srgbClr val="FF0000">
                    <a:alpha val="9000"/>
                  </a:srgbClr>
                </a:gs>
                <a:gs pos="100000">
                  <a:srgbClr val="FF0000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1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26166" y="3737857"/>
              <a:ext cx="6932934" cy="249128"/>
              <a:chOff x="278090" y="6208341"/>
              <a:chExt cx="11598061" cy="430277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58775" y="6535767"/>
                <a:ext cx="11436985" cy="102847"/>
              </a:xfrm>
              <a:prstGeom prst="rect">
                <a:avLst/>
              </a:prstGeom>
              <a:gradFill>
                <a:gsLst>
                  <a:gs pos="50000">
                    <a:schemeClr val="bg1"/>
                  </a:gs>
                  <a:gs pos="1399">
                    <a:srgbClr val="F98384"/>
                  </a:gs>
                  <a:gs pos="99301">
                    <a:srgbClr val="F98384"/>
                  </a:gs>
                </a:gsLst>
                <a:lin ang="0" scaled="0"/>
              </a:gra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任意多边形: 形状 24"/>
              <p:cNvSpPr/>
              <p:nvPr/>
            </p:nvSpPr>
            <p:spPr>
              <a:xfrm>
                <a:off x="280642" y="6208341"/>
                <a:ext cx="11589089" cy="327429"/>
              </a:xfrm>
              <a:custGeom>
                <a:avLst/>
                <a:gdLst>
                  <a:gd name="connsiteX0" fmla="*/ 0 w 11582400"/>
                  <a:gd name="connsiteY0" fmla="*/ 60960 h 162560"/>
                  <a:gd name="connsiteX1" fmla="*/ 81280 w 11582400"/>
                  <a:gd name="connsiteY1" fmla="*/ 162560 h 162560"/>
                  <a:gd name="connsiteX2" fmla="*/ 11511280 w 11582400"/>
                  <a:gd name="connsiteY2" fmla="*/ 162560 h 162560"/>
                  <a:gd name="connsiteX3" fmla="*/ 11582400 w 11582400"/>
                  <a:gd name="connsiteY3" fmla="*/ 101600 h 162560"/>
                  <a:gd name="connsiteX4" fmla="*/ 11399520 w 11582400"/>
                  <a:gd name="connsiteY4" fmla="*/ 0 h 162560"/>
                  <a:gd name="connsiteX5" fmla="*/ 193040 w 11582400"/>
                  <a:gd name="connsiteY5" fmla="*/ 0 h 162560"/>
                  <a:gd name="connsiteX6" fmla="*/ 0 w 11582400"/>
                  <a:gd name="connsiteY6" fmla="*/ 60960 h 162560"/>
                  <a:gd name="connsiteX0-1" fmla="*/ 0 w 11582400"/>
                  <a:gd name="connsiteY0-2" fmla="*/ 110104 h 162560"/>
                  <a:gd name="connsiteX1-3" fmla="*/ 81280 w 11582400"/>
                  <a:gd name="connsiteY1-4" fmla="*/ 162560 h 162560"/>
                  <a:gd name="connsiteX2-5" fmla="*/ 11511280 w 11582400"/>
                  <a:gd name="connsiteY2-6" fmla="*/ 162560 h 162560"/>
                  <a:gd name="connsiteX3-7" fmla="*/ 11582400 w 11582400"/>
                  <a:gd name="connsiteY3-8" fmla="*/ 101600 h 162560"/>
                  <a:gd name="connsiteX4-9" fmla="*/ 11399520 w 11582400"/>
                  <a:gd name="connsiteY4-10" fmla="*/ 0 h 162560"/>
                  <a:gd name="connsiteX5-11" fmla="*/ 193040 w 11582400"/>
                  <a:gd name="connsiteY5-12" fmla="*/ 0 h 162560"/>
                  <a:gd name="connsiteX6-13" fmla="*/ 0 w 11582400"/>
                  <a:gd name="connsiteY6-14" fmla="*/ 110104 h 162560"/>
                  <a:gd name="connsiteX0-15" fmla="*/ 0 w 11582400"/>
                  <a:gd name="connsiteY0-16" fmla="*/ 110104 h 162560"/>
                  <a:gd name="connsiteX1-17" fmla="*/ 81280 w 11582400"/>
                  <a:gd name="connsiteY1-18" fmla="*/ 136919 h 162560"/>
                  <a:gd name="connsiteX2-19" fmla="*/ 11511280 w 11582400"/>
                  <a:gd name="connsiteY2-20" fmla="*/ 162560 h 162560"/>
                  <a:gd name="connsiteX3-21" fmla="*/ 11582400 w 11582400"/>
                  <a:gd name="connsiteY3-22" fmla="*/ 101600 h 162560"/>
                  <a:gd name="connsiteX4-23" fmla="*/ 11399520 w 11582400"/>
                  <a:gd name="connsiteY4-24" fmla="*/ 0 h 162560"/>
                  <a:gd name="connsiteX5-25" fmla="*/ 193040 w 11582400"/>
                  <a:gd name="connsiteY5-26" fmla="*/ 0 h 162560"/>
                  <a:gd name="connsiteX6-27" fmla="*/ 0 w 11582400"/>
                  <a:gd name="connsiteY6-28" fmla="*/ 110104 h 162560"/>
                  <a:gd name="connsiteX0-29" fmla="*/ 0 w 11582400"/>
                  <a:gd name="connsiteY0-30" fmla="*/ 110104 h 137721"/>
                  <a:gd name="connsiteX1-31" fmla="*/ 81280 w 11582400"/>
                  <a:gd name="connsiteY1-32" fmla="*/ 136919 h 137721"/>
                  <a:gd name="connsiteX2-33" fmla="*/ 11511280 w 11582400"/>
                  <a:gd name="connsiteY2-34" fmla="*/ 137721 h 137721"/>
                  <a:gd name="connsiteX3-35" fmla="*/ 11582400 w 11582400"/>
                  <a:gd name="connsiteY3-36" fmla="*/ 101600 h 137721"/>
                  <a:gd name="connsiteX4-37" fmla="*/ 11399520 w 11582400"/>
                  <a:gd name="connsiteY4-38" fmla="*/ 0 h 137721"/>
                  <a:gd name="connsiteX5-39" fmla="*/ 193040 w 11582400"/>
                  <a:gd name="connsiteY5-40" fmla="*/ 0 h 137721"/>
                  <a:gd name="connsiteX6-41" fmla="*/ 0 w 11582400"/>
                  <a:gd name="connsiteY6-42" fmla="*/ 110104 h 137721"/>
                  <a:gd name="connsiteX0-43" fmla="*/ 0 w 11590021"/>
                  <a:gd name="connsiteY0-44" fmla="*/ 110104 h 137721"/>
                  <a:gd name="connsiteX1-45" fmla="*/ 81280 w 11590021"/>
                  <a:gd name="connsiteY1-46" fmla="*/ 136919 h 137721"/>
                  <a:gd name="connsiteX2-47" fmla="*/ 11511280 w 11590021"/>
                  <a:gd name="connsiteY2-48" fmla="*/ 137721 h 137721"/>
                  <a:gd name="connsiteX3-49" fmla="*/ 11590021 w 11590021"/>
                  <a:gd name="connsiteY3-50" fmla="*/ 109613 h 137721"/>
                  <a:gd name="connsiteX4-51" fmla="*/ 11399520 w 11590021"/>
                  <a:gd name="connsiteY4-52" fmla="*/ 0 h 137721"/>
                  <a:gd name="connsiteX5-53" fmla="*/ 193040 w 11590021"/>
                  <a:gd name="connsiteY5-54" fmla="*/ 0 h 137721"/>
                  <a:gd name="connsiteX6-55" fmla="*/ 0 w 11590021"/>
                  <a:gd name="connsiteY6-56" fmla="*/ 110104 h 13772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11590021" h="137721">
                    <a:moveTo>
                      <a:pt x="0" y="110104"/>
                    </a:moveTo>
                    <a:lnTo>
                      <a:pt x="81280" y="136919"/>
                    </a:lnTo>
                    <a:lnTo>
                      <a:pt x="11511280" y="137721"/>
                    </a:lnTo>
                    <a:lnTo>
                      <a:pt x="11590021" y="109613"/>
                    </a:lnTo>
                    <a:lnTo>
                      <a:pt x="11399520" y="0"/>
                    </a:lnTo>
                    <a:lnTo>
                      <a:pt x="193040" y="0"/>
                    </a:lnTo>
                    <a:lnTo>
                      <a:pt x="0" y="110104"/>
                    </a:lnTo>
                    <a:close/>
                  </a:path>
                </a:pathLst>
              </a:custGeom>
              <a:gradFill>
                <a:gsLst>
                  <a:gs pos="35000">
                    <a:srgbClr val="FF0000">
                      <a:alpha val="0"/>
                    </a:srgbClr>
                  </a:gs>
                  <a:gs pos="100000">
                    <a:srgbClr val="C00000">
                      <a:alpha val="800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10000">
                      <a:srgbClr val="FF0000">
                        <a:alpha val="0"/>
                      </a:srgbClr>
                    </a:gs>
                    <a:gs pos="100000">
                      <a:srgbClr val="C00000">
                        <a:alpha val="31000"/>
                      </a:srgbClr>
                    </a:gs>
                  </a:gsLst>
                  <a:lin ang="5400000" scaled="1"/>
                </a:gra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阿里巴巴普惠体 R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任意多边形: 形状 25"/>
              <p:cNvSpPr/>
              <p:nvPr/>
            </p:nvSpPr>
            <p:spPr>
              <a:xfrm>
                <a:off x="278090" y="6473518"/>
                <a:ext cx="80686" cy="165100"/>
              </a:xfrm>
              <a:custGeom>
                <a:avLst/>
                <a:gdLst>
                  <a:gd name="connsiteX0" fmla="*/ 0 w 81280"/>
                  <a:gd name="connsiteY0" fmla="*/ 0 h 172720"/>
                  <a:gd name="connsiteX1" fmla="*/ 81280 w 81280"/>
                  <a:gd name="connsiteY1" fmla="*/ 71120 h 172720"/>
                  <a:gd name="connsiteX2" fmla="*/ 81280 w 81280"/>
                  <a:gd name="connsiteY2" fmla="*/ 172720 h 172720"/>
                  <a:gd name="connsiteX3" fmla="*/ 5080 w 81280"/>
                  <a:gd name="connsiteY3" fmla="*/ 111760 h 172720"/>
                  <a:gd name="connsiteX4" fmla="*/ 0 w 81280"/>
                  <a:gd name="connsiteY4" fmla="*/ 0 h 172720"/>
                  <a:gd name="connsiteX0-1" fmla="*/ 0 w 77470"/>
                  <a:gd name="connsiteY0-2" fmla="*/ 0 h 168910"/>
                  <a:gd name="connsiteX1-3" fmla="*/ 77470 w 77470"/>
                  <a:gd name="connsiteY1-4" fmla="*/ 67310 h 168910"/>
                  <a:gd name="connsiteX2-5" fmla="*/ 77470 w 77470"/>
                  <a:gd name="connsiteY2-6" fmla="*/ 168910 h 168910"/>
                  <a:gd name="connsiteX3-7" fmla="*/ 1270 w 77470"/>
                  <a:gd name="connsiteY3-8" fmla="*/ 107950 h 168910"/>
                  <a:gd name="connsiteX4-9" fmla="*/ 0 w 77470"/>
                  <a:gd name="connsiteY4-10" fmla="*/ 0 h 168910"/>
                  <a:gd name="connsiteX0-11" fmla="*/ 613 w 76282"/>
                  <a:gd name="connsiteY0-12" fmla="*/ 0 h 165100"/>
                  <a:gd name="connsiteX1-13" fmla="*/ 76282 w 76282"/>
                  <a:gd name="connsiteY1-14" fmla="*/ 63500 h 165100"/>
                  <a:gd name="connsiteX2-15" fmla="*/ 76282 w 76282"/>
                  <a:gd name="connsiteY2-16" fmla="*/ 165100 h 165100"/>
                  <a:gd name="connsiteX3-17" fmla="*/ 82 w 76282"/>
                  <a:gd name="connsiteY3-18" fmla="*/ 104140 h 165100"/>
                  <a:gd name="connsiteX4-19" fmla="*/ 613 w 76282"/>
                  <a:gd name="connsiteY4-20" fmla="*/ 0 h 1651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6282" h="165100">
                    <a:moveTo>
                      <a:pt x="613" y="0"/>
                    </a:moveTo>
                    <a:lnTo>
                      <a:pt x="76282" y="63500"/>
                    </a:lnTo>
                    <a:lnTo>
                      <a:pt x="76282" y="165100"/>
                    </a:lnTo>
                    <a:lnTo>
                      <a:pt x="82" y="104140"/>
                    </a:lnTo>
                    <a:cubicBezTo>
                      <a:pt x="-341" y="68157"/>
                      <a:pt x="1036" y="35983"/>
                      <a:pt x="613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0000">
                      <a:alpha val="12000"/>
                    </a:srgbClr>
                  </a:gs>
                  <a:gs pos="0">
                    <a:srgbClr val="F98384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任意多边形: 形状 26"/>
              <p:cNvSpPr/>
              <p:nvPr/>
            </p:nvSpPr>
            <p:spPr>
              <a:xfrm flipH="1">
                <a:off x="11795465" y="6473518"/>
                <a:ext cx="80686" cy="165100"/>
              </a:xfrm>
              <a:custGeom>
                <a:avLst/>
                <a:gdLst>
                  <a:gd name="connsiteX0" fmla="*/ 0 w 81280"/>
                  <a:gd name="connsiteY0" fmla="*/ 0 h 172720"/>
                  <a:gd name="connsiteX1" fmla="*/ 81280 w 81280"/>
                  <a:gd name="connsiteY1" fmla="*/ 71120 h 172720"/>
                  <a:gd name="connsiteX2" fmla="*/ 81280 w 81280"/>
                  <a:gd name="connsiteY2" fmla="*/ 172720 h 172720"/>
                  <a:gd name="connsiteX3" fmla="*/ 5080 w 81280"/>
                  <a:gd name="connsiteY3" fmla="*/ 111760 h 172720"/>
                  <a:gd name="connsiteX4" fmla="*/ 0 w 81280"/>
                  <a:gd name="connsiteY4" fmla="*/ 0 h 172720"/>
                  <a:gd name="connsiteX0-1" fmla="*/ 0 w 77470"/>
                  <a:gd name="connsiteY0-2" fmla="*/ 0 h 168910"/>
                  <a:gd name="connsiteX1-3" fmla="*/ 77470 w 77470"/>
                  <a:gd name="connsiteY1-4" fmla="*/ 67310 h 168910"/>
                  <a:gd name="connsiteX2-5" fmla="*/ 77470 w 77470"/>
                  <a:gd name="connsiteY2-6" fmla="*/ 168910 h 168910"/>
                  <a:gd name="connsiteX3-7" fmla="*/ 1270 w 77470"/>
                  <a:gd name="connsiteY3-8" fmla="*/ 107950 h 168910"/>
                  <a:gd name="connsiteX4-9" fmla="*/ 0 w 77470"/>
                  <a:gd name="connsiteY4-10" fmla="*/ 0 h 168910"/>
                  <a:gd name="connsiteX0-11" fmla="*/ 613 w 76282"/>
                  <a:gd name="connsiteY0-12" fmla="*/ 0 h 165100"/>
                  <a:gd name="connsiteX1-13" fmla="*/ 76282 w 76282"/>
                  <a:gd name="connsiteY1-14" fmla="*/ 63500 h 165100"/>
                  <a:gd name="connsiteX2-15" fmla="*/ 76282 w 76282"/>
                  <a:gd name="connsiteY2-16" fmla="*/ 165100 h 165100"/>
                  <a:gd name="connsiteX3-17" fmla="*/ 82 w 76282"/>
                  <a:gd name="connsiteY3-18" fmla="*/ 104140 h 165100"/>
                  <a:gd name="connsiteX4-19" fmla="*/ 613 w 76282"/>
                  <a:gd name="connsiteY4-20" fmla="*/ 0 h 1651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6282" h="165100">
                    <a:moveTo>
                      <a:pt x="613" y="0"/>
                    </a:moveTo>
                    <a:lnTo>
                      <a:pt x="76282" y="63500"/>
                    </a:lnTo>
                    <a:lnTo>
                      <a:pt x="76282" y="165100"/>
                    </a:lnTo>
                    <a:lnTo>
                      <a:pt x="82" y="104140"/>
                    </a:lnTo>
                    <a:cubicBezTo>
                      <a:pt x="-341" y="68157"/>
                      <a:pt x="1036" y="35983"/>
                      <a:pt x="613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0000">
                      <a:alpha val="12000"/>
                    </a:srgbClr>
                  </a:gs>
                  <a:gs pos="0">
                    <a:srgbClr val="F98384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cxnSp>
        <p:nvCxnSpPr>
          <p:cNvPr id="17" name="直接连接符 16"/>
          <p:cNvCxnSpPr/>
          <p:nvPr/>
        </p:nvCxnSpPr>
        <p:spPr>
          <a:xfrm>
            <a:off x="7350652" y="4980946"/>
            <a:ext cx="0" cy="602407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403914" y="2008144"/>
            <a:ext cx="6976649" cy="281009"/>
            <a:chOff x="836407" y="2212492"/>
            <a:chExt cx="4750554" cy="157166"/>
          </a:xfrm>
        </p:grpSpPr>
        <p:sp>
          <p:nvSpPr>
            <p:cNvPr id="19" name="任意多边形: 形状 441"/>
            <p:cNvSpPr/>
            <p:nvPr/>
          </p:nvSpPr>
          <p:spPr>
            <a:xfrm>
              <a:off x="836407" y="2248951"/>
              <a:ext cx="712436" cy="58783"/>
            </a:xfrm>
            <a:custGeom>
              <a:avLst/>
              <a:gdLst>
                <a:gd name="connsiteX0" fmla="*/ 0 w 515983"/>
                <a:gd name="connsiteY0" fmla="*/ 0 h 58783"/>
                <a:gd name="connsiteX1" fmla="*/ 457200 w 515983"/>
                <a:gd name="connsiteY1" fmla="*/ 0 h 58783"/>
                <a:gd name="connsiteX2" fmla="*/ 515983 w 515983"/>
                <a:gd name="connsiteY2" fmla="*/ 58783 h 58783"/>
                <a:gd name="connsiteX0-1" fmla="*/ 0 w 820041"/>
                <a:gd name="connsiteY0-2" fmla="*/ 2540 h 58783"/>
                <a:gd name="connsiteX1-3" fmla="*/ 761258 w 820041"/>
                <a:gd name="connsiteY1-4" fmla="*/ 0 h 58783"/>
                <a:gd name="connsiteX2-5" fmla="*/ 820041 w 820041"/>
                <a:gd name="connsiteY2-6" fmla="*/ 58783 h 587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820041" h="58783">
                  <a:moveTo>
                    <a:pt x="0" y="2540"/>
                  </a:moveTo>
                  <a:lnTo>
                    <a:pt x="761258" y="0"/>
                  </a:lnTo>
                  <a:lnTo>
                    <a:pt x="820041" y="58783"/>
                  </a:lnTo>
                </a:path>
              </a:pathLst>
            </a:custGeom>
            <a:noFill/>
            <a:ln w="9525" cap="flat" cmpd="sng" algn="ctr">
              <a:gradFill flip="none" rotWithShape="1">
                <a:gsLst>
                  <a:gs pos="0">
                    <a:srgbClr val="FF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1"/>
                <a:tileRect/>
              </a:gradFill>
              <a:prstDash val="solid"/>
              <a:miter lim="800000"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525052" y="2248951"/>
              <a:ext cx="47582" cy="54769"/>
            </a:xfrm>
            <a:prstGeom prst="line">
              <a:avLst/>
            </a:prstGeom>
            <a:noFill/>
            <a:ln w="9525" cap="flat" cmpd="sng" algn="ctr">
              <a:gradFill flip="none" rotWithShape="1">
                <a:gsLst>
                  <a:gs pos="8000">
                    <a:schemeClr val="accent6">
                      <a:lumMod val="12000"/>
                      <a:lumOff val="88000"/>
                    </a:schemeClr>
                  </a:gs>
                  <a:gs pos="100000">
                    <a:srgbClr val="C00000"/>
                  </a:gs>
                </a:gsLst>
                <a:lin ang="0" scaled="1"/>
                <a:tileRect/>
              </a:gradFill>
              <a:prstDash val="solid"/>
              <a:miter lim="800000"/>
            </a:ln>
          </p:spPr>
        </p:cxnSp>
        <p:sp>
          <p:nvSpPr>
            <p:cNvPr id="29" name="梯形 28"/>
            <p:cNvSpPr/>
            <p:nvPr/>
          </p:nvSpPr>
          <p:spPr>
            <a:xfrm flipV="1">
              <a:off x="1546649" y="2212492"/>
              <a:ext cx="3596751" cy="157166"/>
            </a:xfrm>
            <a:prstGeom prst="trapezoid">
              <a:avLst>
                <a:gd name="adj" fmla="val 82709"/>
              </a:avLst>
            </a:prstGeom>
            <a:gradFill flip="none" rotWithShape="1">
              <a:gsLst>
                <a:gs pos="0">
                  <a:srgbClr val="FDF9F9">
                    <a:alpha val="14000"/>
                  </a:srgbClr>
                </a:gs>
                <a:gs pos="87000">
                  <a:srgbClr val="FDF9F9">
                    <a:lumMod val="99000"/>
                  </a:srgbClr>
                </a:gs>
              </a:gsLst>
              <a:lin ang="16200000" scaled="1"/>
              <a:tileRect/>
            </a:gradFill>
            <a:ln w="3175" cap="flat" cmpd="sng" algn="ctr">
              <a:gradFill flip="none" rotWithShape="1">
                <a:gsLst>
                  <a:gs pos="29100">
                    <a:srgbClr val="FFC000">
                      <a:lumMod val="39000"/>
                      <a:lumOff val="61000"/>
                    </a:srgbClr>
                  </a:gs>
                  <a:gs pos="0">
                    <a:srgbClr val="FDF9F9">
                      <a:lumMod val="48000"/>
                      <a:lumOff val="52000"/>
                    </a:srgbClr>
                  </a:gs>
                  <a:gs pos="100000">
                    <a:srgbClr val="C00000">
                      <a:lumMod val="96000"/>
                      <a:lumOff val="4000"/>
                    </a:srgb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/>
          </p:spPr>
          <p:txBody>
            <a:bodyPr lIns="91431" tIns="45716" rIns="91431" bIns="45716" rtlCol="0" anchor="ctr"/>
            <a:lstStyle/>
            <a:p>
              <a:pPr marL="0" marR="0" lvl="0" indent="0" algn="ctr" defTabSz="76835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 flipH="1">
              <a:off x="5114894" y="2248951"/>
              <a:ext cx="472067" cy="58783"/>
              <a:chOff x="1100567" y="2248951"/>
              <a:chExt cx="472067" cy="58783"/>
            </a:xfrm>
          </p:grpSpPr>
          <p:sp>
            <p:nvSpPr>
              <p:cNvPr id="31" name="任意多边形: 形状 445"/>
              <p:cNvSpPr/>
              <p:nvPr/>
            </p:nvSpPr>
            <p:spPr>
              <a:xfrm>
                <a:off x="1100567" y="2248951"/>
                <a:ext cx="448276" cy="58783"/>
              </a:xfrm>
              <a:custGeom>
                <a:avLst/>
                <a:gdLst>
                  <a:gd name="connsiteX0" fmla="*/ 0 w 515983"/>
                  <a:gd name="connsiteY0" fmla="*/ 0 h 58783"/>
                  <a:gd name="connsiteX1" fmla="*/ 457200 w 515983"/>
                  <a:gd name="connsiteY1" fmla="*/ 0 h 58783"/>
                  <a:gd name="connsiteX2" fmla="*/ 515983 w 515983"/>
                  <a:gd name="connsiteY2" fmla="*/ 58783 h 58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5983" h="58783">
                    <a:moveTo>
                      <a:pt x="0" y="0"/>
                    </a:moveTo>
                    <a:lnTo>
                      <a:pt x="457200" y="0"/>
                    </a:lnTo>
                    <a:lnTo>
                      <a:pt x="515983" y="58783"/>
                    </a:lnTo>
                  </a:path>
                </a:pathLst>
              </a:custGeom>
              <a:noFill/>
              <a:ln w="9525" cap="flat" cmpd="sng" algn="ctr">
                <a:gradFill flip="none" rotWithShape="1">
                  <a:gsLst>
                    <a:gs pos="0">
                      <a:srgbClr val="FF0000">
                        <a:alpha val="0"/>
                      </a:srgbClr>
                    </a:gs>
                    <a:gs pos="100000">
                      <a:srgbClr val="C00000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>
                <a:off x="1525052" y="2248951"/>
                <a:ext cx="47582" cy="54769"/>
              </a:xfrm>
              <a:prstGeom prst="line">
                <a:avLst/>
              </a:prstGeom>
              <a:noFill/>
              <a:ln w="9525" cap="flat" cmpd="sng" algn="ctr">
                <a:gradFill flip="none" rotWithShape="1">
                  <a:gsLst>
                    <a:gs pos="8000">
                      <a:schemeClr val="accent6">
                        <a:lumMod val="12000"/>
                        <a:lumOff val="88000"/>
                      </a:schemeClr>
                    </a:gs>
                    <a:gs pos="100000">
                      <a:srgbClr val="C00000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</p:spPr>
          </p:cxnSp>
        </p:grpSp>
      </p:grpSp>
      <p:sp>
        <p:nvSpPr>
          <p:cNvPr id="33" name="文本框 32"/>
          <p:cNvSpPr txBox="1"/>
          <p:nvPr/>
        </p:nvSpPr>
        <p:spPr>
          <a:xfrm>
            <a:off x="2120055" y="3189073"/>
            <a:ext cx="1580330" cy="430883"/>
          </a:xfrm>
          <a:prstGeom prst="rect">
            <a:avLst/>
          </a:prstGeom>
          <a:noFill/>
        </p:spPr>
        <p:txBody>
          <a:bodyPr wrap="square" lIns="91426" tIns="45718" rIns="91426" bIns="45718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9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公众市场</a:t>
            </a:r>
            <a:endParaRPr kumimoji="0" lang="zh-CN" altLang="en-US" sz="22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4" name="KSO_Shape"/>
          <p:cNvSpPr/>
          <p:nvPr/>
        </p:nvSpPr>
        <p:spPr bwMode="auto">
          <a:xfrm>
            <a:off x="1947219" y="3264463"/>
            <a:ext cx="333702" cy="227474"/>
          </a:xfrm>
          <a:custGeom>
            <a:avLst/>
            <a:gdLst/>
            <a:ahLst/>
            <a:cxnLst/>
            <a:rect l="0" t="0" r="r" b="b"/>
            <a:pathLst>
              <a:path w="2608263" h="1778000">
                <a:moveTo>
                  <a:pt x="1956693" y="381000"/>
                </a:moveTo>
                <a:lnTo>
                  <a:pt x="1966217" y="381397"/>
                </a:lnTo>
                <a:lnTo>
                  <a:pt x="1975740" y="382192"/>
                </a:lnTo>
                <a:lnTo>
                  <a:pt x="1986057" y="382986"/>
                </a:lnTo>
                <a:lnTo>
                  <a:pt x="1995581" y="384575"/>
                </a:lnTo>
                <a:lnTo>
                  <a:pt x="2005501" y="386562"/>
                </a:lnTo>
                <a:lnTo>
                  <a:pt x="2015819" y="388548"/>
                </a:lnTo>
                <a:lnTo>
                  <a:pt x="2025739" y="391726"/>
                </a:lnTo>
                <a:lnTo>
                  <a:pt x="2035263" y="394904"/>
                </a:lnTo>
                <a:lnTo>
                  <a:pt x="2045580" y="398876"/>
                </a:lnTo>
                <a:lnTo>
                  <a:pt x="2055500" y="403246"/>
                </a:lnTo>
                <a:lnTo>
                  <a:pt x="2065421" y="408807"/>
                </a:lnTo>
                <a:lnTo>
                  <a:pt x="2075738" y="414766"/>
                </a:lnTo>
                <a:lnTo>
                  <a:pt x="2101927" y="438998"/>
                </a:lnTo>
                <a:lnTo>
                  <a:pt x="2143990" y="446149"/>
                </a:lnTo>
                <a:lnTo>
                  <a:pt x="2147958" y="448929"/>
                </a:lnTo>
                <a:lnTo>
                  <a:pt x="2151926" y="452107"/>
                </a:lnTo>
                <a:lnTo>
                  <a:pt x="2155497" y="455683"/>
                </a:lnTo>
                <a:lnTo>
                  <a:pt x="2158672" y="459655"/>
                </a:lnTo>
                <a:lnTo>
                  <a:pt x="2161847" y="464025"/>
                </a:lnTo>
                <a:lnTo>
                  <a:pt x="2164624" y="468395"/>
                </a:lnTo>
                <a:lnTo>
                  <a:pt x="2169783" y="477531"/>
                </a:lnTo>
                <a:lnTo>
                  <a:pt x="2173751" y="485874"/>
                </a:lnTo>
                <a:lnTo>
                  <a:pt x="2176529" y="493024"/>
                </a:lnTo>
                <a:lnTo>
                  <a:pt x="2179306" y="499380"/>
                </a:lnTo>
                <a:lnTo>
                  <a:pt x="2182878" y="516064"/>
                </a:lnTo>
                <a:lnTo>
                  <a:pt x="2186052" y="532749"/>
                </a:lnTo>
                <a:lnTo>
                  <a:pt x="2188036" y="549433"/>
                </a:lnTo>
                <a:lnTo>
                  <a:pt x="2189623" y="565720"/>
                </a:lnTo>
                <a:lnTo>
                  <a:pt x="2190417" y="582008"/>
                </a:lnTo>
                <a:lnTo>
                  <a:pt x="2190814" y="598692"/>
                </a:lnTo>
                <a:lnTo>
                  <a:pt x="2190814" y="615376"/>
                </a:lnTo>
                <a:lnTo>
                  <a:pt x="2190417" y="632855"/>
                </a:lnTo>
                <a:lnTo>
                  <a:pt x="2190020" y="642389"/>
                </a:lnTo>
                <a:lnTo>
                  <a:pt x="2188830" y="656293"/>
                </a:lnTo>
                <a:lnTo>
                  <a:pt x="2185259" y="692840"/>
                </a:lnTo>
                <a:lnTo>
                  <a:pt x="2183671" y="711908"/>
                </a:lnTo>
                <a:lnTo>
                  <a:pt x="2182878" y="730578"/>
                </a:lnTo>
                <a:lnTo>
                  <a:pt x="2182084" y="746468"/>
                </a:lnTo>
                <a:lnTo>
                  <a:pt x="2182481" y="753221"/>
                </a:lnTo>
                <a:lnTo>
                  <a:pt x="2182878" y="758386"/>
                </a:lnTo>
                <a:lnTo>
                  <a:pt x="2183671" y="765139"/>
                </a:lnTo>
                <a:lnTo>
                  <a:pt x="2184862" y="771098"/>
                </a:lnTo>
                <a:lnTo>
                  <a:pt x="2186449" y="775865"/>
                </a:lnTo>
                <a:lnTo>
                  <a:pt x="2188433" y="779837"/>
                </a:lnTo>
                <a:lnTo>
                  <a:pt x="2192798" y="787782"/>
                </a:lnTo>
                <a:lnTo>
                  <a:pt x="2195179" y="792152"/>
                </a:lnTo>
                <a:lnTo>
                  <a:pt x="2198353" y="798508"/>
                </a:lnTo>
                <a:lnTo>
                  <a:pt x="2200734" y="804069"/>
                </a:lnTo>
                <a:lnTo>
                  <a:pt x="2202719" y="810028"/>
                </a:lnTo>
                <a:lnTo>
                  <a:pt x="2204306" y="815987"/>
                </a:lnTo>
                <a:lnTo>
                  <a:pt x="2205496" y="822343"/>
                </a:lnTo>
                <a:lnTo>
                  <a:pt x="2206687" y="829096"/>
                </a:lnTo>
                <a:lnTo>
                  <a:pt x="2207480" y="835452"/>
                </a:lnTo>
                <a:lnTo>
                  <a:pt x="2207877" y="842205"/>
                </a:lnTo>
                <a:lnTo>
                  <a:pt x="2207877" y="848561"/>
                </a:lnTo>
                <a:lnTo>
                  <a:pt x="2207480" y="862465"/>
                </a:lnTo>
                <a:lnTo>
                  <a:pt x="2206290" y="875177"/>
                </a:lnTo>
                <a:lnTo>
                  <a:pt x="2204306" y="887889"/>
                </a:lnTo>
                <a:lnTo>
                  <a:pt x="2202321" y="899806"/>
                </a:lnTo>
                <a:lnTo>
                  <a:pt x="2199544" y="913312"/>
                </a:lnTo>
                <a:lnTo>
                  <a:pt x="2197560" y="920463"/>
                </a:lnTo>
                <a:lnTo>
                  <a:pt x="2195179" y="927613"/>
                </a:lnTo>
                <a:lnTo>
                  <a:pt x="2192798" y="934367"/>
                </a:lnTo>
                <a:lnTo>
                  <a:pt x="2190020" y="941517"/>
                </a:lnTo>
                <a:lnTo>
                  <a:pt x="2186846" y="947873"/>
                </a:lnTo>
                <a:lnTo>
                  <a:pt x="2183275" y="953037"/>
                </a:lnTo>
                <a:lnTo>
                  <a:pt x="2181291" y="955818"/>
                </a:lnTo>
                <a:lnTo>
                  <a:pt x="2178909" y="958201"/>
                </a:lnTo>
                <a:lnTo>
                  <a:pt x="2176132" y="960188"/>
                </a:lnTo>
                <a:lnTo>
                  <a:pt x="2173354" y="961777"/>
                </a:lnTo>
                <a:lnTo>
                  <a:pt x="2167799" y="965749"/>
                </a:lnTo>
                <a:lnTo>
                  <a:pt x="2162243" y="968530"/>
                </a:lnTo>
                <a:lnTo>
                  <a:pt x="2156291" y="971708"/>
                </a:lnTo>
                <a:lnTo>
                  <a:pt x="2151133" y="975283"/>
                </a:lnTo>
                <a:lnTo>
                  <a:pt x="2147958" y="977269"/>
                </a:lnTo>
                <a:lnTo>
                  <a:pt x="2145974" y="979653"/>
                </a:lnTo>
                <a:lnTo>
                  <a:pt x="2143593" y="982434"/>
                </a:lnTo>
                <a:lnTo>
                  <a:pt x="2142006" y="985612"/>
                </a:lnTo>
                <a:lnTo>
                  <a:pt x="2139625" y="990379"/>
                </a:lnTo>
                <a:lnTo>
                  <a:pt x="2137641" y="995543"/>
                </a:lnTo>
                <a:lnTo>
                  <a:pt x="2136450" y="1000707"/>
                </a:lnTo>
                <a:lnTo>
                  <a:pt x="2135260" y="1005871"/>
                </a:lnTo>
                <a:lnTo>
                  <a:pt x="2134466" y="1011433"/>
                </a:lnTo>
                <a:lnTo>
                  <a:pt x="2133673" y="1016597"/>
                </a:lnTo>
                <a:lnTo>
                  <a:pt x="2132879" y="1028514"/>
                </a:lnTo>
                <a:lnTo>
                  <a:pt x="2132085" y="1039637"/>
                </a:lnTo>
                <a:lnTo>
                  <a:pt x="2131292" y="1051158"/>
                </a:lnTo>
                <a:lnTo>
                  <a:pt x="2130895" y="1056719"/>
                </a:lnTo>
                <a:lnTo>
                  <a:pt x="2130101" y="1061883"/>
                </a:lnTo>
                <a:lnTo>
                  <a:pt x="2128911" y="1067445"/>
                </a:lnTo>
                <a:lnTo>
                  <a:pt x="2127721" y="1072212"/>
                </a:lnTo>
                <a:lnTo>
                  <a:pt x="2125736" y="1078170"/>
                </a:lnTo>
                <a:lnTo>
                  <a:pt x="2123355" y="1082937"/>
                </a:lnTo>
                <a:lnTo>
                  <a:pt x="2120578" y="1087307"/>
                </a:lnTo>
                <a:lnTo>
                  <a:pt x="2117800" y="1091280"/>
                </a:lnTo>
                <a:lnTo>
                  <a:pt x="2112245" y="1098430"/>
                </a:lnTo>
                <a:lnTo>
                  <a:pt x="2106293" y="1105183"/>
                </a:lnTo>
                <a:lnTo>
                  <a:pt x="2103515" y="1109156"/>
                </a:lnTo>
                <a:lnTo>
                  <a:pt x="2101134" y="1112731"/>
                </a:lnTo>
                <a:lnTo>
                  <a:pt x="2098356" y="1116703"/>
                </a:lnTo>
                <a:lnTo>
                  <a:pt x="2096372" y="1121470"/>
                </a:lnTo>
                <a:lnTo>
                  <a:pt x="2093991" y="1126237"/>
                </a:lnTo>
                <a:lnTo>
                  <a:pt x="2092801" y="1131799"/>
                </a:lnTo>
                <a:lnTo>
                  <a:pt x="2091610" y="1138155"/>
                </a:lnTo>
                <a:lnTo>
                  <a:pt x="2090817" y="1145305"/>
                </a:lnTo>
                <a:lnTo>
                  <a:pt x="2127721" y="1150470"/>
                </a:lnTo>
                <a:lnTo>
                  <a:pt x="2138435" y="1173907"/>
                </a:lnTo>
                <a:lnTo>
                  <a:pt x="2144783" y="1187016"/>
                </a:lnTo>
                <a:lnTo>
                  <a:pt x="2152323" y="1201317"/>
                </a:lnTo>
                <a:lnTo>
                  <a:pt x="2159863" y="1214426"/>
                </a:lnTo>
                <a:lnTo>
                  <a:pt x="2163831" y="1220782"/>
                </a:lnTo>
                <a:lnTo>
                  <a:pt x="2167799" y="1226741"/>
                </a:lnTo>
                <a:lnTo>
                  <a:pt x="2171767" y="1231905"/>
                </a:lnTo>
                <a:lnTo>
                  <a:pt x="2175735" y="1236672"/>
                </a:lnTo>
                <a:lnTo>
                  <a:pt x="2180497" y="1240645"/>
                </a:lnTo>
                <a:lnTo>
                  <a:pt x="2184862" y="1243823"/>
                </a:lnTo>
                <a:lnTo>
                  <a:pt x="2241606" y="1259713"/>
                </a:lnTo>
                <a:lnTo>
                  <a:pt x="2293192" y="1281164"/>
                </a:lnTo>
                <a:lnTo>
                  <a:pt x="2345572" y="1303807"/>
                </a:lnTo>
                <a:lnTo>
                  <a:pt x="2397951" y="1326053"/>
                </a:lnTo>
                <a:lnTo>
                  <a:pt x="2449140" y="1347902"/>
                </a:lnTo>
                <a:lnTo>
                  <a:pt x="2461045" y="1352669"/>
                </a:lnTo>
                <a:lnTo>
                  <a:pt x="2472552" y="1356641"/>
                </a:lnTo>
                <a:lnTo>
                  <a:pt x="2496361" y="1365381"/>
                </a:lnTo>
                <a:lnTo>
                  <a:pt x="2519773" y="1373723"/>
                </a:lnTo>
                <a:lnTo>
                  <a:pt x="2530884" y="1378093"/>
                </a:lnTo>
                <a:lnTo>
                  <a:pt x="2541995" y="1382860"/>
                </a:lnTo>
                <a:lnTo>
                  <a:pt x="2552312" y="1388421"/>
                </a:lnTo>
                <a:lnTo>
                  <a:pt x="2562233" y="1394380"/>
                </a:lnTo>
                <a:lnTo>
                  <a:pt x="2566597" y="1397558"/>
                </a:lnTo>
                <a:lnTo>
                  <a:pt x="2571756" y="1400736"/>
                </a:lnTo>
                <a:lnTo>
                  <a:pt x="2576121" y="1404311"/>
                </a:lnTo>
                <a:lnTo>
                  <a:pt x="2580089" y="1407886"/>
                </a:lnTo>
                <a:lnTo>
                  <a:pt x="2584057" y="1411859"/>
                </a:lnTo>
                <a:lnTo>
                  <a:pt x="2587629" y="1416228"/>
                </a:lnTo>
                <a:lnTo>
                  <a:pt x="2591200" y="1420598"/>
                </a:lnTo>
                <a:lnTo>
                  <a:pt x="2594375" y="1425365"/>
                </a:lnTo>
                <a:lnTo>
                  <a:pt x="2597946" y="1430132"/>
                </a:lnTo>
                <a:lnTo>
                  <a:pt x="2600723" y="1435296"/>
                </a:lnTo>
                <a:lnTo>
                  <a:pt x="2603105" y="1440858"/>
                </a:lnTo>
                <a:lnTo>
                  <a:pt x="2605089" y="1446817"/>
                </a:lnTo>
                <a:lnTo>
                  <a:pt x="2605485" y="1465487"/>
                </a:lnTo>
                <a:lnTo>
                  <a:pt x="2605882" y="1488528"/>
                </a:lnTo>
                <a:lnTo>
                  <a:pt x="2607073" y="1542951"/>
                </a:lnTo>
                <a:lnTo>
                  <a:pt x="2608263" y="1599757"/>
                </a:lnTo>
                <a:lnTo>
                  <a:pt x="2608263" y="1625975"/>
                </a:lnTo>
                <a:lnTo>
                  <a:pt x="2608263" y="1649413"/>
                </a:lnTo>
                <a:lnTo>
                  <a:pt x="2308271" y="1649413"/>
                </a:lnTo>
                <a:lnTo>
                  <a:pt x="2307081" y="1594196"/>
                </a:lnTo>
                <a:lnTo>
                  <a:pt x="2305493" y="1538581"/>
                </a:lnTo>
                <a:lnTo>
                  <a:pt x="2305097" y="1494486"/>
                </a:lnTo>
                <a:lnTo>
                  <a:pt x="2305097" y="1482172"/>
                </a:lnTo>
                <a:lnTo>
                  <a:pt x="2301129" y="1470651"/>
                </a:lnTo>
                <a:lnTo>
                  <a:pt x="2297557" y="1461117"/>
                </a:lnTo>
                <a:lnTo>
                  <a:pt x="2293986" y="1451981"/>
                </a:lnTo>
                <a:lnTo>
                  <a:pt x="2289224" y="1443241"/>
                </a:lnTo>
                <a:lnTo>
                  <a:pt x="2284859" y="1434899"/>
                </a:lnTo>
                <a:lnTo>
                  <a:pt x="2280097" y="1426954"/>
                </a:lnTo>
                <a:lnTo>
                  <a:pt x="2275335" y="1419406"/>
                </a:lnTo>
                <a:lnTo>
                  <a:pt x="2270177" y="1411859"/>
                </a:lnTo>
                <a:lnTo>
                  <a:pt x="2264621" y="1405106"/>
                </a:lnTo>
                <a:lnTo>
                  <a:pt x="2258669" y="1398352"/>
                </a:lnTo>
                <a:lnTo>
                  <a:pt x="2252717" y="1391996"/>
                </a:lnTo>
                <a:lnTo>
                  <a:pt x="2246765" y="1386435"/>
                </a:lnTo>
                <a:lnTo>
                  <a:pt x="2240416" y="1380079"/>
                </a:lnTo>
                <a:lnTo>
                  <a:pt x="2234067" y="1374915"/>
                </a:lnTo>
                <a:lnTo>
                  <a:pt x="2226924" y="1369750"/>
                </a:lnTo>
                <a:lnTo>
                  <a:pt x="2220178" y="1364983"/>
                </a:lnTo>
                <a:lnTo>
                  <a:pt x="2213433" y="1360217"/>
                </a:lnTo>
                <a:lnTo>
                  <a:pt x="2206290" y="1355450"/>
                </a:lnTo>
                <a:lnTo>
                  <a:pt x="2198750" y="1351080"/>
                </a:lnTo>
                <a:lnTo>
                  <a:pt x="2184465" y="1343532"/>
                </a:lnTo>
                <a:lnTo>
                  <a:pt x="2169386" y="1336382"/>
                </a:lnTo>
                <a:lnTo>
                  <a:pt x="2154307" y="1330026"/>
                </a:lnTo>
                <a:lnTo>
                  <a:pt x="2139228" y="1323670"/>
                </a:lnTo>
                <a:lnTo>
                  <a:pt x="2124546" y="1318108"/>
                </a:lnTo>
                <a:lnTo>
                  <a:pt x="2095578" y="1307780"/>
                </a:lnTo>
                <a:lnTo>
                  <a:pt x="2067405" y="1297849"/>
                </a:lnTo>
                <a:lnTo>
                  <a:pt x="2053913" y="1293082"/>
                </a:lnTo>
                <a:lnTo>
                  <a:pt x="2041215" y="1287917"/>
                </a:lnTo>
                <a:lnTo>
                  <a:pt x="1985264" y="1263685"/>
                </a:lnTo>
                <a:lnTo>
                  <a:pt x="1926932" y="1239056"/>
                </a:lnTo>
                <a:lnTo>
                  <a:pt x="1840427" y="1202112"/>
                </a:lnTo>
                <a:lnTo>
                  <a:pt x="1797571" y="1183441"/>
                </a:lnTo>
                <a:lnTo>
                  <a:pt x="1755111" y="1166359"/>
                </a:lnTo>
                <a:lnTo>
                  <a:pt x="1762651" y="1150470"/>
                </a:lnTo>
                <a:lnTo>
                  <a:pt x="1790031" y="1143716"/>
                </a:lnTo>
                <a:lnTo>
                  <a:pt x="1788047" y="1138155"/>
                </a:lnTo>
                <a:lnTo>
                  <a:pt x="1786460" y="1132196"/>
                </a:lnTo>
                <a:lnTo>
                  <a:pt x="1784873" y="1127429"/>
                </a:lnTo>
                <a:lnTo>
                  <a:pt x="1782492" y="1123457"/>
                </a:lnTo>
                <a:lnTo>
                  <a:pt x="1780111" y="1119484"/>
                </a:lnTo>
                <a:lnTo>
                  <a:pt x="1777730" y="1115909"/>
                </a:lnTo>
                <a:lnTo>
                  <a:pt x="1772571" y="1109950"/>
                </a:lnTo>
                <a:lnTo>
                  <a:pt x="1767413" y="1103594"/>
                </a:lnTo>
                <a:lnTo>
                  <a:pt x="1762254" y="1097636"/>
                </a:lnTo>
                <a:lnTo>
                  <a:pt x="1759476" y="1094458"/>
                </a:lnTo>
                <a:lnTo>
                  <a:pt x="1757095" y="1091280"/>
                </a:lnTo>
                <a:lnTo>
                  <a:pt x="1755111" y="1087307"/>
                </a:lnTo>
                <a:lnTo>
                  <a:pt x="1753524" y="1082937"/>
                </a:lnTo>
                <a:lnTo>
                  <a:pt x="1743207" y="973694"/>
                </a:lnTo>
                <a:lnTo>
                  <a:pt x="1743207" y="974091"/>
                </a:lnTo>
                <a:lnTo>
                  <a:pt x="1742413" y="974091"/>
                </a:lnTo>
                <a:lnTo>
                  <a:pt x="1739636" y="973694"/>
                </a:lnTo>
                <a:lnTo>
                  <a:pt x="1730112" y="972105"/>
                </a:lnTo>
                <a:lnTo>
                  <a:pt x="1720985" y="969324"/>
                </a:lnTo>
                <a:lnTo>
                  <a:pt x="1717414" y="968133"/>
                </a:lnTo>
                <a:lnTo>
                  <a:pt x="1715033" y="967338"/>
                </a:lnTo>
                <a:lnTo>
                  <a:pt x="1711065" y="963763"/>
                </a:lnTo>
                <a:lnTo>
                  <a:pt x="1707097" y="960188"/>
                </a:lnTo>
                <a:lnTo>
                  <a:pt x="1703129" y="955818"/>
                </a:lnTo>
                <a:lnTo>
                  <a:pt x="1699954" y="950654"/>
                </a:lnTo>
                <a:lnTo>
                  <a:pt x="1697177" y="945490"/>
                </a:lnTo>
                <a:lnTo>
                  <a:pt x="1694399" y="939531"/>
                </a:lnTo>
                <a:lnTo>
                  <a:pt x="1692018" y="932778"/>
                </a:lnTo>
                <a:lnTo>
                  <a:pt x="1689637" y="926422"/>
                </a:lnTo>
                <a:lnTo>
                  <a:pt x="1688050" y="919668"/>
                </a:lnTo>
                <a:lnTo>
                  <a:pt x="1686066" y="912518"/>
                </a:lnTo>
                <a:lnTo>
                  <a:pt x="1683288" y="897423"/>
                </a:lnTo>
                <a:lnTo>
                  <a:pt x="1681304" y="882327"/>
                </a:lnTo>
                <a:lnTo>
                  <a:pt x="1679717" y="867232"/>
                </a:lnTo>
                <a:lnTo>
                  <a:pt x="1684875" y="862465"/>
                </a:lnTo>
                <a:lnTo>
                  <a:pt x="1689637" y="857698"/>
                </a:lnTo>
                <a:lnTo>
                  <a:pt x="1694796" y="851739"/>
                </a:lnTo>
                <a:lnTo>
                  <a:pt x="1699161" y="845780"/>
                </a:lnTo>
                <a:lnTo>
                  <a:pt x="1703525" y="839424"/>
                </a:lnTo>
                <a:lnTo>
                  <a:pt x="1707891" y="832671"/>
                </a:lnTo>
                <a:lnTo>
                  <a:pt x="1711462" y="825918"/>
                </a:lnTo>
                <a:lnTo>
                  <a:pt x="1715033" y="818767"/>
                </a:lnTo>
                <a:lnTo>
                  <a:pt x="1718208" y="811617"/>
                </a:lnTo>
                <a:lnTo>
                  <a:pt x="1720985" y="804466"/>
                </a:lnTo>
                <a:lnTo>
                  <a:pt x="1726144" y="790166"/>
                </a:lnTo>
                <a:lnTo>
                  <a:pt x="1730509" y="776262"/>
                </a:lnTo>
                <a:lnTo>
                  <a:pt x="1734080" y="762755"/>
                </a:lnTo>
                <a:lnTo>
                  <a:pt x="1736858" y="750838"/>
                </a:lnTo>
                <a:lnTo>
                  <a:pt x="1738842" y="740510"/>
                </a:lnTo>
                <a:lnTo>
                  <a:pt x="1742413" y="720647"/>
                </a:lnTo>
                <a:lnTo>
                  <a:pt x="1743604" y="709524"/>
                </a:lnTo>
                <a:lnTo>
                  <a:pt x="1745191" y="698798"/>
                </a:lnTo>
                <a:lnTo>
                  <a:pt x="1746381" y="687278"/>
                </a:lnTo>
                <a:lnTo>
                  <a:pt x="1747175" y="675361"/>
                </a:lnTo>
                <a:lnTo>
                  <a:pt x="1747572" y="663443"/>
                </a:lnTo>
                <a:lnTo>
                  <a:pt x="1747572" y="651129"/>
                </a:lnTo>
                <a:lnTo>
                  <a:pt x="1747175" y="638814"/>
                </a:lnTo>
                <a:lnTo>
                  <a:pt x="1746381" y="626102"/>
                </a:lnTo>
                <a:lnTo>
                  <a:pt x="1744794" y="613787"/>
                </a:lnTo>
                <a:lnTo>
                  <a:pt x="1742810" y="601473"/>
                </a:lnTo>
                <a:lnTo>
                  <a:pt x="1740033" y="589158"/>
                </a:lnTo>
                <a:lnTo>
                  <a:pt x="1736461" y="576843"/>
                </a:lnTo>
                <a:lnTo>
                  <a:pt x="1732096" y="564529"/>
                </a:lnTo>
                <a:lnTo>
                  <a:pt x="1726937" y="553008"/>
                </a:lnTo>
                <a:lnTo>
                  <a:pt x="1723366" y="546255"/>
                </a:lnTo>
                <a:lnTo>
                  <a:pt x="1720192" y="539899"/>
                </a:lnTo>
                <a:lnTo>
                  <a:pt x="1715033" y="530365"/>
                </a:lnTo>
                <a:lnTo>
                  <a:pt x="1712652" y="526393"/>
                </a:lnTo>
                <a:lnTo>
                  <a:pt x="1711859" y="521229"/>
                </a:lnTo>
                <a:lnTo>
                  <a:pt x="1711859" y="516064"/>
                </a:lnTo>
                <a:lnTo>
                  <a:pt x="1711462" y="509708"/>
                </a:lnTo>
                <a:lnTo>
                  <a:pt x="1712255" y="493421"/>
                </a:lnTo>
                <a:lnTo>
                  <a:pt x="1716223" y="486271"/>
                </a:lnTo>
                <a:lnTo>
                  <a:pt x="1720192" y="479915"/>
                </a:lnTo>
                <a:lnTo>
                  <a:pt x="1724557" y="473559"/>
                </a:lnTo>
                <a:lnTo>
                  <a:pt x="1728922" y="467600"/>
                </a:lnTo>
                <a:lnTo>
                  <a:pt x="1734080" y="462039"/>
                </a:lnTo>
                <a:lnTo>
                  <a:pt x="1738842" y="456477"/>
                </a:lnTo>
                <a:lnTo>
                  <a:pt x="1743604" y="451313"/>
                </a:lnTo>
                <a:lnTo>
                  <a:pt x="1748762" y="446546"/>
                </a:lnTo>
                <a:lnTo>
                  <a:pt x="1754318" y="442176"/>
                </a:lnTo>
                <a:lnTo>
                  <a:pt x="1759476" y="438204"/>
                </a:lnTo>
                <a:lnTo>
                  <a:pt x="1765429" y="434231"/>
                </a:lnTo>
                <a:lnTo>
                  <a:pt x="1771381" y="430259"/>
                </a:lnTo>
                <a:lnTo>
                  <a:pt x="1776936" y="427081"/>
                </a:lnTo>
                <a:lnTo>
                  <a:pt x="1782888" y="424300"/>
                </a:lnTo>
                <a:lnTo>
                  <a:pt x="1789634" y="421917"/>
                </a:lnTo>
                <a:lnTo>
                  <a:pt x="1795587" y="419533"/>
                </a:lnTo>
                <a:lnTo>
                  <a:pt x="1820983" y="409999"/>
                </a:lnTo>
                <a:lnTo>
                  <a:pt x="1834871" y="404438"/>
                </a:lnTo>
                <a:lnTo>
                  <a:pt x="1849950" y="399273"/>
                </a:lnTo>
                <a:lnTo>
                  <a:pt x="1865823" y="394506"/>
                </a:lnTo>
                <a:lnTo>
                  <a:pt x="1882886" y="390137"/>
                </a:lnTo>
                <a:lnTo>
                  <a:pt x="1900742" y="386562"/>
                </a:lnTo>
                <a:lnTo>
                  <a:pt x="1909472" y="384973"/>
                </a:lnTo>
                <a:lnTo>
                  <a:pt x="1918599" y="383384"/>
                </a:lnTo>
                <a:lnTo>
                  <a:pt x="1927726" y="382589"/>
                </a:lnTo>
                <a:lnTo>
                  <a:pt x="1937249" y="381795"/>
                </a:lnTo>
                <a:lnTo>
                  <a:pt x="1946773" y="381397"/>
                </a:lnTo>
                <a:lnTo>
                  <a:pt x="1956693" y="381000"/>
                </a:lnTo>
                <a:close/>
                <a:moveTo>
                  <a:pt x="674585" y="381000"/>
                </a:moveTo>
                <a:lnTo>
                  <a:pt x="684505" y="381397"/>
                </a:lnTo>
                <a:lnTo>
                  <a:pt x="694029" y="382192"/>
                </a:lnTo>
                <a:lnTo>
                  <a:pt x="703552" y="382986"/>
                </a:lnTo>
                <a:lnTo>
                  <a:pt x="713870" y="384575"/>
                </a:lnTo>
                <a:lnTo>
                  <a:pt x="723790" y="386562"/>
                </a:lnTo>
                <a:lnTo>
                  <a:pt x="733710" y="388548"/>
                </a:lnTo>
                <a:lnTo>
                  <a:pt x="743631" y="391726"/>
                </a:lnTo>
                <a:lnTo>
                  <a:pt x="753551" y="394904"/>
                </a:lnTo>
                <a:lnTo>
                  <a:pt x="763868" y="398876"/>
                </a:lnTo>
                <a:lnTo>
                  <a:pt x="773789" y="403246"/>
                </a:lnTo>
                <a:lnTo>
                  <a:pt x="783709" y="408807"/>
                </a:lnTo>
                <a:lnTo>
                  <a:pt x="793629" y="414766"/>
                </a:lnTo>
                <a:lnTo>
                  <a:pt x="820216" y="438998"/>
                </a:lnTo>
                <a:lnTo>
                  <a:pt x="861088" y="446149"/>
                </a:lnTo>
                <a:lnTo>
                  <a:pt x="863866" y="468792"/>
                </a:lnTo>
                <a:lnTo>
                  <a:pt x="867040" y="491832"/>
                </a:lnTo>
                <a:lnTo>
                  <a:pt x="871008" y="514873"/>
                </a:lnTo>
                <a:lnTo>
                  <a:pt x="876167" y="539105"/>
                </a:lnTo>
                <a:lnTo>
                  <a:pt x="871405" y="548241"/>
                </a:lnTo>
                <a:lnTo>
                  <a:pt x="868231" y="554200"/>
                </a:lnTo>
                <a:lnTo>
                  <a:pt x="864659" y="560556"/>
                </a:lnTo>
                <a:lnTo>
                  <a:pt x="861088" y="568501"/>
                </a:lnTo>
                <a:lnTo>
                  <a:pt x="858310" y="577241"/>
                </a:lnTo>
                <a:lnTo>
                  <a:pt x="855533" y="586377"/>
                </a:lnTo>
                <a:lnTo>
                  <a:pt x="854342" y="591144"/>
                </a:lnTo>
                <a:lnTo>
                  <a:pt x="853548" y="596309"/>
                </a:lnTo>
                <a:lnTo>
                  <a:pt x="853152" y="602267"/>
                </a:lnTo>
                <a:lnTo>
                  <a:pt x="852755" y="607431"/>
                </a:lnTo>
                <a:lnTo>
                  <a:pt x="852755" y="613390"/>
                </a:lnTo>
                <a:lnTo>
                  <a:pt x="853152" y="619349"/>
                </a:lnTo>
                <a:lnTo>
                  <a:pt x="854739" y="642786"/>
                </a:lnTo>
                <a:lnTo>
                  <a:pt x="856723" y="670991"/>
                </a:lnTo>
                <a:lnTo>
                  <a:pt x="857913" y="686087"/>
                </a:lnTo>
                <a:lnTo>
                  <a:pt x="859501" y="700785"/>
                </a:lnTo>
                <a:lnTo>
                  <a:pt x="861485" y="716675"/>
                </a:lnTo>
                <a:lnTo>
                  <a:pt x="863469" y="732167"/>
                </a:lnTo>
                <a:lnTo>
                  <a:pt x="866247" y="748057"/>
                </a:lnTo>
                <a:lnTo>
                  <a:pt x="869818" y="763153"/>
                </a:lnTo>
                <a:lnTo>
                  <a:pt x="873786" y="779043"/>
                </a:lnTo>
                <a:lnTo>
                  <a:pt x="878548" y="793741"/>
                </a:lnTo>
                <a:lnTo>
                  <a:pt x="883706" y="808439"/>
                </a:lnTo>
                <a:lnTo>
                  <a:pt x="886881" y="815589"/>
                </a:lnTo>
                <a:lnTo>
                  <a:pt x="890055" y="822343"/>
                </a:lnTo>
                <a:lnTo>
                  <a:pt x="893230" y="829493"/>
                </a:lnTo>
                <a:lnTo>
                  <a:pt x="896801" y="835849"/>
                </a:lnTo>
                <a:lnTo>
                  <a:pt x="901166" y="842205"/>
                </a:lnTo>
                <a:lnTo>
                  <a:pt x="905134" y="848561"/>
                </a:lnTo>
                <a:lnTo>
                  <a:pt x="909896" y="854520"/>
                </a:lnTo>
                <a:lnTo>
                  <a:pt x="914261" y="860081"/>
                </a:lnTo>
                <a:lnTo>
                  <a:pt x="919420" y="865643"/>
                </a:lnTo>
                <a:lnTo>
                  <a:pt x="924578" y="870807"/>
                </a:lnTo>
                <a:lnTo>
                  <a:pt x="922594" y="885902"/>
                </a:lnTo>
                <a:lnTo>
                  <a:pt x="920213" y="899806"/>
                </a:lnTo>
                <a:lnTo>
                  <a:pt x="917436" y="913312"/>
                </a:lnTo>
                <a:lnTo>
                  <a:pt x="915451" y="920463"/>
                </a:lnTo>
                <a:lnTo>
                  <a:pt x="913467" y="927613"/>
                </a:lnTo>
                <a:lnTo>
                  <a:pt x="911087" y="934367"/>
                </a:lnTo>
                <a:lnTo>
                  <a:pt x="908309" y="941517"/>
                </a:lnTo>
                <a:lnTo>
                  <a:pt x="905134" y="947873"/>
                </a:lnTo>
                <a:lnTo>
                  <a:pt x="901563" y="953037"/>
                </a:lnTo>
                <a:lnTo>
                  <a:pt x="899182" y="955818"/>
                </a:lnTo>
                <a:lnTo>
                  <a:pt x="896801" y="958201"/>
                </a:lnTo>
                <a:lnTo>
                  <a:pt x="894420" y="960188"/>
                </a:lnTo>
                <a:lnTo>
                  <a:pt x="891643" y="961777"/>
                </a:lnTo>
                <a:lnTo>
                  <a:pt x="886087" y="965749"/>
                </a:lnTo>
                <a:lnTo>
                  <a:pt x="880532" y="968530"/>
                </a:lnTo>
                <a:lnTo>
                  <a:pt x="874580" y="971708"/>
                </a:lnTo>
                <a:lnTo>
                  <a:pt x="869024" y="975283"/>
                </a:lnTo>
                <a:lnTo>
                  <a:pt x="866247" y="977269"/>
                </a:lnTo>
                <a:lnTo>
                  <a:pt x="863866" y="979653"/>
                </a:lnTo>
                <a:lnTo>
                  <a:pt x="861881" y="982434"/>
                </a:lnTo>
                <a:lnTo>
                  <a:pt x="859897" y="985612"/>
                </a:lnTo>
                <a:lnTo>
                  <a:pt x="857913" y="990379"/>
                </a:lnTo>
                <a:lnTo>
                  <a:pt x="855929" y="995543"/>
                </a:lnTo>
                <a:lnTo>
                  <a:pt x="854342" y="1000707"/>
                </a:lnTo>
                <a:lnTo>
                  <a:pt x="853152" y="1005871"/>
                </a:lnTo>
                <a:lnTo>
                  <a:pt x="852358" y="1011433"/>
                </a:lnTo>
                <a:lnTo>
                  <a:pt x="851961" y="1016597"/>
                </a:lnTo>
                <a:lnTo>
                  <a:pt x="851167" y="1028514"/>
                </a:lnTo>
                <a:lnTo>
                  <a:pt x="850374" y="1039637"/>
                </a:lnTo>
                <a:lnTo>
                  <a:pt x="849580" y="1051158"/>
                </a:lnTo>
                <a:lnTo>
                  <a:pt x="849183" y="1056719"/>
                </a:lnTo>
                <a:lnTo>
                  <a:pt x="848390" y="1061883"/>
                </a:lnTo>
                <a:lnTo>
                  <a:pt x="847199" y="1067445"/>
                </a:lnTo>
                <a:lnTo>
                  <a:pt x="845612" y="1072212"/>
                </a:lnTo>
                <a:lnTo>
                  <a:pt x="843231" y="1078170"/>
                </a:lnTo>
                <a:lnTo>
                  <a:pt x="841247" y="1082937"/>
                </a:lnTo>
                <a:lnTo>
                  <a:pt x="838469" y="1087307"/>
                </a:lnTo>
                <a:lnTo>
                  <a:pt x="836089" y="1091280"/>
                </a:lnTo>
                <a:lnTo>
                  <a:pt x="830136" y="1098430"/>
                </a:lnTo>
                <a:lnTo>
                  <a:pt x="824581" y="1105183"/>
                </a:lnTo>
                <a:lnTo>
                  <a:pt x="821803" y="1109156"/>
                </a:lnTo>
                <a:lnTo>
                  <a:pt x="819026" y="1112731"/>
                </a:lnTo>
                <a:lnTo>
                  <a:pt x="816248" y="1116703"/>
                </a:lnTo>
                <a:lnTo>
                  <a:pt x="814264" y="1121470"/>
                </a:lnTo>
                <a:lnTo>
                  <a:pt x="812280" y="1126237"/>
                </a:lnTo>
                <a:lnTo>
                  <a:pt x="810692" y="1131799"/>
                </a:lnTo>
                <a:lnTo>
                  <a:pt x="809899" y="1138155"/>
                </a:lnTo>
                <a:lnTo>
                  <a:pt x="809105" y="1145305"/>
                </a:lnTo>
                <a:lnTo>
                  <a:pt x="845612" y="1150470"/>
                </a:lnTo>
                <a:lnTo>
                  <a:pt x="853152" y="1166757"/>
                </a:lnTo>
                <a:lnTo>
                  <a:pt x="811089" y="1183838"/>
                </a:lnTo>
                <a:lnTo>
                  <a:pt x="768233" y="1202112"/>
                </a:lnTo>
                <a:lnTo>
                  <a:pt x="682521" y="1239056"/>
                </a:lnTo>
                <a:lnTo>
                  <a:pt x="624586" y="1263685"/>
                </a:lnTo>
                <a:lnTo>
                  <a:pt x="568635" y="1287917"/>
                </a:lnTo>
                <a:lnTo>
                  <a:pt x="555541" y="1293082"/>
                </a:lnTo>
                <a:lnTo>
                  <a:pt x="542446" y="1297849"/>
                </a:lnTo>
                <a:lnTo>
                  <a:pt x="514669" y="1307780"/>
                </a:lnTo>
                <a:lnTo>
                  <a:pt x="485304" y="1318108"/>
                </a:lnTo>
                <a:lnTo>
                  <a:pt x="470225" y="1323670"/>
                </a:lnTo>
                <a:lnTo>
                  <a:pt x="455146" y="1330026"/>
                </a:lnTo>
                <a:lnTo>
                  <a:pt x="440464" y="1336382"/>
                </a:lnTo>
                <a:lnTo>
                  <a:pt x="425385" y="1343532"/>
                </a:lnTo>
                <a:lnTo>
                  <a:pt x="410703" y="1351080"/>
                </a:lnTo>
                <a:lnTo>
                  <a:pt x="403561" y="1355450"/>
                </a:lnTo>
                <a:lnTo>
                  <a:pt x="396418" y="1360217"/>
                </a:lnTo>
                <a:lnTo>
                  <a:pt x="389275" y="1364983"/>
                </a:lnTo>
                <a:lnTo>
                  <a:pt x="382529" y="1369750"/>
                </a:lnTo>
                <a:lnTo>
                  <a:pt x="376180" y="1374915"/>
                </a:lnTo>
                <a:lnTo>
                  <a:pt x="369038" y="1380079"/>
                </a:lnTo>
                <a:lnTo>
                  <a:pt x="363085" y="1386435"/>
                </a:lnTo>
                <a:lnTo>
                  <a:pt x="356736" y="1391996"/>
                </a:lnTo>
                <a:lnTo>
                  <a:pt x="350784" y="1398352"/>
                </a:lnTo>
                <a:lnTo>
                  <a:pt x="345229" y="1405106"/>
                </a:lnTo>
                <a:lnTo>
                  <a:pt x="339277" y="1411859"/>
                </a:lnTo>
                <a:lnTo>
                  <a:pt x="334118" y="1419406"/>
                </a:lnTo>
                <a:lnTo>
                  <a:pt x="329356" y="1426954"/>
                </a:lnTo>
                <a:lnTo>
                  <a:pt x="324594" y="1434899"/>
                </a:lnTo>
                <a:lnTo>
                  <a:pt x="320229" y="1443241"/>
                </a:lnTo>
                <a:lnTo>
                  <a:pt x="315865" y="1451981"/>
                </a:lnTo>
                <a:lnTo>
                  <a:pt x="311896" y="1461117"/>
                </a:lnTo>
                <a:lnTo>
                  <a:pt x="308325" y="1470651"/>
                </a:lnTo>
                <a:lnTo>
                  <a:pt x="304357" y="1482172"/>
                </a:lnTo>
                <a:lnTo>
                  <a:pt x="304357" y="1494486"/>
                </a:lnTo>
                <a:lnTo>
                  <a:pt x="303960" y="1538581"/>
                </a:lnTo>
                <a:lnTo>
                  <a:pt x="302770" y="1594196"/>
                </a:lnTo>
                <a:lnTo>
                  <a:pt x="301182" y="1649413"/>
                </a:lnTo>
                <a:lnTo>
                  <a:pt x="0" y="1649413"/>
                </a:lnTo>
                <a:lnTo>
                  <a:pt x="0" y="1625975"/>
                </a:lnTo>
                <a:lnTo>
                  <a:pt x="0" y="1599757"/>
                </a:lnTo>
                <a:lnTo>
                  <a:pt x="1190" y="1542951"/>
                </a:lnTo>
                <a:lnTo>
                  <a:pt x="2381" y="1488528"/>
                </a:lnTo>
                <a:lnTo>
                  <a:pt x="2778" y="1465487"/>
                </a:lnTo>
                <a:lnTo>
                  <a:pt x="2778" y="1446817"/>
                </a:lnTo>
                <a:lnTo>
                  <a:pt x="5159" y="1440858"/>
                </a:lnTo>
                <a:lnTo>
                  <a:pt x="7539" y="1435296"/>
                </a:lnTo>
                <a:lnTo>
                  <a:pt x="10317" y="1430132"/>
                </a:lnTo>
                <a:lnTo>
                  <a:pt x="13889" y="1425365"/>
                </a:lnTo>
                <a:lnTo>
                  <a:pt x="17063" y="1420598"/>
                </a:lnTo>
                <a:lnTo>
                  <a:pt x="20634" y="1416228"/>
                </a:lnTo>
                <a:lnTo>
                  <a:pt x="24206" y="1411859"/>
                </a:lnTo>
                <a:lnTo>
                  <a:pt x="28174" y="1407886"/>
                </a:lnTo>
                <a:lnTo>
                  <a:pt x="32142" y="1404311"/>
                </a:lnTo>
                <a:lnTo>
                  <a:pt x="36507" y="1400736"/>
                </a:lnTo>
                <a:lnTo>
                  <a:pt x="41269" y="1397558"/>
                </a:lnTo>
                <a:lnTo>
                  <a:pt x="46031" y="1394380"/>
                </a:lnTo>
                <a:lnTo>
                  <a:pt x="55951" y="1388421"/>
                </a:lnTo>
                <a:lnTo>
                  <a:pt x="66665" y="1382860"/>
                </a:lnTo>
                <a:lnTo>
                  <a:pt x="77379" y="1378093"/>
                </a:lnTo>
                <a:lnTo>
                  <a:pt x="88490" y="1373723"/>
                </a:lnTo>
                <a:lnTo>
                  <a:pt x="111902" y="1365381"/>
                </a:lnTo>
                <a:lnTo>
                  <a:pt x="135711" y="1356641"/>
                </a:lnTo>
                <a:lnTo>
                  <a:pt x="147218" y="1352669"/>
                </a:lnTo>
                <a:lnTo>
                  <a:pt x="158726" y="1347902"/>
                </a:lnTo>
                <a:lnTo>
                  <a:pt x="210312" y="1326053"/>
                </a:lnTo>
                <a:lnTo>
                  <a:pt x="263088" y="1303807"/>
                </a:lnTo>
                <a:lnTo>
                  <a:pt x="315071" y="1281164"/>
                </a:lnTo>
                <a:lnTo>
                  <a:pt x="366260" y="1259713"/>
                </a:lnTo>
                <a:lnTo>
                  <a:pt x="423401" y="1243823"/>
                </a:lnTo>
                <a:lnTo>
                  <a:pt x="428163" y="1240645"/>
                </a:lnTo>
                <a:lnTo>
                  <a:pt x="432131" y="1236672"/>
                </a:lnTo>
                <a:lnTo>
                  <a:pt x="436496" y="1231905"/>
                </a:lnTo>
                <a:lnTo>
                  <a:pt x="440464" y="1226741"/>
                </a:lnTo>
                <a:lnTo>
                  <a:pt x="444432" y="1220782"/>
                </a:lnTo>
                <a:lnTo>
                  <a:pt x="448401" y="1214426"/>
                </a:lnTo>
                <a:lnTo>
                  <a:pt x="456337" y="1201317"/>
                </a:lnTo>
                <a:lnTo>
                  <a:pt x="463480" y="1187016"/>
                </a:lnTo>
                <a:lnTo>
                  <a:pt x="469829" y="1173907"/>
                </a:lnTo>
                <a:lnTo>
                  <a:pt x="480543" y="1150470"/>
                </a:lnTo>
                <a:lnTo>
                  <a:pt x="507526" y="1143716"/>
                </a:lnTo>
                <a:lnTo>
                  <a:pt x="506336" y="1138155"/>
                </a:lnTo>
                <a:lnTo>
                  <a:pt x="504748" y="1132196"/>
                </a:lnTo>
                <a:lnTo>
                  <a:pt x="502764" y="1127429"/>
                </a:lnTo>
                <a:lnTo>
                  <a:pt x="500780" y="1123457"/>
                </a:lnTo>
                <a:lnTo>
                  <a:pt x="498399" y="1119484"/>
                </a:lnTo>
                <a:lnTo>
                  <a:pt x="496018" y="1115909"/>
                </a:lnTo>
                <a:lnTo>
                  <a:pt x="490860" y="1109950"/>
                </a:lnTo>
                <a:lnTo>
                  <a:pt x="485701" y="1103594"/>
                </a:lnTo>
                <a:lnTo>
                  <a:pt x="480146" y="1097636"/>
                </a:lnTo>
                <a:lnTo>
                  <a:pt x="477765" y="1094458"/>
                </a:lnTo>
                <a:lnTo>
                  <a:pt x="475384" y="1091280"/>
                </a:lnTo>
                <a:lnTo>
                  <a:pt x="473400" y="1087307"/>
                </a:lnTo>
                <a:lnTo>
                  <a:pt x="471813" y="1082937"/>
                </a:lnTo>
                <a:lnTo>
                  <a:pt x="461495" y="973694"/>
                </a:lnTo>
                <a:lnTo>
                  <a:pt x="461099" y="974091"/>
                </a:lnTo>
                <a:lnTo>
                  <a:pt x="460305" y="974091"/>
                </a:lnTo>
                <a:lnTo>
                  <a:pt x="457527" y="973694"/>
                </a:lnTo>
                <a:lnTo>
                  <a:pt x="448401" y="972105"/>
                </a:lnTo>
                <a:lnTo>
                  <a:pt x="438877" y="969324"/>
                </a:lnTo>
                <a:lnTo>
                  <a:pt x="435306" y="968133"/>
                </a:lnTo>
                <a:lnTo>
                  <a:pt x="433322" y="967338"/>
                </a:lnTo>
                <a:lnTo>
                  <a:pt x="430147" y="964557"/>
                </a:lnTo>
                <a:lnTo>
                  <a:pt x="426973" y="962174"/>
                </a:lnTo>
                <a:lnTo>
                  <a:pt x="424195" y="958996"/>
                </a:lnTo>
                <a:lnTo>
                  <a:pt x="421417" y="955818"/>
                </a:lnTo>
                <a:lnTo>
                  <a:pt x="419036" y="952243"/>
                </a:lnTo>
                <a:lnTo>
                  <a:pt x="416655" y="948270"/>
                </a:lnTo>
                <a:lnTo>
                  <a:pt x="414671" y="944298"/>
                </a:lnTo>
                <a:lnTo>
                  <a:pt x="412687" y="939928"/>
                </a:lnTo>
                <a:lnTo>
                  <a:pt x="409116" y="929997"/>
                </a:lnTo>
                <a:lnTo>
                  <a:pt x="406338" y="920066"/>
                </a:lnTo>
                <a:lnTo>
                  <a:pt x="403957" y="908943"/>
                </a:lnTo>
                <a:lnTo>
                  <a:pt x="401576" y="898217"/>
                </a:lnTo>
                <a:lnTo>
                  <a:pt x="399989" y="887094"/>
                </a:lnTo>
                <a:lnTo>
                  <a:pt x="398402" y="875574"/>
                </a:lnTo>
                <a:lnTo>
                  <a:pt x="396418" y="854122"/>
                </a:lnTo>
                <a:lnTo>
                  <a:pt x="394831" y="834260"/>
                </a:lnTo>
                <a:lnTo>
                  <a:pt x="393640" y="817576"/>
                </a:lnTo>
                <a:lnTo>
                  <a:pt x="393640" y="814795"/>
                </a:lnTo>
                <a:lnTo>
                  <a:pt x="394037" y="811617"/>
                </a:lnTo>
                <a:lnTo>
                  <a:pt x="395227" y="808439"/>
                </a:lnTo>
                <a:lnTo>
                  <a:pt x="396418" y="805261"/>
                </a:lnTo>
                <a:lnTo>
                  <a:pt x="399989" y="798905"/>
                </a:lnTo>
                <a:lnTo>
                  <a:pt x="403561" y="791755"/>
                </a:lnTo>
                <a:lnTo>
                  <a:pt x="407132" y="784604"/>
                </a:lnTo>
                <a:lnTo>
                  <a:pt x="408322" y="780234"/>
                </a:lnTo>
                <a:lnTo>
                  <a:pt x="409513" y="776262"/>
                </a:lnTo>
                <a:lnTo>
                  <a:pt x="410306" y="771495"/>
                </a:lnTo>
                <a:lnTo>
                  <a:pt x="410703" y="766331"/>
                </a:lnTo>
                <a:lnTo>
                  <a:pt x="410306" y="761166"/>
                </a:lnTo>
                <a:lnTo>
                  <a:pt x="409513" y="755605"/>
                </a:lnTo>
                <a:lnTo>
                  <a:pt x="406338" y="738126"/>
                </a:lnTo>
                <a:lnTo>
                  <a:pt x="403561" y="721839"/>
                </a:lnTo>
                <a:lnTo>
                  <a:pt x="401180" y="705552"/>
                </a:lnTo>
                <a:lnTo>
                  <a:pt x="399196" y="689662"/>
                </a:lnTo>
                <a:lnTo>
                  <a:pt x="397608" y="673772"/>
                </a:lnTo>
                <a:lnTo>
                  <a:pt x="397211" y="659074"/>
                </a:lnTo>
                <a:lnTo>
                  <a:pt x="396815" y="643978"/>
                </a:lnTo>
                <a:lnTo>
                  <a:pt x="396815" y="629677"/>
                </a:lnTo>
                <a:lnTo>
                  <a:pt x="397608" y="615774"/>
                </a:lnTo>
                <a:lnTo>
                  <a:pt x="398799" y="602267"/>
                </a:lnTo>
                <a:lnTo>
                  <a:pt x="400386" y="588761"/>
                </a:lnTo>
                <a:lnTo>
                  <a:pt x="402370" y="576446"/>
                </a:lnTo>
                <a:lnTo>
                  <a:pt x="404751" y="563734"/>
                </a:lnTo>
                <a:lnTo>
                  <a:pt x="407529" y="552214"/>
                </a:lnTo>
                <a:lnTo>
                  <a:pt x="410703" y="540297"/>
                </a:lnTo>
                <a:lnTo>
                  <a:pt x="414275" y="529571"/>
                </a:lnTo>
                <a:lnTo>
                  <a:pt x="418243" y="519242"/>
                </a:lnTo>
                <a:lnTo>
                  <a:pt x="422211" y="508914"/>
                </a:lnTo>
                <a:lnTo>
                  <a:pt x="426973" y="499380"/>
                </a:lnTo>
                <a:lnTo>
                  <a:pt x="432131" y="490243"/>
                </a:lnTo>
                <a:lnTo>
                  <a:pt x="437290" y="481504"/>
                </a:lnTo>
                <a:lnTo>
                  <a:pt x="442845" y="473162"/>
                </a:lnTo>
                <a:lnTo>
                  <a:pt x="448797" y="465614"/>
                </a:lnTo>
                <a:lnTo>
                  <a:pt x="454750" y="458066"/>
                </a:lnTo>
                <a:lnTo>
                  <a:pt x="461495" y="451710"/>
                </a:lnTo>
                <a:lnTo>
                  <a:pt x="468241" y="445752"/>
                </a:lnTo>
                <a:lnTo>
                  <a:pt x="474987" y="440190"/>
                </a:lnTo>
                <a:lnTo>
                  <a:pt x="482130" y="435026"/>
                </a:lnTo>
                <a:lnTo>
                  <a:pt x="490066" y="429862"/>
                </a:lnTo>
                <a:lnTo>
                  <a:pt x="497606" y="425889"/>
                </a:lnTo>
                <a:lnTo>
                  <a:pt x="505542" y="422711"/>
                </a:lnTo>
                <a:lnTo>
                  <a:pt x="513875" y="419533"/>
                </a:lnTo>
                <a:lnTo>
                  <a:pt x="538478" y="409999"/>
                </a:lnTo>
                <a:lnTo>
                  <a:pt x="553160" y="404438"/>
                </a:lnTo>
                <a:lnTo>
                  <a:pt x="568239" y="399273"/>
                </a:lnTo>
                <a:lnTo>
                  <a:pt x="584111" y="394506"/>
                </a:lnTo>
                <a:lnTo>
                  <a:pt x="601174" y="390137"/>
                </a:lnTo>
                <a:lnTo>
                  <a:pt x="618634" y="386562"/>
                </a:lnTo>
                <a:lnTo>
                  <a:pt x="627761" y="384973"/>
                </a:lnTo>
                <a:lnTo>
                  <a:pt x="636888" y="383384"/>
                </a:lnTo>
                <a:lnTo>
                  <a:pt x="646014" y="382589"/>
                </a:lnTo>
                <a:lnTo>
                  <a:pt x="655538" y="381795"/>
                </a:lnTo>
                <a:lnTo>
                  <a:pt x="665061" y="381397"/>
                </a:lnTo>
                <a:lnTo>
                  <a:pt x="674585" y="381000"/>
                </a:lnTo>
                <a:close/>
                <a:moveTo>
                  <a:pt x="1307704" y="0"/>
                </a:moveTo>
                <a:lnTo>
                  <a:pt x="1321601" y="0"/>
                </a:lnTo>
                <a:lnTo>
                  <a:pt x="1335100" y="0"/>
                </a:lnTo>
                <a:lnTo>
                  <a:pt x="1348997" y="1191"/>
                </a:lnTo>
                <a:lnTo>
                  <a:pt x="1362496" y="2381"/>
                </a:lnTo>
                <a:lnTo>
                  <a:pt x="1376790" y="4366"/>
                </a:lnTo>
                <a:lnTo>
                  <a:pt x="1390289" y="7144"/>
                </a:lnTo>
                <a:lnTo>
                  <a:pt x="1404583" y="10319"/>
                </a:lnTo>
                <a:lnTo>
                  <a:pt x="1418480" y="14684"/>
                </a:lnTo>
                <a:lnTo>
                  <a:pt x="1432773" y="19447"/>
                </a:lnTo>
                <a:lnTo>
                  <a:pt x="1446670" y="25003"/>
                </a:lnTo>
                <a:lnTo>
                  <a:pt x="1460566" y="31353"/>
                </a:lnTo>
                <a:lnTo>
                  <a:pt x="1474463" y="38497"/>
                </a:lnTo>
                <a:lnTo>
                  <a:pt x="1488757" y="46831"/>
                </a:lnTo>
                <a:lnTo>
                  <a:pt x="1525285" y="80963"/>
                </a:lnTo>
                <a:lnTo>
                  <a:pt x="1584841" y="90884"/>
                </a:lnTo>
                <a:lnTo>
                  <a:pt x="1590400" y="94853"/>
                </a:lnTo>
                <a:lnTo>
                  <a:pt x="1595958" y="99616"/>
                </a:lnTo>
                <a:lnTo>
                  <a:pt x="1600723" y="104775"/>
                </a:lnTo>
                <a:lnTo>
                  <a:pt x="1605487" y="110331"/>
                </a:lnTo>
                <a:lnTo>
                  <a:pt x="1609855" y="115888"/>
                </a:lnTo>
                <a:lnTo>
                  <a:pt x="1613825" y="122238"/>
                </a:lnTo>
                <a:lnTo>
                  <a:pt x="1617399" y="128984"/>
                </a:lnTo>
                <a:lnTo>
                  <a:pt x="1620575" y="134938"/>
                </a:lnTo>
                <a:lnTo>
                  <a:pt x="1626531" y="146447"/>
                </a:lnTo>
                <a:lnTo>
                  <a:pt x="1630898" y="156766"/>
                </a:lnTo>
                <a:lnTo>
                  <a:pt x="1634075" y="165894"/>
                </a:lnTo>
                <a:lnTo>
                  <a:pt x="1636854" y="177403"/>
                </a:lnTo>
                <a:lnTo>
                  <a:pt x="1639236" y="189309"/>
                </a:lnTo>
                <a:lnTo>
                  <a:pt x="1641619" y="200819"/>
                </a:lnTo>
                <a:lnTo>
                  <a:pt x="1643207" y="212725"/>
                </a:lnTo>
                <a:lnTo>
                  <a:pt x="1644795" y="223838"/>
                </a:lnTo>
                <a:lnTo>
                  <a:pt x="1646383" y="235347"/>
                </a:lnTo>
                <a:lnTo>
                  <a:pt x="1648368" y="258366"/>
                </a:lnTo>
                <a:lnTo>
                  <a:pt x="1649559" y="281781"/>
                </a:lnTo>
                <a:lnTo>
                  <a:pt x="1649957" y="304800"/>
                </a:lnTo>
                <a:lnTo>
                  <a:pt x="1649957" y="328613"/>
                </a:lnTo>
                <a:lnTo>
                  <a:pt x="1649559" y="352822"/>
                </a:lnTo>
                <a:lnTo>
                  <a:pt x="1648765" y="365919"/>
                </a:lnTo>
                <a:lnTo>
                  <a:pt x="1647177" y="385763"/>
                </a:lnTo>
                <a:lnTo>
                  <a:pt x="1642413" y="436959"/>
                </a:lnTo>
                <a:lnTo>
                  <a:pt x="1640427" y="464344"/>
                </a:lnTo>
                <a:lnTo>
                  <a:pt x="1638839" y="490141"/>
                </a:lnTo>
                <a:lnTo>
                  <a:pt x="1638442" y="501650"/>
                </a:lnTo>
                <a:lnTo>
                  <a:pt x="1638045" y="511969"/>
                </a:lnTo>
                <a:lnTo>
                  <a:pt x="1638442" y="521494"/>
                </a:lnTo>
                <a:lnTo>
                  <a:pt x="1638839" y="529034"/>
                </a:lnTo>
                <a:lnTo>
                  <a:pt x="1640030" y="538559"/>
                </a:lnTo>
                <a:lnTo>
                  <a:pt x="1642016" y="546497"/>
                </a:lnTo>
                <a:lnTo>
                  <a:pt x="1644001" y="553244"/>
                </a:lnTo>
                <a:lnTo>
                  <a:pt x="1646780" y="558800"/>
                </a:lnTo>
                <a:lnTo>
                  <a:pt x="1649559" y="563959"/>
                </a:lnTo>
                <a:lnTo>
                  <a:pt x="1653133" y="569516"/>
                </a:lnTo>
                <a:lnTo>
                  <a:pt x="1656706" y="576659"/>
                </a:lnTo>
                <a:lnTo>
                  <a:pt x="1661074" y="584597"/>
                </a:lnTo>
                <a:lnTo>
                  <a:pt x="1664250" y="592534"/>
                </a:lnTo>
                <a:lnTo>
                  <a:pt x="1667029" y="600869"/>
                </a:lnTo>
                <a:lnTo>
                  <a:pt x="1669412" y="609600"/>
                </a:lnTo>
                <a:lnTo>
                  <a:pt x="1671397" y="618331"/>
                </a:lnTo>
                <a:lnTo>
                  <a:pt x="1672588" y="627459"/>
                </a:lnTo>
                <a:lnTo>
                  <a:pt x="1673382" y="636984"/>
                </a:lnTo>
                <a:lnTo>
                  <a:pt x="1673779" y="646113"/>
                </a:lnTo>
                <a:lnTo>
                  <a:pt x="1674176" y="655241"/>
                </a:lnTo>
                <a:lnTo>
                  <a:pt x="1673779" y="665163"/>
                </a:lnTo>
                <a:lnTo>
                  <a:pt x="1673382" y="674291"/>
                </a:lnTo>
                <a:lnTo>
                  <a:pt x="1671794" y="692547"/>
                </a:lnTo>
                <a:lnTo>
                  <a:pt x="1669412" y="710009"/>
                </a:lnTo>
                <a:lnTo>
                  <a:pt x="1666632" y="726678"/>
                </a:lnTo>
                <a:lnTo>
                  <a:pt x="1664647" y="735806"/>
                </a:lnTo>
                <a:lnTo>
                  <a:pt x="1662662" y="745728"/>
                </a:lnTo>
                <a:lnTo>
                  <a:pt x="1659883" y="755650"/>
                </a:lnTo>
                <a:lnTo>
                  <a:pt x="1656706" y="765572"/>
                </a:lnTo>
                <a:lnTo>
                  <a:pt x="1653133" y="775891"/>
                </a:lnTo>
                <a:lnTo>
                  <a:pt x="1649162" y="785416"/>
                </a:lnTo>
                <a:lnTo>
                  <a:pt x="1644795" y="793750"/>
                </a:lnTo>
                <a:lnTo>
                  <a:pt x="1642413" y="798116"/>
                </a:lnTo>
                <a:lnTo>
                  <a:pt x="1639633" y="802084"/>
                </a:lnTo>
                <a:lnTo>
                  <a:pt x="1636854" y="805656"/>
                </a:lnTo>
                <a:lnTo>
                  <a:pt x="1633678" y="808831"/>
                </a:lnTo>
                <a:lnTo>
                  <a:pt x="1630104" y="811609"/>
                </a:lnTo>
                <a:lnTo>
                  <a:pt x="1626531" y="814388"/>
                </a:lnTo>
                <a:lnTo>
                  <a:pt x="1618193" y="818753"/>
                </a:lnTo>
                <a:lnTo>
                  <a:pt x="1610252" y="823119"/>
                </a:lnTo>
                <a:lnTo>
                  <a:pt x="1602311" y="827881"/>
                </a:lnTo>
                <a:lnTo>
                  <a:pt x="1598341" y="830263"/>
                </a:lnTo>
                <a:lnTo>
                  <a:pt x="1593973" y="832644"/>
                </a:lnTo>
                <a:lnTo>
                  <a:pt x="1590797" y="835819"/>
                </a:lnTo>
                <a:lnTo>
                  <a:pt x="1587223" y="838994"/>
                </a:lnTo>
                <a:lnTo>
                  <a:pt x="1584444" y="842963"/>
                </a:lnTo>
                <a:lnTo>
                  <a:pt x="1581665" y="846931"/>
                </a:lnTo>
                <a:lnTo>
                  <a:pt x="1578489" y="854075"/>
                </a:lnTo>
                <a:lnTo>
                  <a:pt x="1576106" y="860822"/>
                </a:lnTo>
                <a:lnTo>
                  <a:pt x="1574121" y="867966"/>
                </a:lnTo>
                <a:lnTo>
                  <a:pt x="1572533" y="875506"/>
                </a:lnTo>
                <a:lnTo>
                  <a:pt x="1571342" y="883444"/>
                </a:lnTo>
                <a:lnTo>
                  <a:pt x="1570151" y="890984"/>
                </a:lnTo>
                <a:lnTo>
                  <a:pt x="1568959" y="906859"/>
                </a:lnTo>
                <a:lnTo>
                  <a:pt x="1568165" y="923131"/>
                </a:lnTo>
                <a:lnTo>
                  <a:pt x="1566974" y="939006"/>
                </a:lnTo>
                <a:lnTo>
                  <a:pt x="1565783" y="946944"/>
                </a:lnTo>
                <a:lnTo>
                  <a:pt x="1564989" y="954484"/>
                </a:lnTo>
                <a:lnTo>
                  <a:pt x="1563401" y="961628"/>
                </a:lnTo>
                <a:lnTo>
                  <a:pt x="1561415" y="969169"/>
                </a:lnTo>
                <a:lnTo>
                  <a:pt x="1558636" y="976709"/>
                </a:lnTo>
                <a:lnTo>
                  <a:pt x="1555460" y="983456"/>
                </a:lnTo>
                <a:lnTo>
                  <a:pt x="1551887" y="989409"/>
                </a:lnTo>
                <a:lnTo>
                  <a:pt x="1548313" y="995363"/>
                </a:lnTo>
                <a:lnTo>
                  <a:pt x="1544343" y="1000522"/>
                </a:lnTo>
                <a:lnTo>
                  <a:pt x="1539578" y="1005284"/>
                </a:lnTo>
                <a:lnTo>
                  <a:pt x="1531637" y="1014809"/>
                </a:lnTo>
                <a:lnTo>
                  <a:pt x="1527667" y="1019969"/>
                </a:lnTo>
                <a:lnTo>
                  <a:pt x="1524093" y="1025525"/>
                </a:lnTo>
                <a:lnTo>
                  <a:pt x="1520520" y="1031081"/>
                </a:lnTo>
                <a:lnTo>
                  <a:pt x="1517741" y="1037431"/>
                </a:lnTo>
                <a:lnTo>
                  <a:pt x="1514961" y="1044178"/>
                </a:lnTo>
                <a:lnTo>
                  <a:pt x="1512976" y="1052513"/>
                </a:lnTo>
                <a:lnTo>
                  <a:pt x="1510991" y="1061244"/>
                </a:lnTo>
                <a:lnTo>
                  <a:pt x="1510197" y="1070769"/>
                </a:lnTo>
                <a:lnTo>
                  <a:pt x="1561415" y="1078309"/>
                </a:lnTo>
                <a:lnTo>
                  <a:pt x="1576900" y="1111250"/>
                </a:lnTo>
                <a:lnTo>
                  <a:pt x="1585635" y="1129903"/>
                </a:lnTo>
                <a:lnTo>
                  <a:pt x="1596355" y="1149350"/>
                </a:lnTo>
                <a:lnTo>
                  <a:pt x="1601517" y="1158478"/>
                </a:lnTo>
                <a:lnTo>
                  <a:pt x="1606679" y="1168003"/>
                </a:lnTo>
                <a:lnTo>
                  <a:pt x="1612237" y="1176734"/>
                </a:lnTo>
                <a:lnTo>
                  <a:pt x="1617796" y="1184672"/>
                </a:lnTo>
                <a:lnTo>
                  <a:pt x="1624149" y="1192609"/>
                </a:lnTo>
                <a:lnTo>
                  <a:pt x="1629707" y="1198959"/>
                </a:lnTo>
                <a:lnTo>
                  <a:pt x="1635663" y="1204516"/>
                </a:lnTo>
                <a:lnTo>
                  <a:pt x="1641619" y="1209278"/>
                </a:lnTo>
                <a:lnTo>
                  <a:pt x="1721821" y="1231106"/>
                </a:lnTo>
                <a:lnTo>
                  <a:pt x="1793687" y="1261269"/>
                </a:lnTo>
                <a:lnTo>
                  <a:pt x="1867537" y="1292622"/>
                </a:lnTo>
                <a:lnTo>
                  <a:pt x="1941387" y="1324372"/>
                </a:lnTo>
                <a:lnTo>
                  <a:pt x="2013649" y="1354931"/>
                </a:lnTo>
                <a:lnTo>
                  <a:pt x="2029531" y="1361678"/>
                </a:lnTo>
                <a:lnTo>
                  <a:pt x="2046207" y="1367631"/>
                </a:lnTo>
                <a:lnTo>
                  <a:pt x="2079161" y="1379141"/>
                </a:lnTo>
                <a:lnTo>
                  <a:pt x="2095440" y="1385094"/>
                </a:lnTo>
                <a:lnTo>
                  <a:pt x="2112116" y="1391444"/>
                </a:lnTo>
                <a:lnTo>
                  <a:pt x="2127998" y="1397397"/>
                </a:lnTo>
                <a:lnTo>
                  <a:pt x="2143085" y="1404144"/>
                </a:lnTo>
                <a:lnTo>
                  <a:pt x="2150232" y="1407716"/>
                </a:lnTo>
                <a:lnTo>
                  <a:pt x="2157776" y="1411684"/>
                </a:lnTo>
                <a:lnTo>
                  <a:pt x="2164923" y="1416050"/>
                </a:lnTo>
                <a:lnTo>
                  <a:pt x="2171673" y="1420019"/>
                </a:lnTo>
                <a:lnTo>
                  <a:pt x="2178423" y="1424384"/>
                </a:lnTo>
                <a:lnTo>
                  <a:pt x="2184775" y="1429147"/>
                </a:lnTo>
                <a:lnTo>
                  <a:pt x="2191128" y="1433909"/>
                </a:lnTo>
                <a:lnTo>
                  <a:pt x="2196687" y="1439069"/>
                </a:lnTo>
                <a:lnTo>
                  <a:pt x="2202245" y="1445022"/>
                </a:lnTo>
                <a:lnTo>
                  <a:pt x="2207804" y="1450578"/>
                </a:lnTo>
                <a:lnTo>
                  <a:pt x="2212965" y="1456928"/>
                </a:lnTo>
                <a:lnTo>
                  <a:pt x="2217333" y="1463278"/>
                </a:lnTo>
                <a:lnTo>
                  <a:pt x="2221700" y="1470422"/>
                </a:lnTo>
                <a:lnTo>
                  <a:pt x="2225274" y="1477566"/>
                </a:lnTo>
                <a:lnTo>
                  <a:pt x="2228847" y="1485503"/>
                </a:lnTo>
                <a:lnTo>
                  <a:pt x="2232023" y="1493441"/>
                </a:lnTo>
                <a:lnTo>
                  <a:pt x="2232023" y="1519634"/>
                </a:lnTo>
                <a:lnTo>
                  <a:pt x="2232817" y="1552178"/>
                </a:lnTo>
                <a:lnTo>
                  <a:pt x="2234406" y="1628378"/>
                </a:lnTo>
                <a:lnTo>
                  <a:pt x="2235597" y="1668859"/>
                </a:lnTo>
                <a:lnTo>
                  <a:pt x="2236391" y="1708150"/>
                </a:lnTo>
                <a:lnTo>
                  <a:pt x="2236788" y="1745059"/>
                </a:lnTo>
                <a:lnTo>
                  <a:pt x="2236391" y="1778000"/>
                </a:lnTo>
                <a:lnTo>
                  <a:pt x="374650" y="1778000"/>
                </a:lnTo>
                <a:lnTo>
                  <a:pt x="374650" y="1745059"/>
                </a:lnTo>
                <a:lnTo>
                  <a:pt x="374650" y="1708150"/>
                </a:lnTo>
                <a:lnTo>
                  <a:pt x="375444" y="1668859"/>
                </a:lnTo>
                <a:lnTo>
                  <a:pt x="376238" y="1628378"/>
                </a:lnTo>
                <a:lnTo>
                  <a:pt x="377826" y="1552178"/>
                </a:lnTo>
                <a:lnTo>
                  <a:pt x="378620" y="1519634"/>
                </a:lnTo>
                <a:lnTo>
                  <a:pt x="379017" y="1493441"/>
                </a:lnTo>
                <a:lnTo>
                  <a:pt x="381797" y="1485503"/>
                </a:lnTo>
                <a:lnTo>
                  <a:pt x="385370" y="1477566"/>
                </a:lnTo>
                <a:lnTo>
                  <a:pt x="389341" y="1470422"/>
                </a:lnTo>
                <a:lnTo>
                  <a:pt x="393311" y="1463278"/>
                </a:lnTo>
                <a:lnTo>
                  <a:pt x="398076" y="1456928"/>
                </a:lnTo>
                <a:lnTo>
                  <a:pt x="403237" y="1450578"/>
                </a:lnTo>
                <a:lnTo>
                  <a:pt x="408399" y="1445022"/>
                </a:lnTo>
                <a:lnTo>
                  <a:pt x="413957" y="1439069"/>
                </a:lnTo>
                <a:lnTo>
                  <a:pt x="419516" y="1433909"/>
                </a:lnTo>
                <a:lnTo>
                  <a:pt x="425869" y="1429147"/>
                </a:lnTo>
                <a:lnTo>
                  <a:pt x="432618" y="1424384"/>
                </a:lnTo>
                <a:lnTo>
                  <a:pt x="438971" y="1420019"/>
                </a:lnTo>
                <a:lnTo>
                  <a:pt x="445721" y="1416050"/>
                </a:lnTo>
                <a:lnTo>
                  <a:pt x="452868" y="1411684"/>
                </a:lnTo>
                <a:lnTo>
                  <a:pt x="460412" y="1407716"/>
                </a:lnTo>
                <a:lnTo>
                  <a:pt x="467558" y="1404144"/>
                </a:lnTo>
                <a:lnTo>
                  <a:pt x="482646" y="1397397"/>
                </a:lnTo>
                <a:lnTo>
                  <a:pt x="498925" y="1391444"/>
                </a:lnTo>
                <a:lnTo>
                  <a:pt x="515204" y="1385094"/>
                </a:lnTo>
                <a:lnTo>
                  <a:pt x="531483" y="1379141"/>
                </a:lnTo>
                <a:lnTo>
                  <a:pt x="564437" y="1367631"/>
                </a:lnTo>
                <a:lnTo>
                  <a:pt x="581113" y="1361678"/>
                </a:lnTo>
                <a:lnTo>
                  <a:pt x="597392" y="1354931"/>
                </a:lnTo>
                <a:lnTo>
                  <a:pt x="669257" y="1324372"/>
                </a:lnTo>
                <a:lnTo>
                  <a:pt x="743504" y="1292622"/>
                </a:lnTo>
                <a:lnTo>
                  <a:pt x="817354" y="1261269"/>
                </a:lnTo>
                <a:lnTo>
                  <a:pt x="888822" y="1231106"/>
                </a:lnTo>
                <a:lnTo>
                  <a:pt x="969025" y="1209278"/>
                </a:lnTo>
                <a:lnTo>
                  <a:pt x="974981" y="1204516"/>
                </a:lnTo>
                <a:lnTo>
                  <a:pt x="980937" y="1198959"/>
                </a:lnTo>
                <a:lnTo>
                  <a:pt x="986892" y="1192609"/>
                </a:lnTo>
                <a:lnTo>
                  <a:pt x="992848" y="1184672"/>
                </a:lnTo>
                <a:lnTo>
                  <a:pt x="998407" y="1176734"/>
                </a:lnTo>
                <a:lnTo>
                  <a:pt x="1003965" y="1168003"/>
                </a:lnTo>
                <a:lnTo>
                  <a:pt x="1009524" y="1158478"/>
                </a:lnTo>
                <a:lnTo>
                  <a:pt x="1015083" y="1149350"/>
                </a:lnTo>
                <a:lnTo>
                  <a:pt x="1025009" y="1129903"/>
                </a:lnTo>
                <a:lnTo>
                  <a:pt x="1034141" y="1111250"/>
                </a:lnTo>
                <a:lnTo>
                  <a:pt x="1049228" y="1078309"/>
                </a:lnTo>
                <a:lnTo>
                  <a:pt x="1087345" y="1068784"/>
                </a:lnTo>
                <a:lnTo>
                  <a:pt x="1085359" y="1060450"/>
                </a:lnTo>
                <a:lnTo>
                  <a:pt x="1082977" y="1053306"/>
                </a:lnTo>
                <a:lnTo>
                  <a:pt x="1080595" y="1046163"/>
                </a:lnTo>
                <a:lnTo>
                  <a:pt x="1077419" y="1040209"/>
                </a:lnTo>
                <a:lnTo>
                  <a:pt x="1074242" y="1034653"/>
                </a:lnTo>
                <a:lnTo>
                  <a:pt x="1071066" y="1029891"/>
                </a:lnTo>
                <a:lnTo>
                  <a:pt x="1067492" y="1025525"/>
                </a:lnTo>
                <a:lnTo>
                  <a:pt x="1063125" y="1020763"/>
                </a:lnTo>
                <a:lnTo>
                  <a:pt x="1055978" y="1012825"/>
                </a:lnTo>
                <a:lnTo>
                  <a:pt x="1048434" y="1004491"/>
                </a:lnTo>
                <a:lnTo>
                  <a:pt x="1045258" y="1000125"/>
                </a:lnTo>
                <a:lnTo>
                  <a:pt x="1042082" y="995363"/>
                </a:lnTo>
                <a:lnTo>
                  <a:pt x="1038905" y="989409"/>
                </a:lnTo>
                <a:lnTo>
                  <a:pt x="1036523" y="983456"/>
                </a:lnTo>
                <a:lnTo>
                  <a:pt x="1022229" y="830659"/>
                </a:lnTo>
                <a:lnTo>
                  <a:pt x="1021832" y="831056"/>
                </a:lnTo>
                <a:lnTo>
                  <a:pt x="1020641" y="831056"/>
                </a:lnTo>
                <a:lnTo>
                  <a:pt x="1016671" y="830659"/>
                </a:lnTo>
                <a:lnTo>
                  <a:pt x="1010715" y="829469"/>
                </a:lnTo>
                <a:lnTo>
                  <a:pt x="1003965" y="828278"/>
                </a:lnTo>
                <a:lnTo>
                  <a:pt x="990863" y="824309"/>
                </a:lnTo>
                <a:lnTo>
                  <a:pt x="985701" y="822325"/>
                </a:lnTo>
                <a:lnTo>
                  <a:pt x="982525" y="821134"/>
                </a:lnTo>
                <a:lnTo>
                  <a:pt x="978157" y="817959"/>
                </a:lnTo>
                <a:lnTo>
                  <a:pt x="973790" y="814388"/>
                </a:lnTo>
                <a:lnTo>
                  <a:pt x="969819" y="810419"/>
                </a:lnTo>
                <a:lnTo>
                  <a:pt x="966246" y="805656"/>
                </a:lnTo>
                <a:lnTo>
                  <a:pt x="962673" y="800497"/>
                </a:lnTo>
                <a:lnTo>
                  <a:pt x="959496" y="794941"/>
                </a:lnTo>
                <a:lnTo>
                  <a:pt x="956717" y="788988"/>
                </a:lnTo>
                <a:lnTo>
                  <a:pt x="953541" y="783034"/>
                </a:lnTo>
                <a:lnTo>
                  <a:pt x="951158" y="776684"/>
                </a:lnTo>
                <a:lnTo>
                  <a:pt x="948776" y="769541"/>
                </a:lnTo>
                <a:lnTo>
                  <a:pt x="944409" y="755253"/>
                </a:lnTo>
                <a:lnTo>
                  <a:pt x="941232" y="740172"/>
                </a:lnTo>
                <a:lnTo>
                  <a:pt x="938056" y="724694"/>
                </a:lnTo>
                <a:lnTo>
                  <a:pt x="935674" y="708819"/>
                </a:lnTo>
                <a:lnTo>
                  <a:pt x="934085" y="693341"/>
                </a:lnTo>
                <a:lnTo>
                  <a:pt x="932497" y="677466"/>
                </a:lnTo>
                <a:lnTo>
                  <a:pt x="931306" y="662781"/>
                </a:lnTo>
                <a:lnTo>
                  <a:pt x="929321" y="635000"/>
                </a:lnTo>
                <a:lnTo>
                  <a:pt x="926939" y="611981"/>
                </a:lnTo>
                <a:lnTo>
                  <a:pt x="926939" y="607616"/>
                </a:lnTo>
                <a:lnTo>
                  <a:pt x="927733" y="603250"/>
                </a:lnTo>
                <a:lnTo>
                  <a:pt x="929321" y="598884"/>
                </a:lnTo>
                <a:lnTo>
                  <a:pt x="931306" y="594519"/>
                </a:lnTo>
                <a:lnTo>
                  <a:pt x="935674" y="585391"/>
                </a:lnTo>
                <a:lnTo>
                  <a:pt x="940835" y="575866"/>
                </a:lnTo>
                <a:lnTo>
                  <a:pt x="943217" y="570706"/>
                </a:lnTo>
                <a:lnTo>
                  <a:pt x="945600" y="565150"/>
                </a:lnTo>
                <a:lnTo>
                  <a:pt x="947585" y="559594"/>
                </a:lnTo>
                <a:lnTo>
                  <a:pt x="949173" y="553641"/>
                </a:lnTo>
                <a:lnTo>
                  <a:pt x="950364" y="547291"/>
                </a:lnTo>
                <a:lnTo>
                  <a:pt x="950761" y="539750"/>
                </a:lnTo>
                <a:lnTo>
                  <a:pt x="950364" y="532606"/>
                </a:lnTo>
                <a:lnTo>
                  <a:pt x="949173" y="524669"/>
                </a:lnTo>
                <a:lnTo>
                  <a:pt x="944409" y="500856"/>
                </a:lnTo>
                <a:lnTo>
                  <a:pt x="940438" y="477441"/>
                </a:lnTo>
                <a:lnTo>
                  <a:pt x="937262" y="454422"/>
                </a:lnTo>
                <a:lnTo>
                  <a:pt x="934880" y="432197"/>
                </a:lnTo>
                <a:lnTo>
                  <a:pt x="933291" y="410766"/>
                </a:lnTo>
                <a:lnTo>
                  <a:pt x="932100" y="389334"/>
                </a:lnTo>
                <a:lnTo>
                  <a:pt x="931703" y="368300"/>
                </a:lnTo>
                <a:lnTo>
                  <a:pt x="932100" y="348059"/>
                </a:lnTo>
                <a:lnTo>
                  <a:pt x="932894" y="328613"/>
                </a:lnTo>
                <a:lnTo>
                  <a:pt x="934483" y="309563"/>
                </a:lnTo>
                <a:lnTo>
                  <a:pt x="936468" y="290909"/>
                </a:lnTo>
                <a:lnTo>
                  <a:pt x="939247" y="273447"/>
                </a:lnTo>
                <a:lnTo>
                  <a:pt x="942423" y="255984"/>
                </a:lnTo>
                <a:lnTo>
                  <a:pt x="946394" y="239713"/>
                </a:lnTo>
                <a:lnTo>
                  <a:pt x="950761" y="223441"/>
                </a:lnTo>
                <a:lnTo>
                  <a:pt x="956320" y="207566"/>
                </a:lnTo>
                <a:lnTo>
                  <a:pt x="961482" y="193278"/>
                </a:lnTo>
                <a:lnTo>
                  <a:pt x="967437" y="178991"/>
                </a:lnTo>
                <a:lnTo>
                  <a:pt x="973790" y="165497"/>
                </a:lnTo>
                <a:lnTo>
                  <a:pt x="980937" y="152400"/>
                </a:lnTo>
                <a:lnTo>
                  <a:pt x="988481" y="140494"/>
                </a:lnTo>
                <a:lnTo>
                  <a:pt x="996421" y="129381"/>
                </a:lnTo>
                <a:lnTo>
                  <a:pt x="1004362" y="118269"/>
                </a:lnTo>
                <a:lnTo>
                  <a:pt x="1013494" y="108347"/>
                </a:lnTo>
                <a:lnTo>
                  <a:pt x="1022229" y="99219"/>
                </a:lnTo>
                <a:lnTo>
                  <a:pt x="1031758" y="90091"/>
                </a:lnTo>
                <a:lnTo>
                  <a:pt x="1041685" y="82550"/>
                </a:lnTo>
                <a:lnTo>
                  <a:pt x="1051611" y="75406"/>
                </a:lnTo>
                <a:lnTo>
                  <a:pt x="1061934" y="68659"/>
                </a:lnTo>
                <a:lnTo>
                  <a:pt x="1073051" y="63103"/>
                </a:lnTo>
                <a:lnTo>
                  <a:pt x="1084168" y="58341"/>
                </a:lnTo>
                <a:lnTo>
                  <a:pt x="1095683" y="53975"/>
                </a:lnTo>
                <a:lnTo>
                  <a:pt x="1112358" y="47228"/>
                </a:lnTo>
                <a:lnTo>
                  <a:pt x="1131019" y="40084"/>
                </a:lnTo>
                <a:lnTo>
                  <a:pt x="1150872" y="32544"/>
                </a:lnTo>
                <a:lnTo>
                  <a:pt x="1171915" y="25400"/>
                </a:lnTo>
                <a:lnTo>
                  <a:pt x="1194547" y="18653"/>
                </a:lnTo>
                <a:lnTo>
                  <a:pt x="1206458" y="15875"/>
                </a:lnTo>
                <a:lnTo>
                  <a:pt x="1218369" y="12303"/>
                </a:lnTo>
                <a:lnTo>
                  <a:pt x="1230281" y="9525"/>
                </a:lnTo>
                <a:lnTo>
                  <a:pt x="1242986" y="7144"/>
                </a:lnTo>
                <a:lnTo>
                  <a:pt x="1255294" y="5159"/>
                </a:lnTo>
                <a:lnTo>
                  <a:pt x="1268397" y="3175"/>
                </a:lnTo>
                <a:lnTo>
                  <a:pt x="1281102" y="1588"/>
                </a:lnTo>
                <a:lnTo>
                  <a:pt x="1294602" y="794"/>
                </a:lnTo>
                <a:lnTo>
                  <a:pt x="1307704" y="0"/>
                </a:lnTo>
                <a:close/>
              </a:path>
            </a:pathLst>
          </a:custGeom>
          <a:gradFill>
            <a:gsLst>
              <a:gs pos="100000">
                <a:srgbClr val="B80106"/>
              </a:gs>
              <a:gs pos="0">
                <a:srgbClr val="FA0100">
                  <a:alpha val="46000"/>
                </a:srgbClr>
              </a:gs>
            </a:gsLst>
            <a:lin ang="10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612890" y="3443605"/>
            <a:ext cx="5022215" cy="1406525"/>
            <a:chOff x="626166" y="3737857"/>
            <a:chExt cx="6932934" cy="1406233"/>
          </a:xfrm>
        </p:grpSpPr>
        <p:sp>
          <p:nvSpPr>
            <p:cNvPr id="36" name="矩形 35"/>
            <p:cNvSpPr/>
            <p:nvPr/>
          </p:nvSpPr>
          <p:spPr>
            <a:xfrm>
              <a:off x="629214" y="3906876"/>
              <a:ext cx="6929886" cy="1237214"/>
            </a:xfrm>
            <a:prstGeom prst="rect">
              <a:avLst/>
            </a:prstGeom>
            <a:gradFill>
              <a:gsLst>
                <a:gs pos="0">
                  <a:srgbClr val="FF0000">
                    <a:alpha val="9000"/>
                  </a:srgbClr>
                </a:gs>
                <a:gs pos="100000">
                  <a:srgbClr val="FF0000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6000" b="1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626166" y="3737857"/>
              <a:ext cx="6932934" cy="249128"/>
              <a:chOff x="278090" y="6208341"/>
              <a:chExt cx="11598061" cy="430277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58775" y="6535767"/>
                <a:ext cx="11436985" cy="102847"/>
              </a:xfrm>
              <a:prstGeom prst="rect">
                <a:avLst/>
              </a:prstGeom>
              <a:gradFill>
                <a:gsLst>
                  <a:gs pos="50000">
                    <a:schemeClr val="bg1"/>
                  </a:gs>
                  <a:gs pos="1399">
                    <a:srgbClr val="F98384"/>
                  </a:gs>
                  <a:gs pos="99301">
                    <a:srgbClr val="F98384"/>
                  </a:gs>
                </a:gsLst>
                <a:lin ang="0" scaled="0"/>
              </a:gra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任意多边形: 形状 17"/>
              <p:cNvSpPr/>
              <p:nvPr/>
            </p:nvSpPr>
            <p:spPr>
              <a:xfrm>
                <a:off x="280642" y="6208341"/>
                <a:ext cx="11589089" cy="327429"/>
              </a:xfrm>
              <a:custGeom>
                <a:avLst/>
                <a:gdLst>
                  <a:gd name="connsiteX0" fmla="*/ 0 w 11582400"/>
                  <a:gd name="connsiteY0" fmla="*/ 60960 h 162560"/>
                  <a:gd name="connsiteX1" fmla="*/ 81280 w 11582400"/>
                  <a:gd name="connsiteY1" fmla="*/ 162560 h 162560"/>
                  <a:gd name="connsiteX2" fmla="*/ 11511280 w 11582400"/>
                  <a:gd name="connsiteY2" fmla="*/ 162560 h 162560"/>
                  <a:gd name="connsiteX3" fmla="*/ 11582400 w 11582400"/>
                  <a:gd name="connsiteY3" fmla="*/ 101600 h 162560"/>
                  <a:gd name="connsiteX4" fmla="*/ 11399520 w 11582400"/>
                  <a:gd name="connsiteY4" fmla="*/ 0 h 162560"/>
                  <a:gd name="connsiteX5" fmla="*/ 193040 w 11582400"/>
                  <a:gd name="connsiteY5" fmla="*/ 0 h 162560"/>
                  <a:gd name="connsiteX6" fmla="*/ 0 w 11582400"/>
                  <a:gd name="connsiteY6" fmla="*/ 60960 h 162560"/>
                  <a:gd name="connsiteX0-1" fmla="*/ 0 w 11582400"/>
                  <a:gd name="connsiteY0-2" fmla="*/ 110104 h 162560"/>
                  <a:gd name="connsiteX1-3" fmla="*/ 81280 w 11582400"/>
                  <a:gd name="connsiteY1-4" fmla="*/ 162560 h 162560"/>
                  <a:gd name="connsiteX2-5" fmla="*/ 11511280 w 11582400"/>
                  <a:gd name="connsiteY2-6" fmla="*/ 162560 h 162560"/>
                  <a:gd name="connsiteX3-7" fmla="*/ 11582400 w 11582400"/>
                  <a:gd name="connsiteY3-8" fmla="*/ 101600 h 162560"/>
                  <a:gd name="connsiteX4-9" fmla="*/ 11399520 w 11582400"/>
                  <a:gd name="connsiteY4-10" fmla="*/ 0 h 162560"/>
                  <a:gd name="connsiteX5-11" fmla="*/ 193040 w 11582400"/>
                  <a:gd name="connsiteY5-12" fmla="*/ 0 h 162560"/>
                  <a:gd name="connsiteX6-13" fmla="*/ 0 w 11582400"/>
                  <a:gd name="connsiteY6-14" fmla="*/ 110104 h 162560"/>
                  <a:gd name="connsiteX0-15" fmla="*/ 0 w 11582400"/>
                  <a:gd name="connsiteY0-16" fmla="*/ 110104 h 162560"/>
                  <a:gd name="connsiteX1-17" fmla="*/ 81280 w 11582400"/>
                  <a:gd name="connsiteY1-18" fmla="*/ 136919 h 162560"/>
                  <a:gd name="connsiteX2-19" fmla="*/ 11511280 w 11582400"/>
                  <a:gd name="connsiteY2-20" fmla="*/ 162560 h 162560"/>
                  <a:gd name="connsiteX3-21" fmla="*/ 11582400 w 11582400"/>
                  <a:gd name="connsiteY3-22" fmla="*/ 101600 h 162560"/>
                  <a:gd name="connsiteX4-23" fmla="*/ 11399520 w 11582400"/>
                  <a:gd name="connsiteY4-24" fmla="*/ 0 h 162560"/>
                  <a:gd name="connsiteX5-25" fmla="*/ 193040 w 11582400"/>
                  <a:gd name="connsiteY5-26" fmla="*/ 0 h 162560"/>
                  <a:gd name="connsiteX6-27" fmla="*/ 0 w 11582400"/>
                  <a:gd name="connsiteY6-28" fmla="*/ 110104 h 162560"/>
                  <a:gd name="connsiteX0-29" fmla="*/ 0 w 11582400"/>
                  <a:gd name="connsiteY0-30" fmla="*/ 110104 h 137721"/>
                  <a:gd name="connsiteX1-31" fmla="*/ 81280 w 11582400"/>
                  <a:gd name="connsiteY1-32" fmla="*/ 136919 h 137721"/>
                  <a:gd name="connsiteX2-33" fmla="*/ 11511280 w 11582400"/>
                  <a:gd name="connsiteY2-34" fmla="*/ 137721 h 137721"/>
                  <a:gd name="connsiteX3-35" fmla="*/ 11582400 w 11582400"/>
                  <a:gd name="connsiteY3-36" fmla="*/ 101600 h 137721"/>
                  <a:gd name="connsiteX4-37" fmla="*/ 11399520 w 11582400"/>
                  <a:gd name="connsiteY4-38" fmla="*/ 0 h 137721"/>
                  <a:gd name="connsiteX5-39" fmla="*/ 193040 w 11582400"/>
                  <a:gd name="connsiteY5-40" fmla="*/ 0 h 137721"/>
                  <a:gd name="connsiteX6-41" fmla="*/ 0 w 11582400"/>
                  <a:gd name="connsiteY6-42" fmla="*/ 110104 h 137721"/>
                  <a:gd name="connsiteX0-43" fmla="*/ 0 w 11590021"/>
                  <a:gd name="connsiteY0-44" fmla="*/ 110104 h 137721"/>
                  <a:gd name="connsiteX1-45" fmla="*/ 81280 w 11590021"/>
                  <a:gd name="connsiteY1-46" fmla="*/ 136919 h 137721"/>
                  <a:gd name="connsiteX2-47" fmla="*/ 11511280 w 11590021"/>
                  <a:gd name="connsiteY2-48" fmla="*/ 137721 h 137721"/>
                  <a:gd name="connsiteX3-49" fmla="*/ 11590021 w 11590021"/>
                  <a:gd name="connsiteY3-50" fmla="*/ 109613 h 137721"/>
                  <a:gd name="connsiteX4-51" fmla="*/ 11399520 w 11590021"/>
                  <a:gd name="connsiteY4-52" fmla="*/ 0 h 137721"/>
                  <a:gd name="connsiteX5-53" fmla="*/ 193040 w 11590021"/>
                  <a:gd name="connsiteY5-54" fmla="*/ 0 h 137721"/>
                  <a:gd name="connsiteX6-55" fmla="*/ 0 w 11590021"/>
                  <a:gd name="connsiteY6-56" fmla="*/ 110104 h 13772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11590021" h="137721">
                    <a:moveTo>
                      <a:pt x="0" y="110104"/>
                    </a:moveTo>
                    <a:lnTo>
                      <a:pt x="81280" y="136919"/>
                    </a:lnTo>
                    <a:lnTo>
                      <a:pt x="11511280" y="137721"/>
                    </a:lnTo>
                    <a:lnTo>
                      <a:pt x="11590021" y="109613"/>
                    </a:lnTo>
                    <a:lnTo>
                      <a:pt x="11399520" y="0"/>
                    </a:lnTo>
                    <a:lnTo>
                      <a:pt x="193040" y="0"/>
                    </a:lnTo>
                    <a:lnTo>
                      <a:pt x="0" y="110104"/>
                    </a:lnTo>
                    <a:close/>
                  </a:path>
                </a:pathLst>
              </a:custGeom>
              <a:gradFill>
                <a:gsLst>
                  <a:gs pos="35000">
                    <a:srgbClr val="FF0000">
                      <a:alpha val="0"/>
                    </a:srgbClr>
                  </a:gs>
                  <a:gs pos="100000">
                    <a:srgbClr val="C00000">
                      <a:alpha val="8000"/>
                    </a:srgbClr>
                  </a:gs>
                </a:gsLst>
                <a:lin ang="5400000" scaled="0"/>
              </a:gradFill>
              <a:ln w="6350" cap="flat" cmpd="sng" algn="ctr">
                <a:gradFill>
                  <a:gsLst>
                    <a:gs pos="10000">
                      <a:srgbClr val="FF0000">
                        <a:alpha val="0"/>
                      </a:srgbClr>
                    </a:gs>
                    <a:gs pos="100000">
                      <a:srgbClr val="C00000">
                        <a:alpha val="31000"/>
                      </a:srgbClr>
                    </a:gs>
                  </a:gsLst>
                  <a:lin ang="5400000" scaled="1"/>
                </a:gra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阿里巴巴普惠体 R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任意多边形: 形状 18"/>
              <p:cNvSpPr/>
              <p:nvPr/>
            </p:nvSpPr>
            <p:spPr>
              <a:xfrm>
                <a:off x="278090" y="6473518"/>
                <a:ext cx="80686" cy="165100"/>
              </a:xfrm>
              <a:custGeom>
                <a:avLst/>
                <a:gdLst>
                  <a:gd name="connsiteX0" fmla="*/ 0 w 81280"/>
                  <a:gd name="connsiteY0" fmla="*/ 0 h 172720"/>
                  <a:gd name="connsiteX1" fmla="*/ 81280 w 81280"/>
                  <a:gd name="connsiteY1" fmla="*/ 71120 h 172720"/>
                  <a:gd name="connsiteX2" fmla="*/ 81280 w 81280"/>
                  <a:gd name="connsiteY2" fmla="*/ 172720 h 172720"/>
                  <a:gd name="connsiteX3" fmla="*/ 5080 w 81280"/>
                  <a:gd name="connsiteY3" fmla="*/ 111760 h 172720"/>
                  <a:gd name="connsiteX4" fmla="*/ 0 w 81280"/>
                  <a:gd name="connsiteY4" fmla="*/ 0 h 172720"/>
                  <a:gd name="connsiteX0-1" fmla="*/ 0 w 77470"/>
                  <a:gd name="connsiteY0-2" fmla="*/ 0 h 168910"/>
                  <a:gd name="connsiteX1-3" fmla="*/ 77470 w 77470"/>
                  <a:gd name="connsiteY1-4" fmla="*/ 67310 h 168910"/>
                  <a:gd name="connsiteX2-5" fmla="*/ 77470 w 77470"/>
                  <a:gd name="connsiteY2-6" fmla="*/ 168910 h 168910"/>
                  <a:gd name="connsiteX3-7" fmla="*/ 1270 w 77470"/>
                  <a:gd name="connsiteY3-8" fmla="*/ 107950 h 168910"/>
                  <a:gd name="connsiteX4-9" fmla="*/ 0 w 77470"/>
                  <a:gd name="connsiteY4-10" fmla="*/ 0 h 168910"/>
                  <a:gd name="connsiteX0-11" fmla="*/ 613 w 76282"/>
                  <a:gd name="connsiteY0-12" fmla="*/ 0 h 165100"/>
                  <a:gd name="connsiteX1-13" fmla="*/ 76282 w 76282"/>
                  <a:gd name="connsiteY1-14" fmla="*/ 63500 h 165100"/>
                  <a:gd name="connsiteX2-15" fmla="*/ 76282 w 76282"/>
                  <a:gd name="connsiteY2-16" fmla="*/ 165100 h 165100"/>
                  <a:gd name="connsiteX3-17" fmla="*/ 82 w 76282"/>
                  <a:gd name="connsiteY3-18" fmla="*/ 104140 h 165100"/>
                  <a:gd name="connsiteX4-19" fmla="*/ 613 w 76282"/>
                  <a:gd name="connsiteY4-20" fmla="*/ 0 h 1651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6282" h="165100">
                    <a:moveTo>
                      <a:pt x="613" y="0"/>
                    </a:moveTo>
                    <a:lnTo>
                      <a:pt x="76282" y="63500"/>
                    </a:lnTo>
                    <a:lnTo>
                      <a:pt x="76282" y="165100"/>
                    </a:lnTo>
                    <a:lnTo>
                      <a:pt x="82" y="104140"/>
                    </a:lnTo>
                    <a:cubicBezTo>
                      <a:pt x="-341" y="68157"/>
                      <a:pt x="1036" y="35983"/>
                      <a:pt x="613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0000">
                      <a:alpha val="12000"/>
                    </a:srgbClr>
                  </a:gs>
                  <a:gs pos="0">
                    <a:srgbClr val="F98384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任意多边形: 形状 19"/>
              <p:cNvSpPr/>
              <p:nvPr/>
            </p:nvSpPr>
            <p:spPr>
              <a:xfrm flipH="1">
                <a:off x="11795465" y="6473518"/>
                <a:ext cx="80686" cy="165100"/>
              </a:xfrm>
              <a:custGeom>
                <a:avLst/>
                <a:gdLst>
                  <a:gd name="connsiteX0" fmla="*/ 0 w 81280"/>
                  <a:gd name="connsiteY0" fmla="*/ 0 h 172720"/>
                  <a:gd name="connsiteX1" fmla="*/ 81280 w 81280"/>
                  <a:gd name="connsiteY1" fmla="*/ 71120 h 172720"/>
                  <a:gd name="connsiteX2" fmla="*/ 81280 w 81280"/>
                  <a:gd name="connsiteY2" fmla="*/ 172720 h 172720"/>
                  <a:gd name="connsiteX3" fmla="*/ 5080 w 81280"/>
                  <a:gd name="connsiteY3" fmla="*/ 111760 h 172720"/>
                  <a:gd name="connsiteX4" fmla="*/ 0 w 81280"/>
                  <a:gd name="connsiteY4" fmla="*/ 0 h 172720"/>
                  <a:gd name="connsiteX0-1" fmla="*/ 0 w 77470"/>
                  <a:gd name="connsiteY0-2" fmla="*/ 0 h 168910"/>
                  <a:gd name="connsiteX1-3" fmla="*/ 77470 w 77470"/>
                  <a:gd name="connsiteY1-4" fmla="*/ 67310 h 168910"/>
                  <a:gd name="connsiteX2-5" fmla="*/ 77470 w 77470"/>
                  <a:gd name="connsiteY2-6" fmla="*/ 168910 h 168910"/>
                  <a:gd name="connsiteX3-7" fmla="*/ 1270 w 77470"/>
                  <a:gd name="connsiteY3-8" fmla="*/ 107950 h 168910"/>
                  <a:gd name="connsiteX4-9" fmla="*/ 0 w 77470"/>
                  <a:gd name="connsiteY4-10" fmla="*/ 0 h 168910"/>
                  <a:gd name="connsiteX0-11" fmla="*/ 613 w 76282"/>
                  <a:gd name="connsiteY0-12" fmla="*/ 0 h 165100"/>
                  <a:gd name="connsiteX1-13" fmla="*/ 76282 w 76282"/>
                  <a:gd name="connsiteY1-14" fmla="*/ 63500 h 165100"/>
                  <a:gd name="connsiteX2-15" fmla="*/ 76282 w 76282"/>
                  <a:gd name="connsiteY2-16" fmla="*/ 165100 h 165100"/>
                  <a:gd name="connsiteX3-17" fmla="*/ 82 w 76282"/>
                  <a:gd name="connsiteY3-18" fmla="*/ 104140 h 165100"/>
                  <a:gd name="connsiteX4-19" fmla="*/ 613 w 76282"/>
                  <a:gd name="connsiteY4-20" fmla="*/ 0 h 1651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6282" h="165100">
                    <a:moveTo>
                      <a:pt x="613" y="0"/>
                    </a:moveTo>
                    <a:lnTo>
                      <a:pt x="76282" y="63500"/>
                    </a:lnTo>
                    <a:lnTo>
                      <a:pt x="76282" y="165100"/>
                    </a:lnTo>
                    <a:lnTo>
                      <a:pt x="82" y="104140"/>
                    </a:lnTo>
                    <a:cubicBezTo>
                      <a:pt x="-341" y="68157"/>
                      <a:pt x="1036" y="35983"/>
                      <a:pt x="613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0000">
                      <a:alpha val="12000"/>
                    </a:srgbClr>
                  </a:gs>
                  <a:gs pos="0">
                    <a:srgbClr val="F98384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>
            <a:off x="8475000" y="3209393"/>
            <a:ext cx="1260371" cy="430883"/>
          </a:xfrm>
          <a:prstGeom prst="rect">
            <a:avLst/>
          </a:prstGeom>
          <a:noFill/>
        </p:spPr>
        <p:txBody>
          <a:bodyPr wrap="square" lIns="91426" tIns="45718" rIns="91426" bIns="45718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200" b="0" i="0" u="none" strike="noStrike" cap="none" spc="-30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政企市场</a:t>
            </a:r>
            <a:endParaRPr kumimoji="0" lang="zh-CN" altLang="en-US" sz="22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2" name="iconfont-1039-872568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8242656" y="3276131"/>
            <a:ext cx="231280" cy="251185"/>
          </a:xfrm>
          <a:custGeom>
            <a:avLst/>
            <a:gdLst>
              <a:gd name="T0" fmla="*/ 7952 w 8836"/>
              <a:gd name="T1" fmla="*/ 8998 h 9598"/>
              <a:gd name="T2" fmla="*/ 7952 w 8836"/>
              <a:gd name="T3" fmla="*/ 1080 h 9598"/>
              <a:gd name="T4" fmla="*/ 6707 w 8836"/>
              <a:gd name="T5" fmla="*/ 0 h 9598"/>
              <a:gd name="T6" fmla="*/ 2530 w 8836"/>
              <a:gd name="T7" fmla="*/ 1560 h 9598"/>
              <a:gd name="T8" fmla="*/ 2530 w 8836"/>
              <a:gd name="T9" fmla="*/ 1960 h 9598"/>
              <a:gd name="T10" fmla="*/ 6306 w 8836"/>
              <a:gd name="T11" fmla="*/ 680 h 9598"/>
              <a:gd name="T12" fmla="*/ 6306 w 8836"/>
              <a:gd name="T13" fmla="*/ 9558 h 9598"/>
              <a:gd name="T14" fmla="*/ 8836 w 8836"/>
              <a:gd name="T15" fmla="*/ 9558 h 9598"/>
              <a:gd name="T16" fmla="*/ 8836 w 8836"/>
              <a:gd name="T17" fmla="*/ 8998 h 9598"/>
              <a:gd name="T18" fmla="*/ 7952 w 8836"/>
              <a:gd name="T19" fmla="*/ 8998 h 9598"/>
              <a:gd name="T20" fmla="*/ 1165 w 8836"/>
              <a:gd name="T21" fmla="*/ 6559 h 9598"/>
              <a:gd name="T22" fmla="*/ 3173 w 8836"/>
              <a:gd name="T23" fmla="*/ 6159 h 9598"/>
              <a:gd name="T24" fmla="*/ 3173 w 8836"/>
              <a:gd name="T25" fmla="*/ 5159 h 9598"/>
              <a:gd name="T26" fmla="*/ 1165 w 8836"/>
              <a:gd name="T27" fmla="*/ 5679 h 9598"/>
              <a:gd name="T28" fmla="*/ 1165 w 8836"/>
              <a:gd name="T29" fmla="*/ 6559 h 9598"/>
              <a:gd name="T30" fmla="*/ 1165 w 8836"/>
              <a:gd name="T31" fmla="*/ 9558 h 9598"/>
              <a:gd name="T32" fmla="*/ 3173 w 8836"/>
              <a:gd name="T33" fmla="*/ 9558 h 9598"/>
              <a:gd name="T34" fmla="*/ 3173 w 8836"/>
              <a:gd name="T35" fmla="*/ 8518 h 9598"/>
              <a:gd name="T36" fmla="*/ 1165 w 8836"/>
              <a:gd name="T37" fmla="*/ 8678 h 9598"/>
              <a:gd name="T38" fmla="*/ 1165 w 8836"/>
              <a:gd name="T39" fmla="*/ 9558 h 9598"/>
              <a:gd name="T40" fmla="*/ 1165 w 8836"/>
              <a:gd name="T41" fmla="*/ 8078 h 9598"/>
              <a:gd name="T42" fmla="*/ 3173 w 8836"/>
              <a:gd name="T43" fmla="*/ 7878 h 9598"/>
              <a:gd name="T44" fmla="*/ 3173 w 8836"/>
              <a:gd name="T45" fmla="*/ 6879 h 9598"/>
              <a:gd name="T46" fmla="*/ 1165 w 8836"/>
              <a:gd name="T47" fmla="*/ 7198 h 9598"/>
              <a:gd name="T48" fmla="*/ 1165 w 8836"/>
              <a:gd name="T49" fmla="*/ 8078 h 9598"/>
              <a:gd name="T50" fmla="*/ 1165 w 8836"/>
              <a:gd name="T51" fmla="*/ 5039 h 9598"/>
              <a:gd name="T52" fmla="*/ 3173 w 8836"/>
              <a:gd name="T53" fmla="*/ 4479 h 9598"/>
              <a:gd name="T54" fmla="*/ 3173 w 8836"/>
              <a:gd name="T55" fmla="*/ 3439 h 9598"/>
              <a:gd name="T56" fmla="*/ 1165 w 8836"/>
              <a:gd name="T57" fmla="*/ 4119 h 9598"/>
              <a:gd name="T58" fmla="*/ 1165 w 8836"/>
              <a:gd name="T59" fmla="*/ 5039 h 9598"/>
              <a:gd name="T60" fmla="*/ 5342 w 8836"/>
              <a:gd name="T61" fmla="*/ 2440 h 9598"/>
              <a:gd name="T62" fmla="*/ 4217 w 8836"/>
              <a:gd name="T63" fmla="*/ 1760 h 9598"/>
              <a:gd name="T64" fmla="*/ 0 w 8836"/>
              <a:gd name="T65" fmla="*/ 3279 h 9598"/>
              <a:gd name="T66" fmla="*/ 0 w 8836"/>
              <a:gd name="T67" fmla="*/ 9598 h 9598"/>
              <a:gd name="T68" fmla="*/ 562 w 8836"/>
              <a:gd name="T69" fmla="*/ 9598 h 9598"/>
              <a:gd name="T70" fmla="*/ 562 w 8836"/>
              <a:gd name="T71" fmla="*/ 3559 h 9598"/>
              <a:gd name="T72" fmla="*/ 3735 w 8836"/>
              <a:gd name="T73" fmla="*/ 2519 h 9598"/>
              <a:gd name="T74" fmla="*/ 3735 w 8836"/>
              <a:gd name="T75" fmla="*/ 9558 h 9598"/>
              <a:gd name="T76" fmla="*/ 5382 w 8836"/>
              <a:gd name="T77" fmla="*/ 9558 h 9598"/>
              <a:gd name="T78" fmla="*/ 5342 w 8836"/>
              <a:gd name="T79" fmla="*/ 2440 h 9598"/>
              <a:gd name="T80" fmla="*/ 5342 w 8836"/>
              <a:gd name="T81" fmla="*/ 2440 h 9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8836" h="9598">
                <a:moveTo>
                  <a:pt x="7952" y="8998"/>
                </a:moveTo>
                <a:lnTo>
                  <a:pt x="7952" y="1080"/>
                </a:lnTo>
                <a:lnTo>
                  <a:pt x="6707" y="0"/>
                </a:lnTo>
                <a:lnTo>
                  <a:pt x="2530" y="1560"/>
                </a:lnTo>
                <a:lnTo>
                  <a:pt x="2530" y="1960"/>
                </a:lnTo>
                <a:lnTo>
                  <a:pt x="6306" y="680"/>
                </a:lnTo>
                <a:lnTo>
                  <a:pt x="6306" y="9558"/>
                </a:lnTo>
                <a:lnTo>
                  <a:pt x="8836" y="9558"/>
                </a:lnTo>
                <a:lnTo>
                  <a:pt x="8836" y="8998"/>
                </a:lnTo>
                <a:lnTo>
                  <a:pt x="7952" y="8998"/>
                </a:lnTo>
                <a:close/>
                <a:moveTo>
                  <a:pt x="1165" y="6559"/>
                </a:moveTo>
                <a:lnTo>
                  <a:pt x="3173" y="6159"/>
                </a:lnTo>
                <a:lnTo>
                  <a:pt x="3173" y="5159"/>
                </a:lnTo>
                <a:lnTo>
                  <a:pt x="1165" y="5679"/>
                </a:lnTo>
                <a:lnTo>
                  <a:pt x="1165" y="6559"/>
                </a:lnTo>
                <a:close/>
                <a:moveTo>
                  <a:pt x="1165" y="9558"/>
                </a:moveTo>
                <a:lnTo>
                  <a:pt x="3173" y="9558"/>
                </a:lnTo>
                <a:lnTo>
                  <a:pt x="3173" y="8518"/>
                </a:lnTo>
                <a:lnTo>
                  <a:pt x="1165" y="8678"/>
                </a:lnTo>
                <a:lnTo>
                  <a:pt x="1165" y="9558"/>
                </a:lnTo>
                <a:close/>
                <a:moveTo>
                  <a:pt x="1165" y="8078"/>
                </a:moveTo>
                <a:lnTo>
                  <a:pt x="3173" y="7878"/>
                </a:lnTo>
                <a:lnTo>
                  <a:pt x="3173" y="6879"/>
                </a:lnTo>
                <a:lnTo>
                  <a:pt x="1165" y="7198"/>
                </a:lnTo>
                <a:lnTo>
                  <a:pt x="1165" y="8078"/>
                </a:lnTo>
                <a:close/>
                <a:moveTo>
                  <a:pt x="1165" y="5039"/>
                </a:moveTo>
                <a:lnTo>
                  <a:pt x="3173" y="4479"/>
                </a:lnTo>
                <a:lnTo>
                  <a:pt x="3173" y="3439"/>
                </a:lnTo>
                <a:lnTo>
                  <a:pt x="1165" y="4119"/>
                </a:lnTo>
                <a:lnTo>
                  <a:pt x="1165" y="5039"/>
                </a:lnTo>
                <a:close/>
                <a:moveTo>
                  <a:pt x="5342" y="2440"/>
                </a:moveTo>
                <a:lnTo>
                  <a:pt x="4217" y="1760"/>
                </a:lnTo>
                <a:lnTo>
                  <a:pt x="0" y="3279"/>
                </a:lnTo>
                <a:lnTo>
                  <a:pt x="0" y="9598"/>
                </a:lnTo>
                <a:lnTo>
                  <a:pt x="562" y="9598"/>
                </a:lnTo>
                <a:lnTo>
                  <a:pt x="562" y="3559"/>
                </a:lnTo>
                <a:lnTo>
                  <a:pt x="3735" y="2519"/>
                </a:lnTo>
                <a:lnTo>
                  <a:pt x="3735" y="9558"/>
                </a:lnTo>
                <a:lnTo>
                  <a:pt x="5382" y="9558"/>
                </a:lnTo>
                <a:lnTo>
                  <a:pt x="5342" y="2440"/>
                </a:lnTo>
                <a:close/>
                <a:moveTo>
                  <a:pt x="5342" y="2440"/>
                </a:moveTo>
                <a:close/>
              </a:path>
            </a:pathLst>
          </a:custGeom>
          <a:gradFill>
            <a:gsLst>
              <a:gs pos="100000">
                <a:srgbClr val="B80106"/>
              </a:gs>
              <a:gs pos="0">
                <a:srgbClr val="FA0100">
                  <a:alpha val="46000"/>
                </a:srgbClr>
              </a:gs>
            </a:gsLst>
            <a:lin ang="10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梯形 52"/>
          <p:cNvSpPr/>
          <p:nvPr/>
        </p:nvSpPr>
        <p:spPr>
          <a:xfrm>
            <a:off x="160774" y="6306483"/>
            <a:ext cx="11793794" cy="233737"/>
          </a:xfrm>
          <a:prstGeom prst="trapezoid">
            <a:avLst>
              <a:gd name="adj" fmla="val 8838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99000">
                <a:srgbClr val="FF0000">
                  <a:alpha val="8000"/>
                </a:srgbClr>
              </a:gs>
            </a:gsLst>
            <a:lin ang="5400000" scaled="0"/>
          </a:gradFill>
          <a:ln w="6350" cap="flat" cmpd="sng" algn="ctr">
            <a:gradFill flip="none" rotWithShape="1">
              <a:gsLst>
                <a:gs pos="5000">
                  <a:srgbClr val="B80106">
                    <a:lumMod val="0"/>
                    <a:lumOff val="100000"/>
                    <a:alpha val="3000"/>
                  </a:srgbClr>
                </a:gs>
                <a:gs pos="100000">
                  <a:srgbClr val="B80106">
                    <a:alpha val="62000"/>
                  </a:srgb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10268" y="6118555"/>
            <a:ext cx="1841367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</a:rPr>
              <a:t>抓好积分佣金杠杆</a:t>
            </a:r>
            <a:endParaRPr lang="zh-CN" altLang="en-US" sz="1600" kern="0" spc="-200" dirty="0">
              <a:solidFill>
                <a:srgbClr val="C00000"/>
              </a:solidFill>
              <a:effectLst>
                <a:reflection blurRad="12700" stA="17000" endPos="9000" dir="5400000" sy="-100000" algn="bl" rotWithShape="0"/>
              </a:effectLst>
              <a:uFillTx/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064510" y="6142355"/>
            <a:ext cx="2782570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抓客经</a:t>
            </a:r>
            <a:r>
              <a:rPr lang="en-US" altLang="zh-CN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/</a:t>
            </a:r>
            <a:r>
              <a:rPr lang="zh-CN" altLang="en-US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政企工作台赋能</a:t>
            </a:r>
            <a:endParaRPr lang="zh-CN" altLang="en-US" sz="1600" kern="0" spc="-200" dirty="0">
              <a:solidFill>
                <a:srgbClr val="C00000"/>
              </a:solidFill>
              <a:effectLst>
                <a:reflection blurRad="12700" stA="17000" endPos="9000" dir="5400000" sy="-100000" algn="bl" rotWithShape="0"/>
              </a:effectLst>
              <a:uFillTx/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625193" y="6148269"/>
            <a:ext cx="1893969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公众/政企模型赋能</a:t>
            </a:r>
            <a:endParaRPr lang="zh-CN" altLang="en-US" sz="1600" kern="0" spc="-200" dirty="0">
              <a:solidFill>
                <a:srgbClr val="C00000"/>
              </a:solidFill>
              <a:effectLst>
                <a:reflection blurRad="12700" stA="17000" endPos="9000" dir="5400000" sy="-100000" algn="bl" rotWithShape="0"/>
              </a:effectLst>
              <a:uFillTx/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620832" y="6118555"/>
            <a:ext cx="1893969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kern="0" spc="-200" dirty="0">
                <a:solidFill>
                  <a:srgbClr val="C00000"/>
                </a:solidFill>
                <a:effectLst>
                  <a:reflection blurRad="12700" stA="17000" endPos="9000" dir="5400000" sy="-100000" algn="bl" rotWithShape="0"/>
                </a:effectLst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做好新套餐应对</a:t>
            </a:r>
            <a:endParaRPr lang="zh-CN" altLang="en-US" sz="1600" kern="0" spc="-200" dirty="0">
              <a:solidFill>
                <a:srgbClr val="C00000"/>
              </a:solidFill>
              <a:effectLst>
                <a:reflection blurRad="12700" stA="17000" endPos="9000" dir="5400000" sy="-100000" algn="bl" rotWithShape="0"/>
              </a:effectLst>
              <a:uFillTx/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</p:txBody>
      </p:sp>
      <p:cxnSp>
        <p:nvCxnSpPr>
          <p:cNvPr id="58" name="直接连接符 332"/>
          <p:cNvCxnSpPr/>
          <p:nvPr/>
        </p:nvCxnSpPr>
        <p:spPr>
          <a:xfrm flipV="1">
            <a:off x="2689735" y="6136390"/>
            <a:ext cx="222445" cy="295424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332"/>
          <p:cNvCxnSpPr/>
          <p:nvPr/>
        </p:nvCxnSpPr>
        <p:spPr>
          <a:xfrm flipV="1">
            <a:off x="6167262" y="6209940"/>
            <a:ext cx="175566" cy="275453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332"/>
          <p:cNvCxnSpPr/>
          <p:nvPr/>
        </p:nvCxnSpPr>
        <p:spPr>
          <a:xfrm flipV="1">
            <a:off x="8812210" y="6190030"/>
            <a:ext cx="222445" cy="295424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3645324" y="5920702"/>
            <a:ext cx="4937808" cy="157166"/>
            <a:chOff x="838627" y="4060030"/>
            <a:chExt cx="5166916" cy="157166"/>
          </a:xfrm>
        </p:grpSpPr>
        <p:grpSp>
          <p:nvGrpSpPr>
            <p:cNvPr id="64" name="组合 63"/>
            <p:cNvGrpSpPr/>
            <p:nvPr/>
          </p:nvGrpSpPr>
          <p:grpSpPr>
            <a:xfrm>
              <a:off x="838627" y="4096489"/>
              <a:ext cx="5166916" cy="58783"/>
              <a:chOff x="833124" y="4096489"/>
              <a:chExt cx="5166916" cy="58783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833124" y="4096489"/>
                <a:ext cx="543367" cy="58783"/>
                <a:chOff x="833124" y="4096489"/>
                <a:chExt cx="543367" cy="58783"/>
              </a:xfrm>
            </p:grpSpPr>
            <p:sp>
              <p:nvSpPr>
                <p:cNvPr id="66" name="任意多边形: 形状 191"/>
                <p:cNvSpPr/>
                <p:nvPr/>
              </p:nvSpPr>
              <p:spPr>
                <a:xfrm>
                  <a:off x="833124" y="4096489"/>
                  <a:ext cx="515983" cy="58783"/>
                </a:xfrm>
                <a:custGeom>
                  <a:avLst/>
                  <a:gdLst>
                    <a:gd name="connsiteX0" fmla="*/ 0 w 515983"/>
                    <a:gd name="connsiteY0" fmla="*/ 0 h 58783"/>
                    <a:gd name="connsiteX1" fmla="*/ 457200 w 515983"/>
                    <a:gd name="connsiteY1" fmla="*/ 0 h 58783"/>
                    <a:gd name="connsiteX2" fmla="*/ 515983 w 515983"/>
                    <a:gd name="connsiteY2" fmla="*/ 58783 h 58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5983" h="58783">
                      <a:moveTo>
                        <a:pt x="0" y="0"/>
                      </a:moveTo>
                      <a:lnTo>
                        <a:pt x="457200" y="0"/>
                      </a:lnTo>
                      <a:lnTo>
                        <a:pt x="515983" y="58783"/>
                      </a:lnTo>
                    </a:path>
                  </a:pathLst>
                </a:custGeom>
                <a:noFill/>
                <a:ln w="9525" cap="flat" cmpd="sng" algn="ctr">
                  <a:gradFill flip="none" rotWithShape="1">
                    <a:gsLst>
                      <a:gs pos="45000">
                        <a:srgbClr val="F19500">
                          <a:lumMod val="32000"/>
                          <a:lumOff val="68000"/>
                        </a:srgbClr>
                      </a:gs>
                      <a:gs pos="8000">
                        <a:schemeClr val="accent6">
                          <a:lumMod val="12000"/>
                          <a:lumOff val="88000"/>
                        </a:schemeClr>
                      </a:gs>
                      <a:gs pos="100000">
                        <a:srgbClr val="C00000">
                          <a:lumMod val="33000"/>
                          <a:lumOff val="67000"/>
                        </a:srgbClr>
                      </a:gs>
                    </a:gsLst>
                    <a:lin ang="0" scaled="1"/>
                    <a:tileRect/>
                  </a:gradFill>
                  <a:prstDash val="solid"/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7" name="直接连接符 66"/>
                <p:cNvCxnSpPr/>
                <p:nvPr/>
              </p:nvCxnSpPr>
              <p:spPr>
                <a:xfrm>
                  <a:off x="1321722" y="4096489"/>
                  <a:ext cx="54769" cy="54769"/>
                </a:xfrm>
                <a:prstGeom prst="line">
                  <a:avLst/>
                </a:prstGeom>
                <a:noFill/>
                <a:ln w="9525" cap="flat" cmpd="sng" algn="ctr">
                  <a:gradFill flip="none" rotWithShape="1">
                    <a:gsLst>
                      <a:gs pos="45000">
                        <a:srgbClr val="F19500">
                          <a:lumMod val="32000"/>
                          <a:lumOff val="68000"/>
                        </a:srgbClr>
                      </a:gs>
                      <a:gs pos="8000">
                        <a:schemeClr val="accent6">
                          <a:lumMod val="12000"/>
                          <a:lumOff val="88000"/>
                        </a:schemeClr>
                      </a:gs>
                      <a:gs pos="100000">
                        <a:srgbClr val="C00000">
                          <a:lumMod val="33000"/>
                          <a:lumOff val="67000"/>
                        </a:srgbClr>
                      </a:gs>
                    </a:gsLst>
                    <a:lin ang="0" scaled="1"/>
                    <a:tileRect/>
                  </a:gradFill>
                  <a:prstDash val="solid"/>
                  <a:miter lim="800000"/>
                </a:ln>
              </p:spPr>
            </p:cxnSp>
          </p:grpSp>
          <p:grpSp>
            <p:nvGrpSpPr>
              <p:cNvPr id="68" name="组合 67"/>
              <p:cNvGrpSpPr/>
              <p:nvPr/>
            </p:nvGrpSpPr>
            <p:grpSpPr>
              <a:xfrm flipH="1">
                <a:off x="5456673" y="4096489"/>
                <a:ext cx="543367" cy="58783"/>
                <a:chOff x="833124" y="4096489"/>
                <a:chExt cx="543367" cy="58783"/>
              </a:xfrm>
            </p:grpSpPr>
            <p:sp>
              <p:nvSpPr>
                <p:cNvPr id="69" name="任意多边形: 形状 189"/>
                <p:cNvSpPr/>
                <p:nvPr/>
              </p:nvSpPr>
              <p:spPr>
                <a:xfrm>
                  <a:off x="833124" y="4096489"/>
                  <a:ext cx="515983" cy="58783"/>
                </a:xfrm>
                <a:custGeom>
                  <a:avLst/>
                  <a:gdLst>
                    <a:gd name="connsiteX0" fmla="*/ 0 w 515983"/>
                    <a:gd name="connsiteY0" fmla="*/ 0 h 58783"/>
                    <a:gd name="connsiteX1" fmla="*/ 457200 w 515983"/>
                    <a:gd name="connsiteY1" fmla="*/ 0 h 58783"/>
                    <a:gd name="connsiteX2" fmla="*/ 515983 w 515983"/>
                    <a:gd name="connsiteY2" fmla="*/ 58783 h 58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5983" h="58783">
                      <a:moveTo>
                        <a:pt x="0" y="0"/>
                      </a:moveTo>
                      <a:lnTo>
                        <a:pt x="457200" y="0"/>
                      </a:lnTo>
                      <a:lnTo>
                        <a:pt x="515983" y="58783"/>
                      </a:lnTo>
                    </a:path>
                  </a:pathLst>
                </a:custGeom>
                <a:noFill/>
                <a:ln w="9525" cap="flat" cmpd="sng" algn="ctr">
                  <a:gradFill flip="none" rotWithShape="1">
                    <a:gsLst>
                      <a:gs pos="45000">
                        <a:srgbClr val="F19500">
                          <a:lumMod val="32000"/>
                          <a:lumOff val="68000"/>
                        </a:srgbClr>
                      </a:gs>
                      <a:gs pos="8000">
                        <a:schemeClr val="accent6">
                          <a:lumMod val="12000"/>
                          <a:lumOff val="88000"/>
                        </a:schemeClr>
                      </a:gs>
                      <a:gs pos="100000">
                        <a:srgbClr val="C00000">
                          <a:lumMod val="33000"/>
                          <a:lumOff val="67000"/>
                        </a:srgbClr>
                      </a:gs>
                    </a:gsLst>
                    <a:lin ang="0" scaled="1"/>
                    <a:tileRect/>
                  </a:gradFill>
                  <a:prstDash val="solid"/>
                  <a:miter lim="800000"/>
                </a:ln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0" name="直接连接符 69"/>
                <p:cNvCxnSpPr/>
                <p:nvPr/>
              </p:nvCxnSpPr>
              <p:spPr>
                <a:xfrm>
                  <a:off x="1321722" y="4096489"/>
                  <a:ext cx="54769" cy="54769"/>
                </a:xfrm>
                <a:prstGeom prst="line">
                  <a:avLst/>
                </a:prstGeom>
                <a:noFill/>
                <a:ln w="9525" cap="flat" cmpd="sng" algn="ctr">
                  <a:gradFill flip="none" rotWithShape="1">
                    <a:gsLst>
                      <a:gs pos="45000">
                        <a:srgbClr val="F19500">
                          <a:lumMod val="32000"/>
                          <a:lumOff val="68000"/>
                        </a:srgbClr>
                      </a:gs>
                      <a:gs pos="8000">
                        <a:schemeClr val="accent6">
                          <a:lumMod val="12000"/>
                          <a:lumOff val="88000"/>
                        </a:schemeClr>
                      </a:gs>
                      <a:gs pos="100000">
                        <a:srgbClr val="C00000">
                          <a:lumMod val="33000"/>
                          <a:lumOff val="67000"/>
                        </a:srgbClr>
                      </a:gs>
                    </a:gsLst>
                    <a:lin ang="0" scaled="1"/>
                    <a:tileRect/>
                  </a:gradFill>
                  <a:prstDash val="solid"/>
                  <a:miter lim="800000"/>
                </a:ln>
              </p:spPr>
            </p:cxnSp>
          </p:grpSp>
        </p:grpSp>
        <p:sp>
          <p:nvSpPr>
            <p:cNvPr id="86" name="梯形 85"/>
            <p:cNvSpPr/>
            <p:nvPr/>
          </p:nvSpPr>
          <p:spPr>
            <a:xfrm flipV="1">
              <a:off x="1352085" y="4060030"/>
              <a:ext cx="4140000" cy="157166"/>
            </a:xfrm>
            <a:prstGeom prst="trapezoid">
              <a:avLst>
                <a:gd name="adj" fmla="val 82709"/>
              </a:avLst>
            </a:prstGeom>
            <a:gradFill flip="none" rotWithShape="1">
              <a:gsLst>
                <a:gs pos="0">
                  <a:srgbClr val="FDF9F9">
                    <a:alpha val="14000"/>
                  </a:srgbClr>
                </a:gs>
                <a:gs pos="87000">
                  <a:srgbClr val="FDF9F9">
                    <a:lumMod val="99000"/>
                  </a:srgbClr>
                </a:gs>
              </a:gsLst>
              <a:lin ang="16200000" scaled="1"/>
              <a:tileRect/>
            </a:gradFill>
            <a:ln w="3175" cap="flat" cmpd="sng" algn="ctr">
              <a:gradFill flip="none" rotWithShape="1">
                <a:gsLst>
                  <a:gs pos="29100">
                    <a:srgbClr val="FFC000">
                      <a:lumMod val="39000"/>
                      <a:lumOff val="61000"/>
                    </a:srgbClr>
                  </a:gs>
                  <a:gs pos="0">
                    <a:srgbClr val="FDF9F9">
                      <a:lumMod val="48000"/>
                      <a:lumOff val="52000"/>
                    </a:srgbClr>
                  </a:gs>
                  <a:gs pos="100000">
                    <a:srgbClr val="C00000">
                      <a:lumMod val="96000"/>
                      <a:lumOff val="4000"/>
                    </a:srgb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/>
          </p:spPr>
          <p:txBody>
            <a:bodyPr lIns="91431" tIns="45716" rIns="91431" bIns="45716" rtlCol="0" anchor="ctr"/>
            <a:lstStyle/>
            <a:p>
              <a:pPr algn="ctr" defTabSz="768350">
                <a:lnSpc>
                  <a:spcPct val="130000"/>
                </a:lnSpc>
              </a:pPr>
              <a:endParaRPr lang="zh-CN" altLang="en-US" sz="11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endParaRPr>
            </a:p>
          </p:txBody>
        </p:sp>
      </p:grpSp>
      <p:sp>
        <p:nvSpPr>
          <p:cNvPr id="88" name="文本框 87"/>
          <p:cNvSpPr txBox="1"/>
          <p:nvPr/>
        </p:nvSpPr>
        <p:spPr bwMode="auto">
          <a:xfrm>
            <a:off x="4998796" y="5703208"/>
            <a:ext cx="1934953" cy="36279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支撑保障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0" name="组合 145"/>
          <p:cNvGrpSpPr/>
          <p:nvPr/>
        </p:nvGrpSpPr>
        <p:grpSpPr>
          <a:xfrm>
            <a:off x="221933" y="2414588"/>
            <a:ext cx="11745912" cy="685800"/>
            <a:chOff x="246474" y="5968907"/>
            <a:chExt cx="6049970" cy="685943"/>
          </a:xfrm>
        </p:grpSpPr>
        <p:sp>
          <p:nvSpPr>
            <p:cNvPr id="91" name="梯形 90"/>
            <p:cNvSpPr>
              <a:spLocks noChangeAspect="1"/>
            </p:cNvSpPr>
            <p:nvPr/>
          </p:nvSpPr>
          <p:spPr>
            <a:xfrm>
              <a:off x="252162" y="5968907"/>
              <a:ext cx="6032090" cy="656954"/>
            </a:xfrm>
            <a:prstGeom prst="trapezoid">
              <a:avLst>
                <a:gd name="adj" fmla="val 29997"/>
              </a:avLst>
            </a:prstGeom>
            <a:gradFill>
              <a:gsLst>
                <a:gs pos="44000">
                  <a:srgbClr val="FF0000">
                    <a:alpha val="0"/>
                  </a:srgbClr>
                </a:gs>
                <a:gs pos="100000">
                  <a:srgbClr val="FF0000">
                    <a:alpha val="500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58000">
                    <a:srgbClr val="4874CB">
                      <a:lumMod val="5000"/>
                      <a:lumOff val="95000"/>
                      <a:alpha val="35000"/>
                    </a:srgbClr>
                  </a:gs>
                  <a:gs pos="100000">
                    <a:srgbClr val="E54C5E">
                      <a:lumMod val="75000"/>
                      <a:alpha val="12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246474" y="6631389"/>
              <a:ext cx="6049970" cy="23461"/>
            </a:xfrm>
            <a:prstGeom prst="rect">
              <a:avLst/>
            </a:prstGeom>
            <a:solidFill>
              <a:srgbClr val="E74B4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7" name="任意多边形: 形状 90"/>
          <p:cNvSpPr/>
          <p:nvPr/>
        </p:nvSpPr>
        <p:spPr>
          <a:xfrm>
            <a:off x="965835" y="2521585"/>
            <a:ext cx="240665" cy="123190"/>
          </a:xfrm>
          <a:custGeom>
            <a:avLst/>
            <a:gdLst>
              <a:gd name="connsiteX0" fmla="*/ 8566 w 977755"/>
              <a:gd name="connsiteY0" fmla="*/ 329059 h 361466"/>
              <a:gd name="connsiteX1" fmla="*/ 15632 w 977755"/>
              <a:gd name="connsiteY1" fmla="*/ 332842 h 361466"/>
              <a:gd name="connsiteX2" fmla="*/ 17060 w 977755"/>
              <a:gd name="connsiteY2" fmla="*/ 337625 h 361466"/>
              <a:gd name="connsiteX3" fmla="*/ 16417 w 977755"/>
              <a:gd name="connsiteY3" fmla="*/ 340979 h 361466"/>
              <a:gd name="connsiteX4" fmla="*/ 15632 w 977755"/>
              <a:gd name="connsiteY4" fmla="*/ 342407 h 361466"/>
              <a:gd name="connsiteX5" fmla="*/ 14633 w 977755"/>
              <a:gd name="connsiteY5" fmla="*/ 343620 h 361466"/>
              <a:gd name="connsiteX6" fmla="*/ 8566 w 977755"/>
              <a:gd name="connsiteY6" fmla="*/ 346119 h 361466"/>
              <a:gd name="connsiteX7" fmla="*/ 6852 w 977755"/>
              <a:gd name="connsiteY7" fmla="*/ 345976 h 361466"/>
              <a:gd name="connsiteX8" fmla="*/ 2498 w 977755"/>
              <a:gd name="connsiteY8" fmla="*/ 343620 h 361466"/>
              <a:gd name="connsiteX9" fmla="*/ 1428 w 977755"/>
              <a:gd name="connsiteY9" fmla="*/ 342336 h 361466"/>
              <a:gd name="connsiteX10" fmla="*/ 642 w 977755"/>
              <a:gd name="connsiteY10" fmla="*/ 340908 h 361466"/>
              <a:gd name="connsiteX11" fmla="*/ 143 w 977755"/>
              <a:gd name="connsiteY11" fmla="*/ 339338 h 361466"/>
              <a:gd name="connsiteX12" fmla="*/ 0 w 977755"/>
              <a:gd name="connsiteY12" fmla="*/ 337625 h 361466"/>
              <a:gd name="connsiteX13" fmla="*/ 143 w 977755"/>
              <a:gd name="connsiteY13" fmla="*/ 335911 h 361466"/>
              <a:gd name="connsiteX14" fmla="*/ 1428 w 977755"/>
              <a:gd name="connsiteY14" fmla="*/ 332842 h 361466"/>
              <a:gd name="connsiteX15" fmla="*/ 2498 w 977755"/>
              <a:gd name="connsiteY15" fmla="*/ 331557 h 361466"/>
              <a:gd name="connsiteX16" fmla="*/ 6852 w 977755"/>
              <a:gd name="connsiteY16" fmla="*/ 329202 h 361466"/>
              <a:gd name="connsiteX17" fmla="*/ 8566 w 977755"/>
              <a:gd name="connsiteY17" fmla="*/ 329059 h 361466"/>
              <a:gd name="connsiteX18" fmla="*/ 86939 w 977755"/>
              <a:gd name="connsiteY18" fmla="*/ 328060 h 361466"/>
              <a:gd name="connsiteX19" fmla="*/ 96433 w 977755"/>
              <a:gd name="connsiteY19" fmla="*/ 337554 h 361466"/>
              <a:gd name="connsiteX20" fmla="*/ 95719 w 977755"/>
              <a:gd name="connsiteY20" fmla="*/ 341265 h 361466"/>
              <a:gd name="connsiteX21" fmla="*/ 93578 w 977755"/>
              <a:gd name="connsiteY21" fmla="*/ 344263 h 361466"/>
              <a:gd name="connsiteX22" fmla="*/ 86868 w 977755"/>
              <a:gd name="connsiteY22" fmla="*/ 347047 h 361466"/>
              <a:gd name="connsiteX23" fmla="*/ 80158 w 977755"/>
              <a:gd name="connsiteY23" fmla="*/ 344263 h 361466"/>
              <a:gd name="connsiteX24" fmla="*/ 78160 w 977755"/>
              <a:gd name="connsiteY24" fmla="*/ 341265 h 361466"/>
              <a:gd name="connsiteX25" fmla="*/ 77446 w 977755"/>
              <a:gd name="connsiteY25" fmla="*/ 337554 h 361466"/>
              <a:gd name="connsiteX26" fmla="*/ 86939 w 977755"/>
              <a:gd name="connsiteY26" fmla="*/ 328060 h 361466"/>
              <a:gd name="connsiteX27" fmla="*/ 243903 w 977755"/>
              <a:gd name="connsiteY27" fmla="*/ 325990 h 361466"/>
              <a:gd name="connsiteX28" fmla="*/ 255538 w 977755"/>
              <a:gd name="connsiteY28" fmla="*/ 337625 h 361466"/>
              <a:gd name="connsiteX29" fmla="*/ 254610 w 977755"/>
              <a:gd name="connsiteY29" fmla="*/ 342122 h 361466"/>
              <a:gd name="connsiteX30" fmla="*/ 252111 w 977755"/>
              <a:gd name="connsiteY30" fmla="*/ 345834 h 361466"/>
              <a:gd name="connsiteX31" fmla="*/ 243903 w 977755"/>
              <a:gd name="connsiteY31" fmla="*/ 349260 h 361466"/>
              <a:gd name="connsiteX32" fmla="*/ 235694 w 977755"/>
              <a:gd name="connsiteY32" fmla="*/ 345834 h 361466"/>
              <a:gd name="connsiteX33" fmla="*/ 233196 w 977755"/>
              <a:gd name="connsiteY33" fmla="*/ 342122 h 361466"/>
              <a:gd name="connsiteX34" fmla="*/ 232268 w 977755"/>
              <a:gd name="connsiteY34" fmla="*/ 337625 h 361466"/>
              <a:gd name="connsiteX35" fmla="*/ 243903 w 977755"/>
              <a:gd name="connsiteY35" fmla="*/ 325990 h 361466"/>
              <a:gd name="connsiteX36" fmla="*/ 322349 w 977755"/>
              <a:gd name="connsiteY36" fmla="*/ 324705 h 361466"/>
              <a:gd name="connsiteX37" fmla="*/ 329559 w 977755"/>
              <a:gd name="connsiteY37" fmla="*/ 326918 h 361466"/>
              <a:gd name="connsiteX38" fmla="*/ 335198 w 977755"/>
              <a:gd name="connsiteY38" fmla="*/ 337625 h 361466"/>
              <a:gd name="connsiteX39" fmla="*/ 334198 w 977755"/>
              <a:gd name="connsiteY39" fmla="*/ 342621 h 361466"/>
              <a:gd name="connsiteX40" fmla="*/ 331414 w 977755"/>
              <a:gd name="connsiteY40" fmla="*/ 346690 h 361466"/>
              <a:gd name="connsiteX41" fmla="*/ 329559 w 977755"/>
              <a:gd name="connsiteY41" fmla="*/ 348260 h 361466"/>
              <a:gd name="connsiteX42" fmla="*/ 322349 w 977755"/>
              <a:gd name="connsiteY42" fmla="*/ 350473 h 361466"/>
              <a:gd name="connsiteX43" fmla="*/ 319780 w 977755"/>
              <a:gd name="connsiteY43" fmla="*/ 350188 h 361466"/>
              <a:gd name="connsiteX44" fmla="*/ 313284 w 977755"/>
              <a:gd name="connsiteY44" fmla="*/ 346690 h 361466"/>
              <a:gd name="connsiteX45" fmla="*/ 310500 w 977755"/>
              <a:gd name="connsiteY45" fmla="*/ 342621 h 361466"/>
              <a:gd name="connsiteX46" fmla="*/ 309501 w 977755"/>
              <a:gd name="connsiteY46" fmla="*/ 337625 h 361466"/>
              <a:gd name="connsiteX47" fmla="*/ 319780 w 977755"/>
              <a:gd name="connsiteY47" fmla="*/ 324990 h 361466"/>
              <a:gd name="connsiteX48" fmla="*/ 322349 w 977755"/>
              <a:gd name="connsiteY48" fmla="*/ 324705 h 361466"/>
              <a:gd name="connsiteX49" fmla="*/ 479098 w 977755"/>
              <a:gd name="connsiteY49" fmla="*/ 321707 h 361466"/>
              <a:gd name="connsiteX50" fmla="*/ 492232 w 977755"/>
              <a:gd name="connsiteY50" fmla="*/ 328702 h 361466"/>
              <a:gd name="connsiteX51" fmla="*/ 494944 w 977755"/>
              <a:gd name="connsiteY51" fmla="*/ 337553 h 361466"/>
              <a:gd name="connsiteX52" fmla="*/ 493731 w 977755"/>
              <a:gd name="connsiteY52" fmla="*/ 343692 h 361466"/>
              <a:gd name="connsiteX53" fmla="*/ 492303 w 977755"/>
              <a:gd name="connsiteY53" fmla="*/ 346404 h 361466"/>
              <a:gd name="connsiteX54" fmla="*/ 490304 w 977755"/>
              <a:gd name="connsiteY54" fmla="*/ 348760 h 361466"/>
              <a:gd name="connsiteX55" fmla="*/ 479098 w 977755"/>
              <a:gd name="connsiteY55" fmla="*/ 353400 h 361466"/>
              <a:gd name="connsiteX56" fmla="*/ 475886 w 977755"/>
              <a:gd name="connsiteY56" fmla="*/ 353043 h 361466"/>
              <a:gd name="connsiteX57" fmla="*/ 467891 w 977755"/>
              <a:gd name="connsiteY57" fmla="*/ 348760 h 361466"/>
              <a:gd name="connsiteX58" fmla="*/ 465964 w 977755"/>
              <a:gd name="connsiteY58" fmla="*/ 346404 h 361466"/>
              <a:gd name="connsiteX59" fmla="*/ 464536 w 977755"/>
              <a:gd name="connsiteY59" fmla="*/ 343692 h 361466"/>
              <a:gd name="connsiteX60" fmla="*/ 463608 w 977755"/>
              <a:gd name="connsiteY60" fmla="*/ 340694 h 361466"/>
              <a:gd name="connsiteX61" fmla="*/ 463323 w 977755"/>
              <a:gd name="connsiteY61" fmla="*/ 337482 h 361466"/>
              <a:gd name="connsiteX62" fmla="*/ 463608 w 977755"/>
              <a:gd name="connsiteY62" fmla="*/ 334270 h 361466"/>
              <a:gd name="connsiteX63" fmla="*/ 465964 w 977755"/>
              <a:gd name="connsiteY63" fmla="*/ 328631 h 361466"/>
              <a:gd name="connsiteX64" fmla="*/ 467891 w 977755"/>
              <a:gd name="connsiteY64" fmla="*/ 326275 h 361466"/>
              <a:gd name="connsiteX65" fmla="*/ 475886 w 977755"/>
              <a:gd name="connsiteY65" fmla="*/ 321993 h 361466"/>
              <a:gd name="connsiteX66" fmla="*/ 479098 w 977755"/>
              <a:gd name="connsiteY66" fmla="*/ 321707 h 361466"/>
              <a:gd name="connsiteX67" fmla="*/ 557687 w 977755"/>
              <a:gd name="connsiteY67" fmla="*/ 320066 h 361466"/>
              <a:gd name="connsiteX68" fmla="*/ 575175 w 977755"/>
              <a:gd name="connsiteY68" fmla="*/ 337554 h 361466"/>
              <a:gd name="connsiteX69" fmla="*/ 573819 w 977755"/>
              <a:gd name="connsiteY69" fmla="*/ 344406 h 361466"/>
              <a:gd name="connsiteX70" fmla="*/ 570178 w 977755"/>
              <a:gd name="connsiteY70" fmla="*/ 349974 h 361466"/>
              <a:gd name="connsiteX71" fmla="*/ 557758 w 977755"/>
              <a:gd name="connsiteY71" fmla="*/ 355113 h 361466"/>
              <a:gd name="connsiteX72" fmla="*/ 545338 w 977755"/>
              <a:gd name="connsiteY72" fmla="*/ 349974 h 361466"/>
              <a:gd name="connsiteX73" fmla="*/ 541555 w 977755"/>
              <a:gd name="connsiteY73" fmla="*/ 344406 h 361466"/>
              <a:gd name="connsiteX74" fmla="*/ 540199 w 977755"/>
              <a:gd name="connsiteY74" fmla="*/ 337554 h 361466"/>
              <a:gd name="connsiteX75" fmla="*/ 557687 w 977755"/>
              <a:gd name="connsiteY75" fmla="*/ 320066 h 361466"/>
              <a:gd name="connsiteX76" fmla="*/ 714579 w 977755"/>
              <a:gd name="connsiteY76" fmla="*/ 316140 h 361466"/>
              <a:gd name="connsiteX77" fmla="*/ 736064 w 977755"/>
              <a:gd name="connsiteY77" fmla="*/ 337625 h 361466"/>
              <a:gd name="connsiteX78" fmla="*/ 734351 w 977755"/>
              <a:gd name="connsiteY78" fmla="*/ 345977 h 361466"/>
              <a:gd name="connsiteX79" fmla="*/ 729854 w 977755"/>
              <a:gd name="connsiteY79" fmla="*/ 352829 h 361466"/>
              <a:gd name="connsiteX80" fmla="*/ 714651 w 977755"/>
              <a:gd name="connsiteY80" fmla="*/ 359111 h 361466"/>
              <a:gd name="connsiteX81" fmla="*/ 699447 w 977755"/>
              <a:gd name="connsiteY81" fmla="*/ 352829 h 361466"/>
              <a:gd name="connsiteX82" fmla="*/ 694807 w 977755"/>
              <a:gd name="connsiteY82" fmla="*/ 345977 h 361466"/>
              <a:gd name="connsiteX83" fmla="*/ 693094 w 977755"/>
              <a:gd name="connsiteY83" fmla="*/ 337625 h 361466"/>
              <a:gd name="connsiteX84" fmla="*/ 714579 w 977755"/>
              <a:gd name="connsiteY84" fmla="*/ 316140 h 361466"/>
              <a:gd name="connsiteX85" fmla="*/ 793025 w 977755"/>
              <a:gd name="connsiteY85" fmla="*/ 313784 h 361466"/>
              <a:gd name="connsiteX86" fmla="*/ 806373 w 977755"/>
              <a:gd name="connsiteY86" fmla="*/ 317853 h 361466"/>
              <a:gd name="connsiteX87" fmla="*/ 816865 w 977755"/>
              <a:gd name="connsiteY87" fmla="*/ 337625 h 361466"/>
              <a:gd name="connsiteX88" fmla="*/ 815010 w 977755"/>
              <a:gd name="connsiteY88" fmla="*/ 346904 h 361466"/>
              <a:gd name="connsiteX89" fmla="*/ 809870 w 977755"/>
              <a:gd name="connsiteY89" fmla="*/ 354470 h 361466"/>
              <a:gd name="connsiteX90" fmla="*/ 806373 w 977755"/>
              <a:gd name="connsiteY90" fmla="*/ 357397 h 361466"/>
              <a:gd name="connsiteX91" fmla="*/ 793025 w 977755"/>
              <a:gd name="connsiteY91" fmla="*/ 361466 h 361466"/>
              <a:gd name="connsiteX92" fmla="*/ 788242 w 977755"/>
              <a:gd name="connsiteY92" fmla="*/ 360966 h 361466"/>
              <a:gd name="connsiteX93" fmla="*/ 776179 w 977755"/>
              <a:gd name="connsiteY93" fmla="*/ 354470 h 361466"/>
              <a:gd name="connsiteX94" fmla="*/ 771040 w 977755"/>
              <a:gd name="connsiteY94" fmla="*/ 346904 h 361466"/>
              <a:gd name="connsiteX95" fmla="*/ 769184 w 977755"/>
              <a:gd name="connsiteY95" fmla="*/ 337625 h 361466"/>
              <a:gd name="connsiteX96" fmla="*/ 788242 w 977755"/>
              <a:gd name="connsiteY96" fmla="*/ 314284 h 361466"/>
              <a:gd name="connsiteX97" fmla="*/ 793025 w 977755"/>
              <a:gd name="connsiteY97" fmla="*/ 313784 h 361466"/>
              <a:gd name="connsiteX98" fmla="*/ 47753 w 977755"/>
              <a:gd name="connsiteY98" fmla="*/ 289372 h 361466"/>
              <a:gd name="connsiteX99" fmla="*/ 56747 w 977755"/>
              <a:gd name="connsiteY99" fmla="*/ 298366 h 361466"/>
              <a:gd name="connsiteX100" fmla="*/ 47753 w 977755"/>
              <a:gd name="connsiteY100" fmla="*/ 307360 h 361466"/>
              <a:gd name="connsiteX101" fmla="*/ 38759 w 977755"/>
              <a:gd name="connsiteY101" fmla="*/ 298366 h 361466"/>
              <a:gd name="connsiteX102" fmla="*/ 47753 w 977755"/>
              <a:gd name="connsiteY102" fmla="*/ 289372 h 361466"/>
              <a:gd name="connsiteX103" fmla="*/ 126198 w 977755"/>
              <a:gd name="connsiteY103" fmla="*/ 288373 h 361466"/>
              <a:gd name="connsiteX104" fmla="*/ 136191 w 977755"/>
              <a:gd name="connsiteY104" fmla="*/ 298366 h 361466"/>
              <a:gd name="connsiteX105" fmla="*/ 126198 w 977755"/>
              <a:gd name="connsiteY105" fmla="*/ 308359 h 361466"/>
              <a:gd name="connsiteX106" fmla="*/ 116205 w 977755"/>
              <a:gd name="connsiteY106" fmla="*/ 298366 h 361466"/>
              <a:gd name="connsiteX107" fmla="*/ 126198 w 977755"/>
              <a:gd name="connsiteY107" fmla="*/ 288373 h 361466"/>
              <a:gd name="connsiteX108" fmla="*/ 283162 w 977755"/>
              <a:gd name="connsiteY108" fmla="*/ 286160 h 361466"/>
              <a:gd name="connsiteX109" fmla="*/ 295368 w 977755"/>
              <a:gd name="connsiteY109" fmla="*/ 298366 h 361466"/>
              <a:gd name="connsiteX110" fmla="*/ 283162 w 977755"/>
              <a:gd name="connsiteY110" fmla="*/ 310572 h 361466"/>
              <a:gd name="connsiteX111" fmla="*/ 270956 w 977755"/>
              <a:gd name="connsiteY111" fmla="*/ 298366 h 361466"/>
              <a:gd name="connsiteX112" fmla="*/ 283162 w 977755"/>
              <a:gd name="connsiteY112" fmla="*/ 286160 h 361466"/>
              <a:gd name="connsiteX113" fmla="*/ 361536 w 977755"/>
              <a:gd name="connsiteY113" fmla="*/ 284804 h 361466"/>
              <a:gd name="connsiteX114" fmla="*/ 375098 w 977755"/>
              <a:gd name="connsiteY114" fmla="*/ 298366 h 361466"/>
              <a:gd name="connsiteX115" fmla="*/ 361536 w 977755"/>
              <a:gd name="connsiteY115" fmla="*/ 311928 h 361466"/>
              <a:gd name="connsiteX116" fmla="*/ 347974 w 977755"/>
              <a:gd name="connsiteY116" fmla="*/ 298366 h 361466"/>
              <a:gd name="connsiteX117" fmla="*/ 361536 w 977755"/>
              <a:gd name="connsiteY117" fmla="*/ 284804 h 361466"/>
              <a:gd name="connsiteX118" fmla="*/ 518428 w 977755"/>
              <a:gd name="connsiteY118" fmla="*/ 281735 h 361466"/>
              <a:gd name="connsiteX119" fmla="*/ 535060 w 977755"/>
              <a:gd name="connsiteY119" fmla="*/ 298366 h 361466"/>
              <a:gd name="connsiteX120" fmla="*/ 518428 w 977755"/>
              <a:gd name="connsiteY120" fmla="*/ 314998 h 361466"/>
              <a:gd name="connsiteX121" fmla="*/ 501797 w 977755"/>
              <a:gd name="connsiteY121" fmla="*/ 298366 h 361466"/>
              <a:gd name="connsiteX122" fmla="*/ 518428 w 977755"/>
              <a:gd name="connsiteY122" fmla="*/ 281735 h 361466"/>
              <a:gd name="connsiteX123" fmla="*/ 596946 w 977755"/>
              <a:gd name="connsiteY123" fmla="*/ 279950 h 361466"/>
              <a:gd name="connsiteX124" fmla="*/ 615362 w 977755"/>
              <a:gd name="connsiteY124" fmla="*/ 298366 h 361466"/>
              <a:gd name="connsiteX125" fmla="*/ 596946 w 977755"/>
              <a:gd name="connsiteY125" fmla="*/ 316782 h 361466"/>
              <a:gd name="connsiteX126" fmla="*/ 578530 w 977755"/>
              <a:gd name="connsiteY126" fmla="*/ 298366 h 361466"/>
              <a:gd name="connsiteX127" fmla="*/ 596946 w 977755"/>
              <a:gd name="connsiteY127" fmla="*/ 279950 h 361466"/>
              <a:gd name="connsiteX128" fmla="*/ 753766 w 977755"/>
              <a:gd name="connsiteY128" fmla="*/ 275739 h 361466"/>
              <a:gd name="connsiteX129" fmla="*/ 776394 w 977755"/>
              <a:gd name="connsiteY129" fmla="*/ 298366 h 361466"/>
              <a:gd name="connsiteX130" fmla="*/ 753766 w 977755"/>
              <a:gd name="connsiteY130" fmla="*/ 320994 h 361466"/>
              <a:gd name="connsiteX131" fmla="*/ 731139 w 977755"/>
              <a:gd name="connsiteY131" fmla="*/ 298366 h 361466"/>
              <a:gd name="connsiteX132" fmla="*/ 753766 w 977755"/>
              <a:gd name="connsiteY132" fmla="*/ 275739 h 361466"/>
              <a:gd name="connsiteX133" fmla="*/ 832283 w 977755"/>
              <a:gd name="connsiteY133" fmla="*/ 273241 h 361466"/>
              <a:gd name="connsiteX134" fmla="*/ 857337 w 977755"/>
              <a:gd name="connsiteY134" fmla="*/ 298367 h 361466"/>
              <a:gd name="connsiteX135" fmla="*/ 832283 w 977755"/>
              <a:gd name="connsiteY135" fmla="*/ 323421 h 361466"/>
              <a:gd name="connsiteX136" fmla="*/ 807229 w 977755"/>
              <a:gd name="connsiteY136" fmla="*/ 298367 h 361466"/>
              <a:gd name="connsiteX137" fmla="*/ 832283 w 977755"/>
              <a:gd name="connsiteY137" fmla="*/ 273241 h 361466"/>
              <a:gd name="connsiteX138" fmla="*/ 86939 w 977755"/>
              <a:gd name="connsiteY138" fmla="*/ 249685 h 361466"/>
              <a:gd name="connsiteX139" fmla="*/ 96433 w 977755"/>
              <a:gd name="connsiteY139" fmla="*/ 259179 h 361466"/>
              <a:gd name="connsiteX140" fmla="*/ 86939 w 977755"/>
              <a:gd name="connsiteY140" fmla="*/ 268672 h 361466"/>
              <a:gd name="connsiteX141" fmla="*/ 77446 w 977755"/>
              <a:gd name="connsiteY141" fmla="*/ 259179 h 361466"/>
              <a:gd name="connsiteX142" fmla="*/ 86939 w 977755"/>
              <a:gd name="connsiteY142" fmla="*/ 249685 h 361466"/>
              <a:gd name="connsiteX143" fmla="*/ 165457 w 977755"/>
              <a:gd name="connsiteY143" fmla="*/ 248686 h 361466"/>
              <a:gd name="connsiteX144" fmla="*/ 174165 w 977755"/>
              <a:gd name="connsiteY144" fmla="*/ 253326 h 361466"/>
              <a:gd name="connsiteX145" fmla="*/ 175950 w 977755"/>
              <a:gd name="connsiteY145" fmla="*/ 259179 h 361466"/>
              <a:gd name="connsiteX146" fmla="*/ 174165 w 977755"/>
              <a:gd name="connsiteY146" fmla="*/ 265032 h 361466"/>
              <a:gd name="connsiteX147" fmla="*/ 165457 w 977755"/>
              <a:gd name="connsiteY147" fmla="*/ 269814 h 361466"/>
              <a:gd name="connsiteX148" fmla="*/ 163315 w 977755"/>
              <a:gd name="connsiteY148" fmla="*/ 269600 h 361466"/>
              <a:gd name="connsiteX149" fmla="*/ 158033 w 977755"/>
              <a:gd name="connsiteY149" fmla="*/ 266745 h 361466"/>
              <a:gd name="connsiteX150" fmla="*/ 156748 w 977755"/>
              <a:gd name="connsiteY150" fmla="*/ 265175 h 361466"/>
              <a:gd name="connsiteX151" fmla="*/ 155178 w 977755"/>
              <a:gd name="connsiteY151" fmla="*/ 261392 h 361466"/>
              <a:gd name="connsiteX152" fmla="*/ 154964 w 977755"/>
              <a:gd name="connsiteY152" fmla="*/ 259250 h 361466"/>
              <a:gd name="connsiteX153" fmla="*/ 155178 w 977755"/>
              <a:gd name="connsiteY153" fmla="*/ 257109 h 361466"/>
              <a:gd name="connsiteX154" fmla="*/ 156748 w 977755"/>
              <a:gd name="connsiteY154" fmla="*/ 253326 h 361466"/>
              <a:gd name="connsiteX155" fmla="*/ 158033 w 977755"/>
              <a:gd name="connsiteY155" fmla="*/ 251755 h 361466"/>
              <a:gd name="connsiteX156" fmla="*/ 163315 w 977755"/>
              <a:gd name="connsiteY156" fmla="*/ 248900 h 361466"/>
              <a:gd name="connsiteX157" fmla="*/ 165457 w 977755"/>
              <a:gd name="connsiteY157" fmla="*/ 248686 h 361466"/>
              <a:gd name="connsiteX158" fmla="*/ 322349 w 977755"/>
              <a:gd name="connsiteY158" fmla="*/ 246259 h 361466"/>
              <a:gd name="connsiteX159" fmla="*/ 329559 w 977755"/>
              <a:gd name="connsiteY159" fmla="*/ 248472 h 361466"/>
              <a:gd name="connsiteX160" fmla="*/ 335198 w 977755"/>
              <a:gd name="connsiteY160" fmla="*/ 259179 h 361466"/>
              <a:gd name="connsiteX161" fmla="*/ 329559 w 977755"/>
              <a:gd name="connsiteY161" fmla="*/ 269886 h 361466"/>
              <a:gd name="connsiteX162" fmla="*/ 322349 w 977755"/>
              <a:gd name="connsiteY162" fmla="*/ 272098 h 361466"/>
              <a:gd name="connsiteX163" fmla="*/ 319780 w 977755"/>
              <a:gd name="connsiteY163" fmla="*/ 271813 h 361466"/>
              <a:gd name="connsiteX164" fmla="*/ 309501 w 977755"/>
              <a:gd name="connsiteY164" fmla="*/ 259179 h 361466"/>
              <a:gd name="connsiteX165" fmla="*/ 319780 w 977755"/>
              <a:gd name="connsiteY165" fmla="*/ 246545 h 361466"/>
              <a:gd name="connsiteX166" fmla="*/ 322349 w 977755"/>
              <a:gd name="connsiteY166" fmla="*/ 246259 h 361466"/>
              <a:gd name="connsiteX167" fmla="*/ 400795 w 977755"/>
              <a:gd name="connsiteY167" fmla="*/ 244903 h 361466"/>
              <a:gd name="connsiteX168" fmla="*/ 415071 w 977755"/>
              <a:gd name="connsiteY168" fmla="*/ 259179 h 361466"/>
              <a:gd name="connsiteX169" fmla="*/ 400795 w 977755"/>
              <a:gd name="connsiteY169" fmla="*/ 273455 h 361466"/>
              <a:gd name="connsiteX170" fmla="*/ 386519 w 977755"/>
              <a:gd name="connsiteY170" fmla="*/ 259179 h 361466"/>
              <a:gd name="connsiteX171" fmla="*/ 400795 w 977755"/>
              <a:gd name="connsiteY171" fmla="*/ 244903 h 361466"/>
              <a:gd name="connsiteX172" fmla="*/ 557687 w 977755"/>
              <a:gd name="connsiteY172" fmla="*/ 241691 h 361466"/>
              <a:gd name="connsiteX173" fmla="*/ 575175 w 977755"/>
              <a:gd name="connsiteY173" fmla="*/ 259179 h 361466"/>
              <a:gd name="connsiteX174" fmla="*/ 557687 w 977755"/>
              <a:gd name="connsiteY174" fmla="*/ 276667 h 361466"/>
              <a:gd name="connsiteX175" fmla="*/ 540199 w 977755"/>
              <a:gd name="connsiteY175" fmla="*/ 259179 h 361466"/>
              <a:gd name="connsiteX176" fmla="*/ 557687 w 977755"/>
              <a:gd name="connsiteY176" fmla="*/ 241691 h 361466"/>
              <a:gd name="connsiteX177" fmla="*/ 636061 w 977755"/>
              <a:gd name="connsiteY177" fmla="*/ 239764 h 361466"/>
              <a:gd name="connsiteX178" fmla="*/ 652193 w 977755"/>
              <a:gd name="connsiteY178" fmla="*/ 248330 h 361466"/>
              <a:gd name="connsiteX179" fmla="*/ 655476 w 977755"/>
              <a:gd name="connsiteY179" fmla="*/ 259179 h 361466"/>
              <a:gd name="connsiteX180" fmla="*/ 652193 w 977755"/>
              <a:gd name="connsiteY180" fmla="*/ 270029 h 361466"/>
              <a:gd name="connsiteX181" fmla="*/ 636061 w 977755"/>
              <a:gd name="connsiteY181" fmla="*/ 278594 h 361466"/>
              <a:gd name="connsiteX182" fmla="*/ 632135 w 977755"/>
              <a:gd name="connsiteY182" fmla="*/ 278166 h 361466"/>
              <a:gd name="connsiteX183" fmla="*/ 622356 w 977755"/>
              <a:gd name="connsiteY183" fmla="*/ 272884 h 361466"/>
              <a:gd name="connsiteX184" fmla="*/ 620001 w 977755"/>
              <a:gd name="connsiteY184" fmla="*/ 270029 h 361466"/>
              <a:gd name="connsiteX185" fmla="*/ 617074 w 977755"/>
              <a:gd name="connsiteY185" fmla="*/ 263105 h 361466"/>
              <a:gd name="connsiteX186" fmla="*/ 616646 w 977755"/>
              <a:gd name="connsiteY186" fmla="*/ 259179 h 361466"/>
              <a:gd name="connsiteX187" fmla="*/ 617074 w 977755"/>
              <a:gd name="connsiteY187" fmla="*/ 255253 h 361466"/>
              <a:gd name="connsiteX188" fmla="*/ 620001 w 977755"/>
              <a:gd name="connsiteY188" fmla="*/ 248330 h 361466"/>
              <a:gd name="connsiteX189" fmla="*/ 622356 w 977755"/>
              <a:gd name="connsiteY189" fmla="*/ 245474 h 361466"/>
              <a:gd name="connsiteX190" fmla="*/ 632135 w 977755"/>
              <a:gd name="connsiteY190" fmla="*/ 240192 h 361466"/>
              <a:gd name="connsiteX191" fmla="*/ 636061 w 977755"/>
              <a:gd name="connsiteY191" fmla="*/ 239764 h 361466"/>
              <a:gd name="connsiteX192" fmla="*/ 793025 w 977755"/>
              <a:gd name="connsiteY192" fmla="*/ 235338 h 361466"/>
              <a:gd name="connsiteX193" fmla="*/ 806373 w 977755"/>
              <a:gd name="connsiteY193" fmla="*/ 239407 h 361466"/>
              <a:gd name="connsiteX194" fmla="*/ 816865 w 977755"/>
              <a:gd name="connsiteY194" fmla="*/ 259179 h 361466"/>
              <a:gd name="connsiteX195" fmla="*/ 806373 w 977755"/>
              <a:gd name="connsiteY195" fmla="*/ 278951 h 361466"/>
              <a:gd name="connsiteX196" fmla="*/ 793025 w 977755"/>
              <a:gd name="connsiteY196" fmla="*/ 283020 h 361466"/>
              <a:gd name="connsiteX197" fmla="*/ 788242 w 977755"/>
              <a:gd name="connsiteY197" fmla="*/ 282520 h 361466"/>
              <a:gd name="connsiteX198" fmla="*/ 769184 w 977755"/>
              <a:gd name="connsiteY198" fmla="*/ 259179 h 361466"/>
              <a:gd name="connsiteX199" fmla="*/ 788242 w 977755"/>
              <a:gd name="connsiteY199" fmla="*/ 235838 h 361466"/>
              <a:gd name="connsiteX200" fmla="*/ 793025 w 977755"/>
              <a:gd name="connsiteY200" fmla="*/ 235338 h 361466"/>
              <a:gd name="connsiteX201" fmla="*/ 871470 w 977755"/>
              <a:gd name="connsiteY201" fmla="*/ 232768 h 361466"/>
              <a:gd name="connsiteX202" fmla="*/ 897881 w 977755"/>
              <a:gd name="connsiteY202" fmla="*/ 259178 h 361466"/>
              <a:gd name="connsiteX203" fmla="*/ 871470 w 977755"/>
              <a:gd name="connsiteY203" fmla="*/ 285589 h 361466"/>
              <a:gd name="connsiteX204" fmla="*/ 845060 w 977755"/>
              <a:gd name="connsiteY204" fmla="*/ 259178 h 361466"/>
              <a:gd name="connsiteX205" fmla="*/ 871470 w 977755"/>
              <a:gd name="connsiteY205" fmla="*/ 232768 h 361466"/>
              <a:gd name="connsiteX206" fmla="*/ 126198 w 977755"/>
              <a:gd name="connsiteY206" fmla="*/ 209927 h 361466"/>
              <a:gd name="connsiteX207" fmla="*/ 136191 w 977755"/>
              <a:gd name="connsiteY207" fmla="*/ 219920 h 361466"/>
              <a:gd name="connsiteX208" fmla="*/ 126198 w 977755"/>
              <a:gd name="connsiteY208" fmla="*/ 229913 h 361466"/>
              <a:gd name="connsiteX209" fmla="*/ 116205 w 977755"/>
              <a:gd name="connsiteY209" fmla="*/ 219920 h 361466"/>
              <a:gd name="connsiteX210" fmla="*/ 126198 w 977755"/>
              <a:gd name="connsiteY210" fmla="*/ 209927 h 361466"/>
              <a:gd name="connsiteX211" fmla="*/ 204644 w 977755"/>
              <a:gd name="connsiteY211" fmla="*/ 208856 h 361466"/>
              <a:gd name="connsiteX212" fmla="*/ 215708 w 977755"/>
              <a:gd name="connsiteY212" fmla="*/ 219920 h 361466"/>
              <a:gd name="connsiteX213" fmla="*/ 204644 w 977755"/>
              <a:gd name="connsiteY213" fmla="*/ 230984 h 361466"/>
              <a:gd name="connsiteX214" fmla="*/ 193580 w 977755"/>
              <a:gd name="connsiteY214" fmla="*/ 219920 h 361466"/>
              <a:gd name="connsiteX215" fmla="*/ 204644 w 977755"/>
              <a:gd name="connsiteY215" fmla="*/ 208856 h 361466"/>
              <a:gd name="connsiteX216" fmla="*/ 361536 w 977755"/>
              <a:gd name="connsiteY216" fmla="*/ 206358 h 361466"/>
              <a:gd name="connsiteX217" fmla="*/ 375098 w 977755"/>
              <a:gd name="connsiteY217" fmla="*/ 219920 h 361466"/>
              <a:gd name="connsiteX218" fmla="*/ 361536 w 977755"/>
              <a:gd name="connsiteY218" fmla="*/ 233482 h 361466"/>
              <a:gd name="connsiteX219" fmla="*/ 347974 w 977755"/>
              <a:gd name="connsiteY219" fmla="*/ 219920 h 361466"/>
              <a:gd name="connsiteX220" fmla="*/ 361536 w 977755"/>
              <a:gd name="connsiteY220" fmla="*/ 206358 h 361466"/>
              <a:gd name="connsiteX221" fmla="*/ 440054 w 977755"/>
              <a:gd name="connsiteY221" fmla="*/ 204930 h 361466"/>
              <a:gd name="connsiteX222" fmla="*/ 455043 w 977755"/>
              <a:gd name="connsiteY222" fmla="*/ 219920 h 361466"/>
              <a:gd name="connsiteX223" fmla="*/ 440054 w 977755"/>
              <a:gd name="connsiteY223" fmla="*/ 234909 h 361466"/>
              <a:gd name="connsiteX224" fmla="*/ 425064 w 977755"/>
              <a:gd name="connsiteY224" fmla="*/ 219920 h 361466"/>
              <a:gd name="connsiteX225" fmla="*/ 440054 w 977755"/>
              <a:gd name="connsiteY225" fmla="*/ 204930 h 361466"/>
              <a:gd name="connsiteX226" fmla="*/ 596946 w 977755"/>
              <a:gd name="connsiteY226" fmla="*/ 201504 h 361466"/>
              <a:gd name="connsiteX227" fmla="*/ 615362 w 977755"/>
              <a:gd name="connsiteY227" fmla="*/ 219920 h 361466"/>
              <a:gd name="connsiteX228" fmla="*/ 596946 w 977755"/>
              <a:gd name="connsiteY228" fmla="*/ 238336 h 361466"/>
              <a:gd name="connsiteX229" fmla="*/ 578530 w 977755"/>
              <a:gd name="connsiteY229" fmla="*/ 219920 h 361466"/>
              <a:gd name="connsiteX230" fmla="*/ 596946 w 977755"/>
              <a:gd name="connsiteY230" fmla="*/ 201504 h 361466"/>
              <a:gd name="connsiteX231" fmla="*/ 675321 w 977755"/>
              <a:gd name="connsiteY231" fmla="*/ 199506 h 361466"/>
              <a:gd name="connsiteX232" fmla="*/ 695735 w 977755"/>
              <a:gd name="connsiteY232" fmla="*/ 219921 h 361466"/>
              <a:gd name="connsiteX233" fmla="*/ 675321 w 977755"/>
              <a:gd name="connsiteY233" fmla="*/ 240335 h 361466"/>
              <a:gd name="connsiteX234" fmla="*/ 654906 w 977755"/>
              <a:gd name="connsiteY234" fmla="*/ 219921 h 361466"/>
              <a:gd name="connsiteX235" fmla="*/ 675321 w 977755"/>
              <a:gd name="connsiteY235" fmla="*/ 199506 h 361466"/>
              <a:gd name="connsiteX236" fmla="*/ 832283 w 977755"/>
              <a:gd name="connsiteY236" fmla="*/ 194866 h 361466"/>
              <a:gd name="connsiteX237" fmla="*/ 857337 w 977755"/>
              <a:gd name="connsiteY237" fmla="*/ 219920 h 361466"/>
              <a:gd name="connsiteX238" fmla="*/ 832283 w 977755"/>
              <a:gd name="connsiteY238" fmla="*/ 245046 h 361466"/>
              <a:gd name="connsiteX239" fmla="*/ 807229 w 977755"/>
              <a:gd name="connsiteY239" fmla="*/ 219920 h 361466"/>
              <a:gd name="connsiteX240" fmla="*/ 832283 w 977755"/>
              <a:gd name="connsiteY240" fmla="*/ 194866 h 361466"/>
              <a:gd name="connsiteX241" fmla="*/ 165529 w 977755"/>
              <a:gd name="connsiteY241" fmla="*/ 170240 h 361466"/>
              <a:gd name="connsiteX242" fmla="*/ 174237 w 977755"/>
              <a:gd name="connsiteY242" fmla="*/ 174880 h 361466"/>
              <a:gd name="connsiteX243" fmla="*/ 176022 w 977755"/>
              <a:gd name="connsiteY243" fmla="*/ 180733 h 361466"/>
              <a:gd name="connsiteX244" fmla="*/ 175165 w 977755"/>
              <a:gd name="connsiteY244" fmla="*/ 184801 h 361466"/>
              <a:gd name="connsiteX245" fmla="*/ 174166 w 977755"/>
              <a:gd name="connsiteY245" fmla="*/ 186586 h 361466"/>
              <a:gd name="connsiteX246" fmla="*/ 173024 w 977755"/>
              <a:gd name="connsiteY246" fmla="*/ 188299 h 361466"/>
              <a:gd name="connsiteX247" fmla="*/ 165600 w 977755"/>
              <a:gd name="connsiteY247" fmla="*/ 191368 h 361466"/>
              <a:gd name="connsiteX248" fmla="*/ 163459 w 977755"/>
              <a:gd name="connsiteY248" fmla="*/ 191154 h 361466"/>
              <a:gd name="connsiteX249" fmla="*/ 158177 w 977755"/>
              <a:gd name="connsiteY249" fmla="*/ 188299 h 361466"/>
              <a:gd name="connsiteX250" fmla="*/ 156892 w 977755"/>
              <a:gd name="connsiteY250" fmla="*/ 186729 h 361466"/>
              <a:gd name="connsiteX251" fmla="*/ 155893 w 977755"/>
              <a:gd name="connsiteY251" fmla="*/ 184944 h 361466"/>
              <a:gd name="connsiteX252" fmla="*/ 155250 w 977755"/>
              <a:gd name="connsiteY252" fmla="*/ 182946 h 361466"/>
              <a:gd name="connsiteX253" fmla="*/ 155036 w 977755"/>
              <a:gd name="connsiteY253" fmla="*/ 180804 h 361466"/>
              <a:gd name="connsiteX254" fmla="*/ 155250 w 977755"/>
              <a:gd name="connsiteY254" fmla="*/ 178663 h 361466"/>
              <a:gd name="connsiteX255" fmla="*/ 156820 w 977755"/>
              <a:gd name="connsiteY255" fmla="*/ 174880 h 361466"/>
              <a:gd name="connsiteX256" fmla="*/ 158105 w 977755"/>
              <a:gd name="connsiteY256" fmla="*/ 173309 h 361466"/>
              <a:gd name="connsiteX257" fmla="*/ 163387 w 977755"/>
              <a:gd name="connsiteY257" fmla="*/ 170454 h 361466"/>
              <a:gd name="connsiteX258" fmla="*/ 165529 w 977755"/>
              <a:gd name="connsiteY258" fmla="*/ 170240 h 361466"/>
              <a:gd name="connsiteX259" fmla="*/ 243903 w 977755"/>
              <a:gd name="connsiteY259" fmla="*/ 169098 h 361466"/>
              <a:gd name="connsiteX260" fmla="*/ 255538 w 977755"/>
              <a:gd name="connsiteY260" fmla="*/ 180733 h 361466"/>
              <a:gd name="connsiteX261" fmla="*/ 254610 w 977755"/>
              <a:gd name="connsiteY261" fmla="*/ 185230 h 361466"/>
              <a:gd name="connsiteX262" fmla="*/ 252111 w 977755"/>
              <a:gd name="connsiteY262" fmla="*/ 188942 h 361466"/>
              <a:gd name="connsiteX263" fmla="*/ 243903 w 977755"/>
              <a:gd name="connsiteY263" fmla="*/ 192368 h 361466"/>
              <a:gd name="connsiteX264" fmla="*/ 235694 w 977755"/>
              <a:gd name="connsiteY264" fmla="*/ 188942 h 361466"/>
              <a:gd name="connsiteX265" fmla="*/ 233196 w 977755"/>
              <a:gd name="connsiteY265" fmla="*/ 185230 h 361466"/>
              <a:gd name="connsiteX266" fmla="*/ 232268 w 977755"/>
              <a:gd name="connsiteY266" fmla="*/ 180733 h 361466"/>
              <a:gd name="connsiteX267" fmla="*/ 243903 w 977755"/>
              <a:gd name="connsiteY267" fmla="*/ 169098 h 361466"/>
              <a:gd name="connsiteX268" fmla="*/ 400795 w 977755"/>
              <a:gd name="connsiteY268" fmla="*/ 166385 h 361466"/>
              <a:gd name="connsiteX269" fmla="*/ 415071 w 977755"/>
              <a:gd name="connsiteY269" fmla="*/ 180661 h 361466"/>
              <a:gd name="connsiteX270" fmla="*/ 413929 w 977755"/>
              <a:gd name="connsiteY270" fmla="*/ 186229 h 361466"/>
              <a:gd name="connsiteX271" fmla="*/ 410859 w 977755"/>
              <a:gd name="connsiteY271" fmla="*/ 190797 h 361466"/>
              <a:gd name="connsiteX272" fmla="*/ 400795 w 977755"/>
              <a:gd name="connsiteY272" fmla="*/ 195008 h 361466"/>
              <a:gd name="connsiteX273" fmla="*/ 390730 w 977755"/>
              <a:gd name="connsiteY273" fmla="*/ 190797 h 361466"/>
              <a:gd name="connsiteX274" fmla="*/ 387661 w 977755"/>
              <a:gd name="connsiteY274" fmla="*/ 186229 h 361466"/>
              <a:gd name="connsiteX275" fmla="*/ 386519 w 977755"/>
              <a:gd name="connsiteY275" fmla="*/ 180661 h 361466"/>
              <a:gd name="connsiteX276" fmla="*/ 400795 w 977755"/>
              <a:gd name="connsiteY276" fmla="*/ 166385 h 361466"/>
              <a:gd name="connsiteX277" fmla="*/ 479098 w 977755"/>
              <a:gd name="connsiteY277" fmla="*/ 164815 h 361466"/>
              <a:gd name="connsiteX278" fmla="*/ 492232 w 977755"/>
              <a:gd name="connsiteY278" fmla="*/ 171810 h 361466"/>
              <a:gd name="connsiteX279" fmla="*/ 494944 w 977755"/>
              <a:gd name="connsiteY279" fmla="*/ 180661 h 361466"/>
              <a:gd name="connsiteX280" fmla="*/ 493731 w 977755"/>
              <a:gd name="connsiteY280" fmla="*/ 186800 h 361466"/>
              <a:gd name="connsiteX281" fmla="*/ 492303 w 977755"/>
              <a:gd name="connsiteY281" fmla="*/ 189512 h 361466"/>
              <a:gd name="connsiteX282" fmla="*/ 490304 w 977755"/>
              <a:gd name="connsiteY282" fmla="*/ 191939 h 361466"/>
              <a:gd name="connsiteX283" fmla="*/ 479098 w 977755"/>
              <a:gd name="connsiteY283" fmla="*/ 196579 h 361466"/>
              <a:gd name="connsiteX284" fmla="*/ 475886 w 977755"/>
              <a:gd name="connsiteY284" fmla="*/ 196222 h 361466"/>
              <a:gd name="connsiteX285" fmla="*/ 467891 w 977755"/>
              <a:gd name="connsiteY285" fmla="*/ 191939 h 361466"/>
              <a:gd name="connsiteX286" fmla="*/ 465964 w 977755"/>
              <a:gd name="connsiteY286" fmla="*/ 189584 h 361466"/>
              <a:gd name="connsiteX287" fmla="*/ 464536 w 977755"/>
              <a:gd name="connsiteY287" fmla="*/ 186871 h 361466"/>
              <a:gd name="connsiteX288" fmla="*/ 463608 w 977755"/>
              <a:gd name="connsiteY288" fmla="*/ 183873 h 361466"/>
              <a:gd name="connsiteX289" fmla="*/ 463323 w 977755"/>
              <a:gd name="connsiteY289" fmla="*/ 180661 h 361466"/>
              <a:gd name="connsiteX290" fmla="*/ 463608 w 977755"/>
              <a:gd name="connsiteY290" fmla="*/ 177449 h 361466"/>
              <a:gd name="connsiteX291" fmla="*/ 465964 w 977755"/>
              <a:gd name="connsiteY291" fmla="*/ 171810 h 361466"/>
              <a:gd name="connsiteX292" fmla="*/ 467891 w 977755"/>
              <a:gd name="connsiteY292" fmla="*/ 169455 h 361466"/>
              <a:gd name="connsiteX293" fmla="*/ 475886 w 977755"/>
              <a:gd name="connsiteY293" fmla="*/ 165172 h 361466"/>
              <a:gd name="connsiteX294" fmla="*/ 479098 w 977755"/>
              <a:gd name="connsiteY294" fmla="*/ 164815 h 361466"/>
              <a:gd name="connsiteX295" fmla="*/ 636061 w 977755"/>
              <a:gd name="connsiteY295" fmla="*/ 161317 h 361466"/>
              <a:gd name="connsiteX296" fmla="*/ 652193 w 977755"/>
              <a:gd name="connsiteY296" fmla="*/ 169883 h 361466"/>
              <a:gd name="connsiteX297" fmla="*/ 655476 w 977755"/>
              <a:gd name="connsiteY297" fmla="*/ 180732 h 361466"/>
              <a:gd name="connsiteX298" fmla="*/ 653977 w 977755"/>
              <a:gd name="connsiteY298" fmla="*/ 188298 h 361466"/>
              <a:gd name="connsiteX299" fmla="*/ 652193 w 977755"/>
              <a:gd name="connsiteY299" fmla="*/ 191582 h 361466"/>
              <a:gd name="connsiteX300" fmla="*/ 649766 w 977755"/>
              <a:gd name="connsiteY300" fmla="*/ 194437 h 361466"/>
              <a:gd name="connsiteX301" fmla="*/ 636061 w 977755"/>
              <a:gd name="connsiteY301" fmla="*/ 200148 h 361466"/>
              <a:gd name="connsiteX302" fmla="*/ 632135 w 977755"/>
              <a:gd name="connsiteY302" fmla="*/ 199719 h 361466"/>
              <a:gd name="connsiteX303" fmla="*/ 622356 w 977755"/>
              <a:gd name="connsiteY303" fmla="*/ 194437 h 361466"/>
              <a:gd name="connsiteX304" fmla="*/ 620001 w 977755"/>
              <a:gd name="connsiteY304" fmla="*/ 191582 h 361466"/>
              <a:gd name="connsiteX305" fmla="*/ 618216 w 977755"/>
              <a:gd name="connsiteY305" fmla="*/ 188298 h 361466"/>
              <a:gd name="connsiteX306" fmla="*/ 617074 w 977755"/>
              <a:gd name="connsiteY306" fmla="*/ 184658 h 361466"/>
              <a:gd name="connsiteX307" fmla="*/ 616646 w 977755"/>
              <a:gd name="connsiteY307" fmla="*/ 180732 h 361466"/>
              <a:gd name="connsiteX308" fmla="*/ 617074 w 977755"/>
              <a:gd name="connsiteY308" fmla="*/ 176806 h 361466"/>
              <a:gd name="connsiteX309" fmla="*/ 620001 w 977755"/>
              <a:gd name="connsiteY309" fmla="*/ 169883 h 361466"/>
              <a:gd name="connsiteX310" fmla="*/ 622356 w 977755"/>
              <a:gd name="connsiteY310" fmla="*/ 167027 h 361466"/>
              <a:gd name="connsiteX311" fmla="*/ 632135 w 977755"/>
              <a:gd name="connsiteY311" fmla="*/ 161745 h 361466"/>
              <a:gd name="connsiteX312" fmla="*/ 636061 w 977755"/>
              <a:gd name="connsiteY312" fmla="*/ 161317 h 361466"/>
              <a:gd name="connsiteX313" fmla="*/ 714579 w 977755"/>
              <a:gd name="connsiteY313" fmla="*/ 159247 h 361466"/>
              <a:gd name="connsiteX314" fmla="*/ 736064 w 977755"/>
              <a:gd name="connsiteY314" fmla="*/ 180732 h 361466"/>
              <a:gd name="connsiteX315" fmla="*/ 734351 w 977755"/>
              <a:gd name="connsiteY315" fmla="*/ 189084 h 361466"/>
              <a:gd name="connsiteX316" fmla="*/ 729854 w 977755"/>
              <a:gd name="connsiteY316" fmla="*/ 195936 h 361466"/>
              <a:gd name="connsiteX317" fmla="*/ 714651 w 977755"/>
              <a:gd name="connsiteY317" fmla="*/ 202218 h 361466"/>
              <a:gd name="connsiteX318" fmla="*/ 699447 w 977755"/>
              <a:gd name="connsiteY318" fmla="*/ 195936 h 361466"/>
              <a:gd name="connsiteX319" fmla="*/ 694807 w 977755"/>
              <a:gd name="connsiteY319" fmla="*/ 189084 h 361466"/>
              <a:gd name="connsiteX320" fmla="*/ 693094 w 977755"/>
              <a:gd name="connsiteY320" fmla="*/ 180732 h 361466"/>
              <a:gd name="connsiteX321" fmla="*/ 714579 w 977755"/>
              <a:gd name="connsiteY321" fmla="*/ 159247 h 361466"/>
              <a:gd name="connsiteX322" fmla="*/ 871470 w 977755"/>
              <a:gd name="connsiteY322" fmla="*/ 154322 h 361466"/>
              <a:gd name="connsiteX323" fmla="*/ 897881 w 977755"/>
              <a:gd name="connsiteY323" fmla="*/ 180732 h 361466"/>
              <a:gd name="connsiteX324" fmla="*/ 895811 w 977755"/>
              <a:gd name="connsiteY324" fmla="*/ 191011 h 361466"/>
              <a:gd name="connsiteX325" fmla="*/ 890172 w 977755"/>
              <a:gd name="connsiteY325" fmla="*/ 199434 h 361466"/>
              <a:gd name="connsiteX326" fmla="*/ 871470 w 977755"/>
              <a:gd name="connsiteY326" fmla="*/ 207143 h 361466"/>
              <a:gd name="connsiteX327" fmla="*/ 852769 w 977755"/>
              <a:gd name="connsiteY327" fmla="*/ 199434 h 361466"/>
              <a:gd name="connsiteX328" fmla="*/ 847130 w 977755"/>
              <a:gd name="connsiteY328" fmla="*/ 191011 h 361466"/>
              <a:gd name="connsiteX329" fmla="*/ 845060 w 977755"/>
              <a:gd name="connsiteY329" fmla="*/ 180732 h 361466"/>
              <a:gd name="connsiteX330" fmla="*/ 871470 w 977755"/>
              <a:gd name="connsiteY330" fmla="*/ 154322 h 361466"/>
              <a:gd name="connsiteX331" fmla="*/ 126198 w 977755"/>
              <a:gd name="connsiteY331" fmla="*/ 131481 h 361466"/>
              <a:gd name="connsiteX332" fmla="*/ 136191 w 977755"/>
              <a:gd name="connsiteY332" fmla="*/ 141474 h 361466"/>
              <a:gd name="connsiteX333" fmla="*/ 126198 w 977755"/>
              <a:gd name="connsiteY333" fmla="*/ 151467 h 361466"/>
              <a:gd name="connsiteX334" fmla="*/ 116205 w 977755"/>
              <a:gd name="connsiteY334" fmla="*/ 141474 h 361466"/>
              <a:gd name="connsiteX335" fmla="*/ 126198 w 977755"/>
              <a:gd name="connsiteY335" fmla="*/ 131481 h 361466"/>
              <a:gd name="connsiteX336" fmla="*/ 204644 w 977755"/>
              <a:gd name="connsiteY336" fmla="*/ 130410 h 361466"/>
              <a:gd name="connsiteX337" fmla="*/ 215708 w 977755"/>
              <a:gd name="connsiteY337" fmla="*/ 141474 h 361466"/>
              <a:gd name="connsiteX338" fmla="*/ 204644 w 977755"/>
              <a:gd name="connsiteY338" fmla="*/ 152538 h 361466"/>
              <a:gd name="connsiteX339" fmla="*/ 193580 w 977755"/>
              <a:gd name="connsiteY339" fmla="*/ 141474 h 361466"/>
              <a:gd name="connsiteX340" fmla="*/ 204644 w 977755"/>
              <a:gd name="connsiteY340" fmla="*/ 130410 h 361466"/>
              <a:gd name="connsiteX341" fmla="*/ 361536 w 977755"/>
              <a:gd name="connsiteY341" fmla="*/ 127912 h 361466"/>
              <a:gd name="connsiteX342" fmla="*/ 375098 w 977755"/>
              <a:gd name="connsiteY342" fmla="*/ 141474 h 361466"/>
              <a:gd name="connsiteX343" fmla="*/ 361536 w 977755"/>
              <a:gd name="connsiteY343" fmla="*/ 155036 h 361466"/>
              <a:gd name="connsiteX344" fmla="*/ 347974 w 977755"/>
              <a:gd name="connsiteY344" fmla="*/ 141474 h 361466"/>
              <a:gd name="connsiteX345" fmla="*/ 361536 w 977755"/>
              <a:gd name="connsiteY345" fmla="*/ 127912 h 361466"/>
              <a:gd name="connsiteX346" fmla="*/ 440054 w 977755"/>
              <a:gd name="connsiteY346" fmla="*/ 126484 h 361466"/>
              <a:gd name="connsiteX347" fmla="*/ 455043 w 977755"/>
              <a:gd name="connsiteY347" fmla="*/ 141474 h 361466"/>
              <a:gd name="connsiteX348" fmla="*/ 440054 w 977755"/>
              <a:gd name="connsiteY348" fmla="*/ 156463 h 361466"/>
              <a:gd name="connsiteX349" fmla="*/ 425064 w 977755"/>
              <a:gd name="connsiteY349" fmla="*/ 141474 h 361466"/>
              <a:gd name="connsiteX350" fmla="*/ 440054 w 977755"/>
              <a:gd name="connsiteY350" fmla="*/ 126484 h 361466"/>
              <a:gd name="connsiteX351" fmla="*/ 596946 w 977755"/>
              <a:gd name="connsiteY351" fmla="*/ 123058 h 361466"/>
              <a:gd name="connsiteX352" fmla="*/ 615362 w 977755"/>
              <a:gd name="connsiteY352" fmla="*/ 141474 h 361466"/>
              <a:gd name="connsiteX353" fmla="*/ 596946 w 977755"/>
              <a:gd name="connsiteY353" fmla="*/ 159890 h 361466"/>
              <a:gd name="connsiteX354" fmla="*/ 578530 w 977755"/>
              <a:gd name="connsiteY354" fmla="*/ 141474 h 361466"/>
              <a:gd name="connsiteX355" fmla="*/ 596946 w 977755"/>
              <a:gd name="connsiteY355" fmla="*/ 123058 h 361466"/>
              <a:gd name="connsiteX356" fmla="*/ 675321 w 977755"/>
              <a:gd name="connsiteY356" fmla="*/ 121059 h 361466"/>
              <a:gd name="connsiteX357" fmla="*/ 695735 w 977755"/>
              <a:gd name="connsiteY357" fmla="*/ 141474 h 361466"/>
              <a:gd name="connsiteX358" fmla="*/ 675321 w 977755"/>
              <a:gd name="connsiteY358" fmla="*/ 161888 h 361466"/>
              <a:gd name="connsiteX359" fmla="*/ 654906 w 977755"/>
              <a:gd name="connsiteY359" fmla="*/ 141474 h 361466"/>
              <a:gd name="connsiteX360" fmla="*/ 675321 w 977755"/>
              <a:gd name="connsiteY360" fmla="*/ 121059 h 361466"/>
              <a:gd name="connsiteX361" fmla="*/ 832283 w 977755"/>
              <a:gd name="connsiteY361" fmla="*/ 116348 h 361466"/>
              <a:gd name="connsiteX362" fmla="*/ 857337 w 977755"/>
              <a:gd name="connsiteY362" fmla="*/ 141474 h 361466"/>
              <a:gd name="connsiteX363" fmla="*/ 832283 w 977755"/>
              <a:gd name="connsiteY363" fmla="*/ 166528 h 361466"/>
              <a:gd name="connsiteX364" fmla="*/ 807229 w 977755"/>
              <a:gd name="connsiteY364" fmla="*/ 141474 h 361466"/>
              <a:gd name="connsiteX365" fmla="*/ 832283 w 977755"/>
              <a:gd name="connsiteY365" fmla="*/ 116348 h 361466"/>
              <a:gd name="connsiteX366" fmla="*/ 910730 w 977755"/>
              <a:gd name="connsiteY366" fmla="*/ 113636 h 361466"/>
              <a:gd name="connsiteX367" fmla="*/ 938496 w 977755"/>
              <a:gd name="connsiteY367" fmla="*/ 141474 h 361466"/>
              <a:gd name="connsiteX368" fmla="*/ 930397 w 977755"/>
              <a:gd name="connsiteY368" fmla="*/ 161004 h 361466"/>
              <a:gd name="connsiteX369" fmla="*/ 949989 w 977755"/>
              <a:gd name="connsiteY369" fmla="*/ 152895 h 361466"/>
              <a:gd name="connsiteX370" fmla="*/ 977755 w 977755"/>
              <a:gd name="connsiteY370" fmla="*/ 180662 h 361466"/>
              <a:gd name="connsiteX371" fmla="*/ 975542 w 977755"/>
              <a:gd name="connsiteY371" fmla="*/ 191511 h 361466"/>
              <a:gd name="connsiteX372" fmla="*/ 969618 w 977755"/>
              <a:gd name="connsiteY372" fmla="*/ 200362 h 361466"/>
              <a:gd name="connsiteX373" fmla="*/ 949989 w 977755"/>
              <a:gd name="connsiteY373" fmla="*/ 208500 h 361466"/>
              <a:gd name="connsiteX374" fmla="*/ 930410 w 977755"/>
              <a:gd name="connsiteY374" fmla="*/ 200383 h 361466"/>
              <a:gd name="connsiteX375" fmla="*/ 938496 w 977755"/>
              <a:gd name="connsiteY375" fmla="*/ 219920 h 361466"/>
              <a:gd name="connsiteX376" fmla="*/ 910730 w 977755"/>
              <a:gd name="connsiteY376" fmla="*/ 247758 h 361466"/>
              <a:gd name="connsiteX377" fmla="*/ 882963 w 977755"/>
              <a:gd name="connsiteY377" fmla="*/ 219920 h 361466"/>
              <a:gd name="connsiteX378" fmla="*/ 910730 w 977755"/>
              <a:gd name="connsiteY378" fmla="*/ 192153 h 361466"/>
              <a:gd name="connsiteX379" fmla="*/ 930281 w 977755"/>
              <a:gd name="connsiteY379" fmla="*/ 200246 h 361466"/>
              <a:gd name="connsiteX380" fmla="*/ 924435 w 977755"/>
              <a:gd name="connsiteY380" fmla="*/ 191511 h 361466"/>
              <a:gd name="connsiteX381" fmla="*/ 922222 w 977755"/>
              <a:gd name="connsiteY381" fmla="*/ 180662 h 361466"/>
              <a:gd name="connsiteX382" fmla="*/ 930295 w 977755"/>
              <a:gd name="connsiteY382" fmla="*/ 161159 h 361466"/>
              <a:gd name="connsiteX383" fmla="*/ 910730 w 977755"/>
              <a:gd name="connsiteY383" fmla="*/ 169241 h 361466"/>
              <a:gd name="connsiteX384" fmla="*/ 882963 w 977755"/>
              <a:gd name="connsiteY384" fmla="*/ 141474 h 361466"/>
              <a:gd name="connsiteX385" fmla="*/ 910730 w 977755"/>
              <a:gd name="connsiteY385" fmla="*/ 113636 h 361466"/>
              <a:gd name="connsiteX386" fmla="*/ 86939 w 977755"/>
              <a:gd name="connsiteY386" fmla="*/ 92793 h 361466"/>
              <a:gd name="connsiteX387" fmla="*/ 96433 w 977755"/>
              <a:gd name="connsiteY387" fmla="*/ 102286 h 361466"/>
              <a:gd name="connsiteX388" fmla="*/ 86939 w 977755"/>
              <a:gd name="connsiteY388" fmla="*/ 111780 h 361466"/>
              <a:gd name="connsiteX389" fmla="*/ 77446 w 977755"/>
              <a:gd name="connsiteY389" fmla="*/ 102286 h 361466"/>
              <a:gd name="connsiteX390" fmla="*/ 86939 w 977755"/>
              <a:gd name="connsiteY390" fmla="*/ 92793 h 361466"/>
              <a:gd name="connsiteX391" fmla="*/ 165457 w 977755"/>
              <a:gd name="connsiteY391" fmla="*/ 91794 h 361466"/>
              <a:gd name="connsiteX392" fmla="*/ 174165 w 977755"/>
              <a:gd name="connsiteY392" fmla="*/ 96434 h 361466"/>
              <a:gd name="connsiteX393" fmla="*/ 175950 w 977755"/>
              <a:gd name="connsiteY393" fmla="*/ 102287 h 361466"/>
              <a:gd name="connsiteX394" fmla="*/ 174165 w 977755"/>
              <a:gd name="connsiteY394" fmla="*/ 108140 h 361466"/>
              <a:gd name="connsiteX395" fmla="*/ 165457 w 977755"/>
              <a:gd name="connsiteY395" fmla="*/ 112922 h 361466"/>
              <a:gd name="connsiteX396" fmla="*/ 163315 w 977755"/>
              <a:gd name="connsiteY396" fmla="*/ 112708 h 361466"/>
              <a:gd name="connsiteX397" fmla="*/ 158033 w 977755"/>
              <a:gd name="connsiteY397" fmla="*/ 109853 h 361466"/>
              <a:gd name="connsiteX398" fmla="*/ 156748 w 977755"/>
              <a:gd name="connsiteY398" fmla="*/ 108283 h 361466"/>
              <a:gd name="connsiteX399" fmla="*/ 155178 w 977755"/>
              <a:gd name="connsiteY399" fmla="*/ 104500 h 361466"/>
              <a:gd name="connsiteX400" fmla="*/ 154964 w 977755"/>
              <a:gd name="connsiteY400" fmla="*/ 102358 h 361466"/>
              <a:gd name="connsiteX401" fmla="*/ 155178 w 977755"/>
              <a:gd name="connsiteY401" fmla="*/ 100217 h 361466"/>
              <a:gd name="connsiteX402" fmla="*/ 156748 w 977755"/>
              <a:gd name="connsiteY402" fmla="*/ 96434 h 361466"/>
              <a:gd name="connsiteX403" fmla="*/ 158033 w 977755"/>
              <a:gd name="connsiteY403" fmla="*/ 94863 h 361466"/>
              <a:gd name="connsiteX404" fmla="*/ 163315 w 977755"/>
              <a:gd name="connsiteY404" fmla="*/ 92008 h 361466"/>
              <a:gd name="connsiteX405" fmla="*/ 165457 w 977755"/>
              <a:gd name="connsiteY405" fmla="*/ 91794 h 361466"/>
              <a:gd name="connsiteX406" fmla="*/ 322349 w 977755"/>
              <a:gd name="connsiteY406" fmla="*/ 89367 h 361466"/>
              <a:gd name="connsiteX407" fmla="*/ 329559 w 977755"/>
              <a:gd name="connsiteY407" fmla="*/ 91580 h 361466"/>
              <a:gd name="connsiteX408" fmla="*/ 335198 w 977755"/>
              <a:gd name="connsiteY408" fmla="*/ 102287 h 361466"/>
              <a:gd name="connsiteX409" fmla="*/ 329559 w 977755"/>
              <a:gd name="connsiteY409" fmla="*/ 112994 h 361466"/>
              <a:gd name="connsiteX410" fmla="*/ 322349 w 977755"/>
              <a:gd name="connsiteY410" fmla="*/ 115206 h 361466"/>
              <a:gd name="connsiteX411" fmla="*/ 319780 w 977755"/>
              <a:gd name="connsiteY411" fmla="*/ 114921 h 361466"/>
              <a:gd name="connsiteX412" fmla="*/ 309501 w 977755"/>
              <a:gd name="connsiteY412" fmla="*/ 102287 h 361466"/>
              <a:gd name="connsiteX413" fmla="*/ 319780 w 977755"/>
              <a:gd name="connsiteY413" fmla="*/ 89653 h 361466"/>
              <a:gd name="connsiteX414" fmla="*/ 322349 w 977755"/>
              <a:gd name="connsiteY414" fmla="*/ 89367 h 361466"/>
              <a:gd name="connsiteX415" fmla="*/ 400795 w 977755"/>
              <a:gd name="connsiteY415" fmla="*/ 88011 h 361466"/>
              <a:gd name="connsiteX416" fmla="*/ 415071 w 977755"/>
              <a:gd name="connsiteY416" fmla="*/ 102287 h 361466"/>
              <a:gd name="connsiteX417" fmla="*/ 400795 w 977755"/>
              <a:gd name="connsiteY417" fmla="*/ 116563 h 361466"/>
              <a:gd name="connsiteX418" fmla="*/ 386519 w 977755"/>
              <a:gd name="connsiteY418" fmla="*/ 102287 h 361466"/>
              <a:gd name="connsiteX419" fmla="*/ 400795 w 977755"/>
              <a:gd name="connsiteY419" fmla="*/ 88011 h 361466"/>
              <a:gd name="connsiteX420" fmla="*/ 557687 w 977755"/>
              <a:gd name="connsiteY420" fmla="*/ 84798 h 361466"/>
              <a:gd name="connsiteX421" fmla="*/ 575175 w 977755"/>
              <a:gd name="connsiteY421" fmla="*/ 102286 h 361466"/>
              <a:gd name="connsiteX422" fmla="*/ 557687 w 977755"/>
              <a:gd name="connsiteY422" fmla="*/ 119774 h 361466"/>
              <a:gd name="connsiteX423" fmla="*/ 540199 w 977755"/>
              <a:gd name="connsiteY423" fmla="*/ 102286 h 361466"/>
              <a:gd name="connsiteX424" fmla="*/ 557687 w 977755"/>
              <a:gd name="connsiteY424" fmla="*/ 84798 h 361466"/>
              <a:gd name="connsiteX425" fmla="*/ 636061 w 977755"/>
              <a:gd name="connsiteY425" fmla="*/ 82871 h 361466"/>
              <a:gd name="connsiteX426" fmla="*/ 652193 w 977755"/>
              <a:gd name="connsiteY426" fmla="*/ 91437 h 361466"/>
              <a:gd name="connsiteX427" fmla="*/ 655476 w 977755"/>
              <a:gd name="connsiteY427" fmla="*/ 102286 h 361466"/>
              <a:gd name="connsiteX428" fmla="*/ 652193 w 977755"/>
              <a:gd name="connsiteY428" fmla="*/ 113136 h 361466"/>
              <a:gd name="connsiteX429" fmla="*/ 636061 w 977755"/>
              <a:gd name="connsiteY429" fmla="*/ 121702 h 361466"/>
              <a:gd name="connsiteX430" fmla="*/ 632135 w 977755"/>
              <a:gd name="connsiteY430" fmla="*/ 121273 h 361466"/>
              <a:gd name="connsiteX431" fmla="*/ 622356 w 977755"/>
              <a:gd name="connsiteY431" fmla="*/ 115991 h 361466"/>
              <a:gd name="connsiteX432" fmla="*/ 620001 w 977755"/>
              <a:gd name="connsiteY432" fmla="*/ 113136 h 361466"/>
              <a:gd name="connsiteX433" fmla="*/ 617074 w 977755"/>
              <a:gd name="connsiteY433" fmla="*/ 106212 h 361466"/>
              <a:gd name="connsiteX434" fmla="*/ 616646 w 977755"/>
              <a:gd name="connsiteY434" fmla="*/ 102286 h 361466"/>
              <a:gd name="connsiteX435" fmla="*/ 617074 w 977755"/>
              <a:gd name="connsiteY435" fmla="*/ 98360 h 361466"/>
              <a:gd name="connsiteX436" fmla="*/ 620001 w 977755"/>
              <a:gd name="connsiteY436" fmla="*/ 91437 h 361466"/>
              <a:gd name="connsiteX437" fmla="*/ 622356 w 977755"/>
              <a:gd name="connsiteY437" fmla="*/ 88581 h 361466"/>
              <a:gd name="connsiteX438" fmla="*/ 632135 w 977755"/>
              <a:gd name="connsiteY438" fmla="*/ 83299 h 361466"/>
              <a:gd name="connsiteX439" fmla="*/ 636061 w 977755"/>
              <a:gd name="connsiteY439" fmla="*/ 82871 h 361466"/>
              <a:gd name="connsiteX440" fmla="*/ 793025 w 977755"/>
              <a:gd name="connsiteY440" fmla="*/ 78446 h 361466"/>
              <a:gd name="connsiteX441" fmla="*/ 806373 w 977755"/>
              <a:gd name="connsiteY441" fmla="*/ 82515 h 361466"/>
              <a:gd name="connsiteX442" fmla="*/ 816865 w 977755"/>
              <a:gd name="connsiteY442" fmla="*/ 102287 h 361466"/>
              <a:gd name="connsiteX443" fmla="*/ 806373 w 977755"/>
              <a:gd name="connsiteY443" fmla="*/ 122059 h 361466"/>
              <a:gd name="connsiteX444" fmla="*/ 793025 w 977755"/>
              <a:gd name="connsiteY444" fmla="*/ 126128 h 361466"/>
              <a:gd name="connsiteX445" fmla="*/ 788242 w 977755"/>
              <a:gd name="connsiteY445" fmla="*/ 125628 h 361466"/>
              <a:gd name="connsiteX446" fmla="*/ 769184 w 977755"/>
              <a:gd name="connsiteY446" fmla="*/ 102287 h 361466"/>
              <a:gd name="connsiteX447" fmla="*/ 788242 w 977755"/>
              <a:gd name="connsiteY447" fmla="*/ 78946 h 361466"/>
              <a:gd name="connsiteX448" fmla="*/ 793025 w 977755"/>
              <a:gd name="connsiteY448" fmla="*/ 78446 h 361466"/>
              <a:gd name="connsiteX449" fmla="*/ 871470 w 977755"/>
              <a:gd name="connsiteY449" fmla="*/ 75876 h 361466"/>
              <a:gd name="connsiteX450" fmla="*/ 897881 w 977755"/>
              <a:gd name="connsiteY450" fmla="*/ 102286 h 361466"/>
              <a:gd name="connsiteX451" fmla="*/ 871470 w 977755"/>
              <a:gd name="connsiteY451" fmla="*/ 128697 h 361466"/>
              <a:gd name="connsiteX452" fmla="*/ 845060 w 977755"/>
              <a:gd name="connsiteY452" fmla="*/ 102286 h 361466"/>
              <a:gd name="connsiteX453" fmla="*/ 871470 w 977755"/>
              <a:gd name="connsiteY453" fmla="*/ 75876 h 361466"/>
              <a:gd name="connsiteX454" fmla="*/ 47753 w 977755"/>
              <a:gd name="connsiteY454" fmla="*/ 54034 h 361466"/>
              <a:gd name="connsiteX455" fmla="*/ 56747 w 977755"/>
              <a:gd name="connsiteY455" fmla="*/ 63028 h 361466"/>
              <a:gd name="connsiteX456" fmla="*/ 47753 w 977755"/>
              <a:gd name="connsiteY456" fmla="*/ 72022 h 361466"/>
              <a:gd name="connsiteX457" fmla="*/ 38759 w 977755"/>
              <a:gd name="connsiteY457" fmla="*/ 63028 h 361466"/>
              <a:gd name="connsiteX458" fmla="*/ 47753 w 977755"/>
              <a:gd name="connsiteY458" fmla="*/ 54034 h 361466"/>
              <a:gd name="connsiteX459" fmla="*/ 126198 w 977755"/>
              <a:gd name="connsiteY459" fmla="*/ 53035 h 361466"/>
              <a:gd name="connsiteX460" fmla="*/ 136191 w 977755"/>
              <a:gd name="connsiteY460" fmla="*/ 63028 h 361466"/>
              <a:gd name="connsiteX461" fmla="*/ 126198 w 977755"/>
              <a:gd name="connsiteY461" fmla="*/ 73021 h 361466"/>
              <a:gd name="connsiteX462" fmla="*/ 116205 w 977755"/>
              <a:gd name="connsiteY462" fmla="*/ 63028 h 361466"/>
              <a:gd name="connsiteX463" fmla="*/ 126198 w 977755"/>
              <a:gd name="connsiteY463" fmla="*/ 53035 h 361466"/>
              <a:gd name="connsiteX464" fmla="*/ 283162 w 977755"/>
              <a:gd name="connsiteY464" fmla="*/ 50822 h 361466"/>
              <a:gd name="connsiteX465" fmla="*/ 295368 w 977755"/>
              <a:gd name="connsiteY465" fmla="*/ 63028 h 361466"/>
              <a:gd name="connsiteX466" fmla="*/ 283162 w 977755"/>
              <a:gd name="connsiteY466" fmla="*/ 75234 h 361466"/>
              <a:gd name="connsiteX467" fmla="*/ 270956 w 977755"/>
              <a:gd name="connsiteY467" fmla="*/ 63028 h 361466"/>
              <a:gd name="connsiteX468" fmla="*/ 283162 w 977755"/>
              <a:gd name="connsiteY468" fmla="*/ 50822 h 361466"/>
              <a:gd name="connsiteX469" fmla="*/ 361536 w 977755"/>
              <a:gd name="connsiteY469" fmla="*/ 49466 h 361466"/>
              <a:gd name="connsiteX470" fmla="*/ 375098 w 977755"/>
              <a:gd name="connsiteY470" fmla="*/ 63028 h 361466"/>
              <a:gd name="connsiteX471" fmla="*/ 361536 w 977755"/>
              <a:gd name="connsiteY471" fmla="*/ 76590 h 361466"/>
              <a:gd name="connsiteX472" fmla="*/ 347974 w 977755"/>
              <a:gd name="connsiteY472" fmla="*/ 63028 h 361466"/>
              <a:gd name="connsiteX473" fmla="*/ 361536 w 977755"/>
              <a:gd name="connsiteY473" fmla="*/ 49466 h 361466"/>
              <a:gd name="connsiteX474" fmla="*/ 518428 w 977755"/>
              <a:gd name="connsiteY474" fmla="*/ 46396 h 361466"/>
              <a:gd name="connsiteX475" fmla="*/ 535060 w 977755"/>
              <a:gd name="connsiteY475" fmla="*/ 63027 h 361466"/>
              <a:gd name="connsiteX476" fmla="*/ 518428 w 977755"/>
              <a:gd name="connsiteY476" fmla="*/ 79659 h 361466"/>
              <a:gd name="connsiteX477" fmla="*/ 501797 w 977755"/>
              <a:gd name="connsiteY477" fmla="*/ 63027 h 361466"/>
              <a:gd name="connsiteX478" fmla="*/ 518428 w 977755"/>
              <a:gd name="connsiteY478" fmla="*/ 46396 h 361466"/>
              <a:gd name="connsiteX479" fmla="*/ 596946 w 977755"/>
              <a:gd name="connsiteY479" fmla="*/ 44612 h 361466"/>
              <a:gd name="connsiteX480" fmla="*/ 615362 w 977755"/>
              <a:gd name="connsiteY480" fmla="*/ 63028 h 361466"/>
              <a:gd name="connsiteX481" fmla="*/ 596946 w 977755"/>
              <a:gd name="connsiteY481" fmla="*/ 81444 h 361466"/>
              <a:gd name="connsiteX482" fmla="*/ 578530 w 977755"/>
              <a:gd name="connsiteY482" fmla="*/ 63028 h 361466"/>
              <a:gd name="connsiteX483" fmla="*/ 596946 w 977755"/>
              <a:gd name="connsiteY483" fmla="*/ 44612 h 361466"/>
              <a:gd name="connsiteX484" fmla="*/ 753766 w 977755"/>
              <a:gd name="connsiteY484" fmla="*/ 40400 h 361466"/>
              <a:gd name="connsiteX485" fmla="*/ 776394 w 977755"/>
              <a:gd name="connsiteY485" fmla="*/ 63027 h 361466"/>
              <a:gd name="connsiteX486" fmla="*/ 753766 w 977755"/>
              <a:gd name="connsiteY486" fmla="*/ 85655 h 361466"/>
              <a:gd name="connsiteX487" fmla="*/ 731139 w 977755"/>
              <a:gd name="connsiteY487" fmla="*/ 63027 h 361466"/>
              <a:gd name="connsiteX488" fmla="*/ 753766 w 977755"/>
              <a:gd name="connsiteY488" fmla="*/ 40400 h 361466"/>
              <a:gd name="connsiteX489" fmla="*/ 832283 w 977755"/>
              <a:gd name="connsiteY489" fmla="*/ 37973 h 361466"/>
              <a:gd name="connsiteX490" fmla="*/ 857337 w 977755"/>
              <a:gd name="connsiteY490" fmla="*/ 63027 h 361466"/>
              <a:gd name="connsiteX491" fmla="*/ 832283 w 977755"/>
              <a:gd name="connsiteY491" fmla="*/ 88153 h 361466"/>
              <a:gd name="connsiteX492" fmla="*/ 807229 w 977755"/>
              <a:gd name="connsiteY492" fmla="*/ 63027 h 361466"/>
              <a:gd name="connsiteX493" fmla="*/ 832283 w 977755"/>
              <a:gd name="connsiteY493" fmla="*/ 37973 h 361466"/>
              <a:gd name="connsiteX494" fmla="*/ 8566 w 977755"/>
              <a:gd name="connsiteY494" fmla="*/ 15275 h 361466"/>
              <a:gd name="connsiteX495" fmla="*/ 15632 w 977755"/>
              <a:gd name="connsiteY495" fmla="*/ 19058 h 361466"/>
              <a:gd name="connsiteX496" fmla="*/ 17060 w 977755"/>
              <a:gd name="connsiteY496" fmla="*/ 23841 h 361466"/>
              <a:gd name="connsiteX497" fmla="*/ 16917 w 977755"/>
              <a:gd name="connsiteY497" fmla="*/ 25554 h 361466"/>
              <a:gd name="connsiteX498" fmla="*/ 15632 w 977755"/>
              <a:gd name="connsiteY498" fmla="*/ 28623 h 361466"/>
              <a:gd name="connsiteX499" fmla="*/ 8566 w 977755"/>
              <a:gd name="connsiteY499" fmla="*/ 32406 h 361466"/>
              <a:gd name="connsiteX500" fmla="*/ 6852 w 977755"/>
              <a:gd name="connsiteY500" fmla="*/ 32192 h 361466"/>
              <a:gd name="connsiteX501" fmla="*/ 2498 w 977755"/>
              <a:gd name="connsiteY501" fmla="*/ 29836 h 361466"/>
              <a:gd name="connsiteX502" fmla="*/ 1428 w 977755"/>
              <a:gd name="connsiteY502" fmla="*/ 28623 h 361466"/>
              <a:gd name="connsiteX503" fmla="*/ 143 w 977755"/>
              <a:gd name="connsiteY503" fmla="*/ 25554 h 361466"/>
              <a:gd name="connsiteX504" fmla="*/ 0 w 977755"/>
              <a:gd name="connsiteY504" fmla="*/ 23841 h 361466"/>
              <a:gd name="connsiteX505" fmla="*/ 143 w 977755"/>
              <a:gd name="connsiteY505" fmla="*/ 22127 h 361466"/>
              <a:gd name="connsiteX506" fmla="*/ 1428 w 977755"/>
              <a:gd name="connsiteY506" fmla="*/ 19058 h 361466"/>
              <a:gd name="connsiteX507" fmla="*/ 2498 w 977755"/>
              <a:gd name="connsiteY507" fmla="*/ 17773 h 361466"/>
              <a:gd name="connsiteX508" fmla="*/ 6852 w 977755"/>
              <a:gd name="connsiteY508" fmla="*/ 15418 h 361466"/>
              <a:gd name="connsiteX509" fmla="*/ 8566 w 977755"/>
              <a:gd name="connsiteY509" fmla="*/ 15275 h 361466"/>
              <a:gd name="connsiteX510" fmla="*/ 87011 w 977755"/>
              <a:gd name="connsiteY510" fmla="*/ 14347 h 361466"/>
              <a:gd name="connsiteX511" fmla="*/ 96505 w 977755"/>
              <a:gd name="connsiteY511" fmla="*/ 23840 h 361466"/>
              <a:gd name="connsiteX512" fmla="*/ 96291 w 977755"/>
              <a:gd name="connsiteY512" fmla="*/ 25768 h 361466"/>
              <a:gd name="connsiteX513" fmla="*/ 87011 w 977755"/>
              <a:gd name="connsiteY513" fmla="*/ 33334 h 361466"/>
              <a:gd name="connsiteX514" fmla="*/ 77732 w 977755"/>
              <a:gd name="connsiteY514" fmla="*/ 25768 h 361466"/>
              <a:gd name="connsiteX515" fmla="*/ 77518 w 977755"/>
              <a:gd name="connsiteY515" fmla="*/ 23840 h 361466"/>
              <a:gd name="connsiteX516" fmla="*/ 87011 w 977755"/>
              <a:gd name="connsiteY516" fmla="*/ 14347 h 361466"/>
              <a:gd name="connsiteX517" fmla="*/ 243832 w 977755"/>
              <a:gd name="connsiteY517" fmla="*/ 12205 h 361466"/>
              <a:gd name="connsiteX518" fmla="*/ 255467 w 977755"/>
              <a:gd name="connsiteY518" fmla="*/ 23840 h 361466"/>
              <a:gd name="connsiteX519" fmla="*/ 255253 w 977755"/>
              <a:gd name="connsiteY519" fmla="*/ 26195 h 361466"/>
              <a:gd name="connsiteX520" fmla="*/ 243832 w 977755"/>
              <a:gd name="connsiteY520" fmla="*/ 35475 h 361466"/>
              <a:gd name="connsiteX521" fmla="*/ 232411 w 977755"/>
              <a:gd name="connsiteY521" fmla="*/ 26195 h 361466"/>
              <a:gd name="connsiteX522" fmla="*/ 232197 w 977755"/>
              <a:gd name="connsiteY522" fmla="*/ 23840 h 361466"/>
              <a:gd name="connsiteX523" fmla="*/ 243832 w 977755"/>
              <a:gd name="connsiteY523" fmla="*/ 12205 h 361466"/>
              <a:gd name="connsiteX524" fmla="*/ 322349 w 977755"/>
              <a:gd name="connsiteY524" fmla="*/ 10921 h 361466"/>
              <a:gd name="connsiteX525" fmla="*/ 329559 w 977755"/>
              <a:gd name="connsiteY525" fmla="*/ 13134 h 361466"/>
              <a:gd name="connsiteX526" fmla="*/ 335198 w 977755"/>
              <a:gd name="connsiteY526" fmla="*/ 23841 h 361466"/>
              <a:gd name="connsiteX527" fmla="*/ 334912 w 977755"/>
              <a:gd name="connsiteY527" fmla="*/ 26410 h 361466"/>
              <a:gd name="connsiteX528" fmla="*/ 329559 w 977755"/>
              <a:gd name="connsiteY528" fmla="*/ 34476 h 361466"/>
              <a:gd name="connsiteX529" fmla="*/ 322349 w 977755"/>
              <a:gd name="connsiteY529" fmla="*/ 36689 h 361466"/>
              <a:gd name="connsiteX530" fmla="*/ 319780 w 977755"/>
              <a:gd name="connsiteY530" fmla="*/ 36404 h 361466"/>
              <a:gd name="connsiteX531" fmla="*/ 309787 w 977755"/>
              <a:gd name="connsiteY531" fmla="*/ 26410 h 361466"/>
              <a:gd name="connsiteX532" fmla="*/ 309501 w 977755"/>
              <a:gd name="connsiteY532" fmla="*/ 23841 h 361466"/>
              <a:gd name="connsiteX533" fmla="*/ 319780 w 977755"/>
              <a:gd name="connsiteY533" fmla="*/ 11207 h 361466"/>
              <a:gd name="connsiteX534" fmla="*/ 322349 w 977755"/>
              <a:gd name="connsiteY534" fmla="*/ 10921 h 361466"/>
              <a:gd name="connsiteX535" fmla="*/ 479098 w 977755"/>
              <a:gd name="connsiteY535" fmla="*/ 7994 h 361466"/>
              <a:gd name="connsiteX536" fmla="*/ 492232 w 977755"/>
              <a:gd name="connsiteY536" fmla="*/ 14989 h 361466"/>
              <a:gd name="connsiteX537" fmla="*/ 494944 w 977755"/>
              <a:gd name="connsiteY537" fmla="*/ 23840 h 361466"/>
              <a:gd name="connsiteX538" fmla="*/ 494659 w 977755"/>
              <a:gd name="connsiteY538" fmla="*/ 27052 h 361466"/>
              <a:gd name="connsiteX539" fmla="*/ 492303 w 977755"/>
              <a:gd name="connsiteY539" fmla="*/ 32691 h 361466"/>
              <a:gd name="connsiteX540" fmla="*/ 479098 w 977755"/>
              <a:gd name="connsiteY540" fmla="*/ 39615 h 361466"/>
              <a:gd name="connsiteX541" fmla="*/ 475886 w 977755"/>
              <a:gd name="connsiteY541" fmla="*/ 39258 h 361466"/>
              <a:gd name="connsiteX542" fmla="*/ 467891 w 977755"/>
              <a:gd name="connsiteY542" fmla="*/ 34975 h 361466"/>
              <a:gd name="connsiteX543" fmla="*/ 465964 w 977755"/>
              <a:gd name="connsiteY543" fmla="*/ 32620 h 361466"/>
              <a:gd name="connsiteX544" fmla="*/ 463608 w 977755"/>
              <a:gd name="connsiteY544" fmla="*/ 26981 h 361466"/>
              <a:gd name="connsiteX545" fmla="*/ 463323 w 977755"/>
              <a:gd name="connsiteY545" fmla="*/ 23769 h 361466"/>
              <a:gd name="connsiteX546" fmla="*/ 463608 w 977755"/>
              <a:gd name="connsiteY546" fmla="*/ 20557 h 361466"/>
              <a:gd name="connsiteX547" fmla="*/ 465964 w 977755"/>
              <a:gd name="connsiteY547" fmla="*/ 14918 h 361466"/>
              <a:gd name="connsiteX548" fmla="*/ 467891 w 977755"/>
              <a:gd name="connsiteY548" fmla="*/ 12562 h 361466"/>
              <a:gd name="connsiteX549" fmla="*/ 475886 w 977755"/>
              <a:gd name="connsiteY549" fmla="*/ 8280 h 361466"/>
              <a:gd name="connsiteX550" fmla="*/ 479098 w 977755"/>
              <a:gd name="connsiteY550" fmla="*/ 7994 h 361466"/>
              <a:gd name="connsiteX551" fmla="*/ 557687 w 977755"/>
              <a:gd name="connsiteY551" fmla="*/ 6352 h 361466"/>
              <a:gd name="connsiteX552" fmla="*/ 575175 w 977755"/>
              <a:gd name="connsiteY552" fmla="*/ 23840 h 361466"/>
              <a:gd name="connsiteX553" fmla="*/ 574818 w 977755"/>
              <a:gd name="connsiteY553" fmla="*/ 27338 h 361466"/>
              <a:gd name="connsiteX554" fmla="*/ 557687 w 977755"/>
              <a:gd name="connsiteY554" fmla="*/ 41328 h 361466"/>
              <a:gd name="connsiteX555" fmla="*/ 540556 w 977755"/>
              <a:gd name="connsiteY555" fmla="*/ 27338 h 361466"/>
              <a:gd name="connsiteX556" fmla="*/ 540199 w 977755"/>
              <a:gd name="connsiteY556" fmla="*/ 23840 h 361466"/>
              <a:gd name="connsiteX557" fmla="*/ 557687 w 977755"/>
              <a:gd name="connsiteY557" fmla="*/ 6352 h 361466"/>
              <a:gd name="connsiteX558" fmla="*/ 714579 w 977755"/>
              <a:gd name="connsiteY558" fmla="*/ 2284 h 361466"/>
              <a:gd name="connsiteX559" fmla="*/ 736064 w 977755"/>
              <a:gd name="connsiteY559" fmla="*/ 23769 h 361466"/>
              <a:gd name="connsiteX560" fmla="*/ 735636 w 977755"/>
              <a:gd name="connsiteY560" fmla="*/ 28123 h 361466"/>
              <a:gd name="connsiteX561" fmla="*/ 714579 w 977755"/>
              <a:gd name="connsiteY561" fmla="*/ 45326 h 361466"/>
              <a:gd name="connsiteX562" fmla="*/ 693522 w 977755"/>
              <a:gd name="connsiteY562" fmla="*/ 28123 h 361466"/>
              <a:gd name="connsiteX563" fmla="*/ 693094 w 977755"/>
              <a:gd name="connsiteY563" fmla="*/ 23769 h 361466"/>
              <a:gd name="connsiteX564" fmla="*/ 714579 w 977755"/>
              <a:gd name="connsiteY564" fmla="*/ 2284 h 361466"/>
              <a:gd name="connsiteX565" fmla="*/ 793025 w 977755"/>
              <a:gd name="connsiteY565" fmla="*/ 0 h 361466"/>
              <a:gd name="connsiteX566" fmla="*/ 806373 w 977755"/>
              <a:gd name="connsiteY566" fmla="*/ 4069 h 361466"/>
              <a:gd name="connsiteX567" fmla="*/ 816865 w 977755"/>
              <a:gd name="connsiteY567" fmla="*/ 23841 h 361466"/>
              <a:gd name="connsiteX568" fmla="*/ 816366 w 977755"/>
              <a:gd name="connsiteY568" fmla="*/ 28623 h 361466"/>
              <a:gd name="connsiteX569" fmla="*/ 806373 w 977755"/>
              <a:gd name="connsiteY569" fmla="*/ 43613 h 361466"/>
              <a:gd name="connsiteX570" fmla="*/ 793025 w 977755"/>
              <a:gd name="connsiteY570" fmla="*/ 47682 h 361466"/>
              <a:gd name="connsiteX571" fmla="*/ 788242 w 977755"/>
              <a:gd name="connsiteY571" fmla="*/ 47182 h 361466"/>
              <a:gd name="connsiteX572" fmla="*/ 769684 w 977755"/>
              <a:gd name="connsiteY572" fmla="*/ 28623 h 361466"/>
              <a:gd name="connsiteX573" fmla="*/ 769184 w 977755"/>
              <a:gd name="connsiteY573" fmla="*/ 23841 h 361466"/>
              <a:gd name="connsiteX574" fmla="*/ 788242 w 977755"/>
              <a:gd name="connsiteY574" fmla="*/ 500 h 361466"/>
              <a:gd name="connsiteX575" fmla="*/ 793025 w 977755"/>
              <a:gd name="connsiteY575" fmla="*/ 0 h 36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</a:cxnLst>
            <a:rect l="l" t="t" r="r" b="b"/>
            <a:pathLst>
              <a:path w="977755" h="361466">
                <a:moveTo>
                  <a:pt x="8566" y="329059"/>
                </a:moveTo>
                <a:cubicBezTo>
                  <a:pt x="11492" y="329059"/>
                  <a:pt x="14062" y="330558"/>
                  <a:pt x="15632" y="332842"/>
                </a:cubicBezTo>
                <a:cubicBezTo>
                  <a:pt x="16489" y="334198"/>
                  <a:pt x="17060" y="335840"/>
                  <a:pt x="17060" y="337625"/>
                </a:cubicBezTo>
                <a:cubicBezTo>
                  <a:pt x="17060" y="338838"/>
                  <a:pt x="16846" y="339980"/>
                  <a:pt x="16417" y="340979"/>
                </a:cubicBezTo>
                <a:cubicBezTo>
                  <a:pt x="16203" y="341479"/>
                  <a:pt x="15918" y="341979"/>
                  <a:pt x="15632" y="342407"/>
                </a:cubicBezTo>
                <a:cubicBezTo>
                  <a:pt x="15347" y="342835"/>
                  <a:pt x="14990" y="343264"/>
                  <a:pt x="14633" y="343620"/>
                </a:cubicBezTo>
                <a:cubicBezTo>
                  <a:pt x="13062" y="345191"/>
                  <a:pt x="10921" y="346119"/>
                  <a:pt x="8566" y="346119"/>
                </a:cubicBezTo>
                <a:cubicBezTo>
                  <a:pt x="7994" y="346119"/>
                  <a:pt x="7423" y="346119"/>
                  <a:pt x="6852" y="345976"/>
                </a:cubicBezTo>
                <a:cubicBezTo>
                  <a:pt x="5139" y="345619"/>
                  <a:pt x="3640" y="344763"/>
                  <a:pt x="2498" y="343620"/>
                </a:cubicBezTo>
                <a:cubicBezTo>
                  <a:pt x="2070" y="343192"/>
                  <a:pt x="1713" y="342764"/>
                  <a:pt x="1428" y="342336"/>
                </a:cubicBezTo>
                <a:cubicBezTo>
                  <a:pt x="1142" y="341907"/>
                  <a:pt x="857" y="341408"/>
                  <a:pt x="642" y="340908"/>
                </a:cubicBezTo>
                <a:cubicBezTo>
                  <a:pt x="428" y="340408"/>
                  <a:pt x="286" y="339909"/>
                  <a:pt x="143" y="339338"/>
                </a:cubicBezTo>
                <a:cubicBezTo>
                  <a:pt x="71" y="338767"/>
                  <a:pt x="0" y="338196"/>
                  <a:pt x="0" y="337625"/>
                </a:cubicBezTo>
                <a:cubicBezTo>
                  <a:pt x="0" y="336982"/>
                  <a:pt x="71" y="336411"/>
                  <a:pt x="143" y="335911"/>
                </a:cubicBezTo>
                <a:cubicBezTo>
                  <a:pt x="357" y="334769"/>
                  <a:pt x="785" y="333770"/>
                  <a:pt x="1428" y="332842"/>
                </a:cubicBezTo>
                <a:cubicBezTo>
                  <a:pt x="1784" y="332342"/>
                  <a:pt x="2141" y="331914"/>
                  <a:pt x="2498" y="331557"/>
                </a:cubicBezTo>
                <a:cubicBezTo>
                  <a:pt x="3712" y="330344"/>
                  <a:pt x="5211" y="329559"/>
                  <a:pt x="6852" y="329202"/>
                </a:cubicBezTo>
                <a:cubicBezTo>
                  <a:pt x="7423" y="329130"/>
                  <a:pt x="7994" y="329059"/>
                  <a:pt x="8566" y="329059"/>
                </a:cubicBezTo>
                <a:close/>
                <a:moveTo>
                  <a:pt x="86939" y="328060"/>
                </a:moveTo>
                <a:cubicBezTo>
                  <a:pt x="92222" y="328060"/>
                  <a:pt x="96433" y="332343"/>
                  <a:pt x="96433" y="337554"/>
                </a:cubicBezTo>
                <a:cubicBezTo>
                  <a:pt x="96433" y="338910"/>
                  <a:pt x="96219" y="340123"/>
                  <a:pt x="95719" y="341265"/>
                </a:cubicBezTo>
                <a:cubicBezTo>
                  <a:pt x="95219" y="342407"/>
                  <a:pt x="94506" y="343407"/>
                  <a:pt x="93578" y="344263"/>
                </a:cubicBezTo>
                <a:cubicBezTo>
                  <a:pt x="91865" y="345976"/>
                  <a:pt x="89509" y="347047"/>
                  <a:pt x="86868" y="347047"/>
                </a:cubicBezTo>
                <a:cubicBezTo>
                  <a:pt x="84227" y="347047"/>
                  <a:pt x="81872" y="345976"/>
                  <a:pt x="80158" y="344263"/>
                </a:cubicBezTo>
                <a:cubicBezTo>
                  <a:pt x="79302" y="343407"/>
                  <a:pt x="78659" y="342407"/>
                  <a:pt x="78160" y="341265"/>
                </a:cubicBezTo>
                <a:cubicBezTo>
                  <a:pt x="77732" y="340123"/>
                  <a:pt x="77446" y="338838"/>
                  <a:pt x="77446" y="337554"/>
                </a:cubicBezTo>
                <a:cubicBezTo>
                  <a:pt x="77446" y="332271"/>
                  <a:pt x="81729" y="328060"/>
                  <a:pt x="86939" y="328060"/>
                </a:cubicBezTo>
                <a:close/>
                <a:moveTo>
                  <a:pt x="243903" y="325990"/>
                </a:moveTo>
                <a:cubicBezTo>
                  <a:pt x="250327" y="325990"/>
                  <a:pt x="255538" y="331201"/>
                  <a:pt x="255538" y="337625"/>
                </a:cubicBezTo>
                <a:cubicBezTo>
                  <a:pt x="255538" y="339195"/>
                  <a:pt x="255181" y="340766"/>
                  <a:pt x="254610" y="342122"/>
                </a:cubicBezTo>
                <a:cubicBezTo>
                  <a:pt x="253967" y="343478"/>
                  <a:pt x="253182" y="344763"/>
                  <a:pt x="252111" y="345834"/>
                </a:cubicBezTo>
                <a:cubicBezTo>
                  <a:pt x="250041" y="347975"/>
                  <a:pt x="247115" y="349260"/>
                  <a:pt x="243903" y="349260"/>
                </a:cubicBezTo>
                <a:cubicBezTo>
                  <a:pt x="240691" y="349260"/>
                  <a:pt x="237764" y="347904"/>
                  <a:pt x="235694" y="345834"/>
                </a:cubicBezTo>
                <a:cubicBezTo>
                  <a:pt x="234624" y="344763"/>
                  <a:pt x="233767" y="343478"/>
                  <a:pt x="233196" y="342122"/>
                </a:cubicBezTo>
                <a:cubicBezTo>
                  <a:pt x="232625" y="340766"/>
                  <a:pt x="232268" y="339195"/>
                  <a:pt x="232268" y="337625"/>
                </a:cubicBezTo>
                <a:cubicBezTo>
                  <a:pt x="232268" y="331201"/>
                  <a:pt x="237479" y="325990"/>
                  <a:pt x="243903" y="325990"/>
                </a:cubicBezTo>
                <a:close/>
                <a:moveTo>
                  <a:pt x="322349" y="324705"/>
                </a:moveTo>
                <a:cubicBezTo>
                  <a:pt x="324990" y="324705"/>
                  <a:pt x="327489" y="325562"/>
                  <a:pt x="329559" y="326918"/>
                </a:cubicBezTo>
                <a:cubicBezTo>
                  <a:pt x="332913" y="329273"/>
                  <a:pt x="335198" y="333199"/>
                  <a:pt x="335198" y="337625"/>
                </a:cubicBezTo>
                <a:cubicBezTo>
                  <a:pt x="335198" y="339409"/>
                  <a:pt x="334841" y="341051"/>
                  <a:pt x="334198" y="342621"/>
                </a:cubicBezTo>
                <a:cubicBezTo>
                  <a:pt x="333556" y="344120"/>
                  <a:pt x="332557" y="345548"/>
                  <a:pt x="331414" y="346690"/>
                </a:cubicBezTo>
                <a:cubicBezTo>
                  <a:pt x="330843" y="347261"/>
                  <a:pt x="330201" y="347832"/>
                  <a:pt x="329559" y="348260"/>
                </a:cubicBezTo>
                <a:cubicBezTo>
                  <a:pt x="327489" y="349688"/>
                  <a:pt x="324990" y="350473"/>
                  <a:pt x="322349" y="350473"/>
                </a:cubicBezTo>
                <a:cubicBezTo>
                  <a:pt x="321493" y="350473"/>
                  <a:pt x="320636" y="350330"/>
                  <a:pt x="319780" y="350188"/>
                </a:cubicBezTo>
                <a:cubicBezTo>
                  <a:pt x="317281" y="349688"/>
                  <a:pt x="314997" y="348403"/>
                  <a:pt x="313284" y="346690"/>
                </a:cubicBezTo>
                <a:cubicBezTo>
                  <a:pt x="312071" y="345548"/>
                  <a:pt x="311143" y="344192"/>
                  <a:pt x="310500" y="342621"/>
                </a:cubicBezTo>
                <a:cubicBezTo>
                  <a:pt x="309858" y="341122"/>
                  <a:pt x="309501" y="339409"/>
                  <a:pt x="309501" y="337625"/>
                </a:cubicBezTo>
                <a:cubicBezTo>
                  <a:pt x="309501" y="331415"/>
                  <a:pt x="313927" y="326204"/>
                  <a:pt x="319780" y="324990"/>
                </a:cubicBezTo>
                <a:cubicBezTo>
                  <a:pt x="320565" y="324776"/>
                  <a:pt x="321493" y="324705"/>
                  <a:pt x="322349" y="324705"/>
                </a:cubicBezTo>
                <a:close/>
                <a:moveTo>
                  <a:pt x="479098" y="321707"/>
                </a:moveTo>
                <a:cubicBezTo>
                  <a:pt x="484594" y="321707"/>
                  <a:pt x="489376" y="324491"/>
                  <a:pt x="492232" y="328702"/>
                </a:cubicBezTo>
                <a:cubicBezTo>
                  <a:pt x="493945" y="331272"/>
                  <a:pt x="494944" y="334270"/>
                  <a:pt x="494944" y="337553"/>
                </a:cubicBezTo>
                <a:cubicBezTo>
                  <a:pt x="494944" y="339695"/>
                  <a:pt x="494516" y="341836"/>
                  <a:pt x="493731" y="343692"/>
                </a:cubicBezTo>
                <a:cubicBezTo>
                  <a:pt x="493374" y="344691"/>
                  <a:pt x="492874" y="345548"/>
                  <a:pt x="492303" y="346404"/>
                </a:cubicBezTo>
                <a:cubicBezTo>
                  <a:pt x="491732" y="347261"/>
                  <a:pt x="491090" y="348046"/>
                  <a:pt x="490304" y="348760"/>
                </a:cubicBezTo>
                <a:cubicBezTo>
                  <a:pt x="487449" y="351615"/>
                  <a:pt x="483452" y="353400"/>
                  <a:pt x="479098" y="353400"/>
                </a:cubicBezTo>
                <a:cubicBezTo>
                  <a:pt x="477956" y="353400"/>
                  <a:pt x="476885" y="353257"/>
                  <a:pt x="475886" y="353043"/>
                </a:cubicBezTo>
                <a:cubicBezTo>
                  <a:pt x="472816" y="352472"/>
                  <a:pt x="470033" y="350901"/>
                  <a:pt x="467891" y="348760"/>
                </a:cubicBezTo>
                <a:cubicBezTo>
                  <a:pt x="467177" y="348046"/>
                  <a:pt x="466535" y="347261"/>
                  <a:pt x="465964" y="346404"/>
                </a:cubicBezTo>
                <a:cubicBezTo>
                  <a:pt x="465393" y="345548"/>
                  <a:pt x="464965" y="344620"/>
                  <a:pt x="464536" y="343692"/>
                </a:cubicBezTo>
                <a:cubicBezTo>
                  <a:pt x="464108" y="342693"/>
                  <a:pt x="463823" y="341693"/>
                  <a:pt x="463608" y="340694"/>
                </a:cubicBezTo>
                <a:cubicBezTo>
                  <a:pt x="463466" y="339623"/>
                  <a:pt x="463323" y="338553"/>
                  <a:pt x="463323" y="337482"/>
                </a:cubicBezTo>
                <a:cubicBezTo>
                  <a:pt x="463323" y="336340"/>
                  <a:pt x="463394" y="335269"/>
                  <a:pt x="463608" y="334270"/>
                </a:cubicBezTo>
                <a:cubicBezTo>
                  <a:pt x="464037" y="332200"/>
                  <a:pt x="464822" y="330344"/>
                  <a:pt x="465964" y="328631"/>
                </a:cubicBezTo>
                <a:cubicBezTo>
                  <a:pt x="466535" y="327774"/>
                  <a:pt x="467177" y="326989"/>
                  <a:pt x="467891" y="326275"/>
                </a:cubicBezTo>
                <a:cubicBezTo>
                  <a:pt x="470033" y="324134"/>
                  <a:pt x="472816" y="322635"/>
                  <a:pt x="475886" y="321993"/>
                </a:cubicBezTo>
                <a:cubicBezTo>
                  <a:pt x="476956" y="321850"/>
                  <a:pt x="478027" y="321707"/>
                  <a:pt x="479098" y="321707"/>
                </a:cubicBezTo>
                <a:close/>
                <a:moveTo>
                  <a:pt x="557687" y="320066"/>
                </a:moveTo>
                <a:cubicBezTo>
                  <a:pt x="567323" y="320066"/>
                  <a:pt x="575175" y="327918"/>
                  <a:pt x="575175" y="337554"/>
                </a:cubicBezTo>
                <a:cubicBezTo>
                  <a:pt x="575175" y="339981"/>
                  <a:pt x="574675" y="342336"/>
                  <a:pt x="573819" y="344406"/>
                </a:cubicBezTo>
                <a:cubicBezTo>
                  <a:pt x="572891" y="346476"/>
                  <a:pt x="571606" y="348404"/>
                  <a:pt x="570178" y="349974"/>
                </a:cubicBezTo>
                <a:cubicBezTo>
                  <a:pt x="566966" y="353115"/>
                  <a:pt x="562612" y="355113"/>
                  <a:pt x="557758" y="355113"/>
                </a:cubicBezTo>
                <a:cubicBezTo>
                  <a:pt x="552905" y="355113"/>
                  <a:pt x="548479" y="353115"/>
                  <a:pt x="545338" y="349974"/>
                </a:cubicBezTo>
                <a:cubicBezTo>
                  <a:pt x="543697" y="348404"/>
                  <a:pt x="542412" y="346476"/>
                  <a:pt x="541555" y="344406"/>
                </a:cubicBezTo>
                <a:cubicBezTo>
                  <a:pt x="540699" y="342265"/>
                  <a:pt x="540199" y="339981"/>
                  <a:pt x="540199" y="337554"/>
                </a:cubicBezTo>
                <a:cubicBezTo>
                  <a:pt x="540199" y="327918"/>
                  <a:pt x="548051" y="320066"/>
                  <a:pt x="557687" y="320066"/>
                </a:cubicBezTo>
                <a:close/>
                <a:moveTo>
                  <a:pt x="714579" y="316140"/>
                </a:moveTo>
                <a:cubicBezTo>
                  <a:pt x="726428" y="316140"/>
                  <a:pt x="736064" y="325776"/>
                  <a:pt x="736064" y="337625"/>
                </a:cubicBezTo>
                <a:cubicBezTo>
                  <a:pt x="736064" y="340552"/>
                  <a:pt x="735422" y="343407"/>
                  <a:pt x="734351" y="345977"/>
                </a:cubicBezTo>
                <a:cubicBezTo>
                  <a:pt x="733281" y="348546"/>
                  <a:pt x="731710" y="350830"/>
                  <a:pt x="729854" y="352829"/>
                </a:cubicBezTo>
                <a:cubicBezTo>
                  <a:pt x="726000" y="356684"/>
                  <a:pt x="720575" y="359111"/>
                  <a:pt x="714651" y="359111"/>
                </a:cubicBezTo>
                <a:cubicBezTo>
                  <a:pt x="708726" y="359111"/>
                  <a:pt x="703373" y="356755"/>
                  <a:pt x="699447" y="352829"/>
                </a:cubicBezTo>
                <a:cubicBezTo>
                  <a:pt x="697448" y="350902"/>
                  <a:pt x="695878" y="348546"/>
                  <a:pt x="694807" y="345977"/>
                </a:cubicBezTo>
                <a:cubicBezTo>
                  <a:pt x="693665" y="343407"/>
                  <a:pt x="693094" y="340623"/>
                  <a:pt x="693094" y="337625"/>
                </a:cubicBezTo>
                <a:cubicBezTo>
                  <a:pt x="693094" y="325776"/>
                  <a:pt x="702730" y="316140"/>
                  <a:pt x="714579" y="316140"/>
                </a:cubicBezTo>
                <a:close/>
                <a:moveTo>
                  <a:pt x="793025" y="313784"/>
                </a:moveTo>
                <a:cubicBezTo>
                  <a:pt x="797950" y="313784"/>
                  <a:pt x="802590" y="315283"/>
                  <a:pt x="806373" y="317853"/>
                </a:cubicBezTo>
                <a:cubicBezTo>
                  <a:pt x="812725" y="322135"/>
                  <a:pt x="816865" y="329416"/>
                  <a:pt x="816865" y="337625"/>
                </a:cubicBezTo>
                <a:cubicBezTo>
                  <a:pt x="816865" y="340908"/>
                  <a:pt x="816223" y="344049"/>
                  <a:pt x="815010" y="346904"/>
                </a:cubicBezTo>
                <a:cubicBezTo>
                  <a:pt x="813796" y="349759"/>
                  <a:pt x="812012" y="352329"/>
                  <a:pt x="809870" y="354470"/>
                </a:cubicBezTo>
                <a:cubicBezTo>
                  <a:pt x="808800" y="355541"/>
                  <a:pt x="807586" y="356469"/>
                  <a:pt x="806373" y="357397"/>
                </a:cubicBezTo>
                <a:cubicBezTo>
                  <a:pt x="802518" y="359967"/>
                  <a:pt x="797950" y="361466"/>
                  <a:pt x="793025" y="361466"/>
                </a:cubicBezTo>
                <a:cubicBezTo>
                  <a:pt x="791383" y="361466"/>
                  <a:pt x="789813" y="361251"/>
                  <a:pt x="788242" y="360966"/>
                </a:cubicBezTo>
                <a:cubicBezTo>
                  <a:pt x="783603" y="360038"/>
                  <a:pt x="779391" y="357682"/>
                  <a:pt x="776179" y="354470"/>
                </a:cubicBezTo>
                <a:cubicBezTo>
                  <a:pt x="773966" y="352329"/>
                  <a:pt x="772253" y="349759"/>
                  <a:pt x="771040" y="346904"/>
                </a:cubicBezTo>
                <a:cubicBezTo>
                  <a:pt x="769826" y="344049"/>
                  <a:pt x="769184" y="340908"/>
                  <a:pt x="769184" y="337625"/>
                </a:cubicBezTo>
                <a:cubicBezTo>
                  <a:pt x="769184" y="326133"/>
                  <a:pt x="777393" y="316496"/>
                  <a:pt x="788242" y="314284"/>
                </a:cubicBezTo>
                <a:cubicBezTo>
                  <a:pt x="789741" y="313927"/>
                  <a:pt x="791383" y="313784"/>
                  <a:pt x="793025" y="313784"/>
                </a:cubicBezTo>
                <a:close/>
                <a:moveTo>
                  <a:pt x="47753" y="289372"/>
                </a:moveTo>
                <a:cubicBezTo>
                  <a:pt x="52749" y="289372"/>
                  <a:pt x="56747" y="293369"/>
                  <a:pt x="56747" y="298366"/>
                </a:cubicBezTo>
                <a:cubicBezTo>
                  <a:pt x="56747" y="303362"/>
                  <a:pt x="52749" y="307360"/>
                  <a:pt x="47753" y="307360"/>
                </a:cubicBezTo>
                <a:cubicBezTo>
                  <a:pt x="42756" y="307360"/>
                  <a:pt x="38759" y="303362"/>
                  <a:pt x="38759" y="298366"/>
                </a:cubicBezTo>
                <a:cubicBezTo>
                  <a:pt x="38759" y="293369"/>
                  <a:pt x="42756" y="289372"/>
                  <a:pt x="47753" y="289372"/>
                </a:cubicBezTo>
                <a:close/>
                <a:moveTo>
                  <a:pt x="126198" y="288373"/>
                </a:moveTo>
                <a:cubicBezTo>
                  <a:pt x="131694" y="288373"/>
                  <a:pt x="136191" y="292870"/>
                  <a:pt x="136191" y="298366"/>
                </a:cubicBezTo>
                <a:cubicBezTo>
                  <a:pt x="136191" y="303862"/>
                  <a:pt x="131694" y="308359"/>
                  <a:pt x="126198" y="308359"/>
                </a:cubicBezTo>
                <a:cubicBezTo>
                  <a:pt x="120631" y="308359"/>
                  <a:pt x="116205" y="303862"/>
                  <a:pt x="116205" y="298366"/>
                </a:cubicBezTo>
                <a:cubicBezTo>
                  <a:pt x="116205" y="292799"/>
                  <a:pt x="120702" y="288373"/>
                  <a:pt x="126198" y="288373"/>
                </a:cubicBezTo>
                <a:close/>
                <a:moveTo>
                  <a:pt x="283162" y="286160"/>
                </a:moveTo>
                <a:cubicBezTo>
                  <a:pt x="289872" y="286160"/>
                  <a:pt x="295368" y="291585"/>
                  <a:pt x="295368" y="298366"/>
                </a:cubicBezTo>
                <a:cubicBezTo>
                  <a:pt x="295368" y="305147"/>
                  <a:pt x="289872" y="310572"/>
                  <a:pt x="283162" y="310572"/>
                </a:cubicBezTo>
                <a:cubicBezTo>
                  <a:pt x="276452" y="310572"/>
                  <a:pt x="270956" y="305147"/>
                  <a:pt x="270956" y="298366"/>
                </a:cubicBezTo>
                <a:cubicBezTo>
                  <a:pt x="270956" y="291656"/>
                  <a:pt x="276381" y="286160"/>
                  <a:pt x="283162" y="286160"/>
                </a:cubicBezTo>
                <a:close/>
                <a:moveTo>
                  <a:pt x="361536" y="284804"/>
                </a:moveTo>
                <a:cubicBezTo>
                  <a:pt x="369031" y="284804"/>
                  <a:pt x="375098" y="290871"/>
                  <a:pt x="375098" y="298366"/>
                </a:cubicBezTo>
                <a:cubicBezTo>
                  <a:pt x="375098" y="305861"/>
                  <a:pt x="369031" y="311928"/>
                  <a:pt x="361536" y="311928"/>
                </a:cubicBezTo>
                <a:cubicBezTo>
                  <a:pt x="354041" y="311928"/>
                  <a:pt x="347974" y="305861"/>
                  <a:pt x="347974" y="298366"/>
                </a:cubicBezTo>
                <a:cubicBezTo>
                  <a:pt x="347974" y="290871"/>
                  <a:pt x="354041" y="284804"/>
                  <a:pt x="361536" y="284804"/>
                </a:cubicBezTo>
                <a:close/>
                <a:moveTo>
                  <a:pt x="518428" y="281735"/>
                </a:moveTo>
                <a:cubicBezTo>
                  <a:pt x="527636" y="281735"/>
                  <a:pt x="535060" y="289158"/>
                  <a:pt x="535060" y="298366"/>
                </a:cubicBezTo>
                <a:cubicBezTo>
                  <a:pt x="535060" y="307574"/>
                  <a:pt x="527636" y="314998"/>
                  <a:pt x="518428" y="314998"/>
                </a:cubicBezTo>
                <a:cubicBezTo>
                  <a:pt x="509220" y="314998"/>
                  <a:pt x="501797" y="307574"/>
                  <a:pt x="501797" y="298366"/>
                </a:cubicBezTo>
                <a:cubicBezTo>
                  <a:pt x="501797" y="289158"/>
                  <a:pt x="509220" y="281735"/>
                  <a:pt x="518428" y="281735"/>
                </a:cubicBezTo>
                <a:close/>
                <a:moveTo>
                  <a:pt x="596946" y="279950"/>
                </a:moveTo>
                <a:cubicBezTo>
                  <a:pt x="607082" y="279950"/>
                  <a:pt x="615362" y="288159"/>
                  <a:pt x="615362" y="298366"/>
                </a:cubicBezTo>
                <a:cubicBezTo>
                  <a:pt x="615362" y="308573"/>
                  <a:pt x="607082" y="316782"/>
                  <a:pt x="596946" y="316782"/>
                </a:cubicBezTo>
                <a:cubicBezTo>
                  <a:pt x="586810" y="316782"/>
                  <a:pt x="578530" y="308573"/>
                  <a:pt x="578530" y="298366"/>
                </a:cubicBezTo>
                <a:cubicBezTo>
                  <a:pt x="578530" y="288230"/>
                  <a:pt x="586739" y="279950"/>
                  <a:pt x="596946" y="279950"/>
                </a:cubicBezTo>
                <a:close/>
                <a:moveTo>
                  <a:pt x="753766" y="275739"/>
                </a:moveTo>
                <a:cubicBezTo>
                  <a:pt x="766258" y="275739"/>
                  <a:pt x="776394" y="285875"/>
                  <a:pt x="776394" y="298366"/>
                </a:cubicBezTo>
                <a:cubicBezTo>
                  <a:pt x="776394" y="310858"/>
                  <a:pt x="766258" y="320994"/>
                  <a:pt x="753766" y="320994"/>
                </a:cubicBezTo>
                <a:cubicBezTo>
                  <a:pt x="741275" y="320994"/>
                  <a:pt x="731139" y="310858"/>
                  <a:pt x="731139" y="298366"/>
                </a:cubicBezTo>
                <a:cubicBezTo>
                  <a:pt x="731139" y="285875"/>
                  <a:pt x="741275" y="275739"/>
                  <a:pt x="753766" y="275739"/>
                </a:cubicBezTo>
                <a:close/>
                <a:moveTo>
                  <a:pt x="832283" y="273241"/>
                </a:moveTo>
                <a:cubicBezTo>
                  <a:pt x="846131" y="273241"/>
                  <a:pt x="857337" y="284519"/>
                  <a:pt x="857337" y="298367"/>
                </a:cubicBezTo>
                <a:cubicBezTo>
                  <a:pt x="857337" y="312214"/>
                  <a:pt x="846059" y="323421"/>
                  <a:pt x="832283" y="323421"/>
                </a:cubicBezTo>
                <a:cubicBezTo>
                  <a:pt x="818436" y="323421"/>
                  <a:pt x="807229" y="312214"/>
                  <a:pt x="807229" y="298367"/>
                </a:cubicBezTo>
                <a:cubicBezTo>
                  <a:pt x="807229" y="284448"/>
                  <a:pt x="818436" y="273241"/>
                  <a:pt x="832283" y="273241"/>
                </a:cubicBezTo>
                <a:close/>
                <a:moveTo>
                  <a:pt x="86939" y="249685"/>
                </a:moveTo>
                <a:cubicBezTo>
                  <a:pt x="92222" y="249685"/>
                  <a:pt x="96433" y="253968"/>
                  <a:pt x="96433" y="259179"/>
                </a:cubicBezTo>
                <a:cubicBezTo>
                  <a:pt x="96433" y="264389"/>
                  <a:pt x="92222" y="268601"/>
                  <a:pt x="86939" y="268672"/>
                </a:cubicBezTo>
                <a:cubicBezTo>
                  <a:pt x="81657" y="268672"/>
                  <a:pt x="77446" y="264389"/>
                  <a:pt x="77446" y="259179"/>
                </a:cubicBezTo>
                <a:cubicBezTo>
                  <a:pt x="77446" y="253896"/>
                  <a:pt x="81729" y="249685"/>
                  <a:pt x="86939" y="249685"/>
                </a:cubicBezTo>
                <a:close/>
                <a:moveTo>
                  <a:pt x="165457" y="248686"/>
                </a:moveTo>
                <a:cubicBezTo>
                  <a:pt x="169097" y="248686"/>
                  <a:pt x="172309" y="250542"/>
                  <a:pt x="174165" y="253326"/>
                </a:cubicBezTo>
                <a:cubicBezTo>
                  <a:pt x="175307" y="254967"/>
                  <a:pt x="175950" y="257037"/>
                  <a:pt x="175950" y="259179"/>
                </a:cubicBezTo>
                <a:cubicBezTo>
                  <a:pt x="175950" y="261320"/>
                  <a:pt x="175307" y="263390"/>
                  <a:pt x="174165" y="265032"/>
                </a:cubicBezTo>
                <a:cubicBezTo>
                  <a:pt x="172238" y="267816"/>
                  <a:pt x="169026" y="269672"/>
                  <a:pt x="165457" y="269814"/>
                </a:cubicBezTo>
                <a:cubicBezTo>
                  <a:pt x="164672" y="269814"/>
                  <a:pt x="164029" y="269743"/>
                  <a:pt x="163315" y="269600"/>
                </a:cubicBezTo>
                <a:cubicBezTo>
                  <a:pt x="161317" y="269172"/>
                  <a:pt x="159461" y="268173"/>
                  <a:pt x="158033" y="266745"/>
                </a:cubicBezTo>
                <a:cubicBezTo>
                  <a:pt x="157534" y="266245"/>
                  <a:pt x="157105" y="265746"/>
                  <a:pt x="156748" y="265175"/>
                </a:cubicBezTo>
                <a:cubicBezTo>
                  <a:pt x="156035" y="264033"/>
                  <a:pt x="155464" y="262748"/>
                  <a:pt x="155178" y="261392"/>
                </a:cubicBezTo>
                <a:cubicBezTo>
                  <a:pt x="155035" y="260678"/>
                  <a:pt x="154964" y="259964"/>
                  <a:pt x="154964" y="259250"/>
                </a:cubicBezTo>
                <a:cubicBezTo>
                  <a:pt x="154964" y="258465"/>
                  <a:pt x="155035" y="257823"/>
                  <a:pt x="155178" y="257109"/>
                </a:cubicBezTo>
                <a:cubicBezTo>
                  <a:pt x="155464" y="255681"/>
                  <a:pt x="155963" y="254468"/>
                  <a:pt x="156748" y="253326"/>
                </a:cubicBezTo>
                <a:cubicBezTo>
                  <a:pt x="157105" y="252755"/>
                  <a:pt x="157534" y="252255"/>
                  <a:pt x="158033" y="251755"/>
                </a:cubicBezTo>
                <a:cubicBezTo>
                  <a:pt x="159461" y="250328"/>
                  <a:pt x="161245" y="249328"/>
                  <a:pt x="163315" y="248900"/>
                </a:cubicBezTo>
                <a:cubicBezTo>
                  <a:pt x="164029" y="248757"/>
                  <a:pt x="164743" y="248686"/>
                  <a:pt x="165457" y="248686"/>
                </a:cubicBezTo>
                <a:close/>
                <a:moveTo>
                  <a:pt x="322349" y="246259"/>
                </a:moveTo>
                <a:cubicBezTo>
                  <a:pt x="324990" y="246259"/>
                  <a:pt x="327489" y="247116"/>
                  <a:pt x="329559" y="248472"/>
                </a:cubicBezTo>
                <a:cubicBezTo>
                  <a:pt x="332913" y="250827"/>
                  <a:pt x="335198" y="254753"/>
                  <a:pt x="335198" y="259179"/>
                </a:cubicBezTo>
                <a:cubicBezTo>
                  <a:pt x="335198" y="263604"/>
                  <a:pt x="332985" y="267530"/>
                  <a:pt x="329559" y="269886"/>
                </a:cubicBezTo>
                <a:cubicBezTo>
                  <a:pt x="327489" y="271313"/>
                  <a:pt x="324990" y="272098"/>
                  <a:pt x="322349" y="272098"/>
                </a:cubicBezTo>
                <a:cubicBezTo>
                  <a:pt x="321493" y="272098"/>
                  <a:pt x="320636" y="271956"/>
                  <a:pt x="319780" y="271813"/>
                </a:cubicBezTo>
                <a:cubicBezTo>
                  <a:pt x="313927" y="270599"/>
                  <a:pt x="309501" y="265389"/>
                  <a:pt x="309501" y="259179"/>
                </a:cubicBezTo>
                <a:cubicBezTo>
                  <a:pt x="309501" y="252969"/>
                  <a:pt x="313927" y="247758"/>
                  <a:pt x="319780" y="246545"/>
                </a:cubicBezTo>
                <a:cubicBezTo>
                  <a:pt x="320565" y="246330"/>
                  <a:pt x="321493" y="246259"/>
                  <a:pt x="322349" y="246259"/>
                </a:cubicBezTo>
                <a:close/>
                <a:moveTo>
                  <a:pt x="400795" y="244903"/>
                </a:moveTo>
                <a:cubicBezTo>
                  <a:pt x="408718" y="244903"/>
                  <a:pt x="415071" y="251327"/>
                  <a:pt x="415071" y="259179"/>
                </a:cubicBezTo>
                <a:cubicBezTo>
                  <a:pt x="415071" y="267031"/>
                  <a:pt x="408647" y="273455"/>
                  <a:pt x="400795" y="273455"/>
                </a:cubicBezTo>
                <a:cubicBezTo>
                  <a:pt x="392943" y="273455"/>
                  <a:pt x="386519" y="267031"/>
                  <a:pt x="386519" y="259179"/>
                </a:cubicBezTo>
                <a:cubicBezTo>
                  <a:pt x="386519" y="251256"/>
                  <a:pt x="392943" y="244903"/>
                  <a:pt x="400795" y="244903"/>
                </a:cubicBezTo>
                <a:close/>
                <a:moveTo>
                  <a:pt x="557687" y="241691"/>
                </a:moveTo>
                <a:cubicBezTo>
                  <a:pt x="567323" y="241691"/>
                  <a:pt x="575175" y="249543"/>
                  <a:pt x="575175" y="259179"/>
                </a:cubicBezTo>
                <a:cubicBezTo>
                  <a:pt x="575175" y="268815"/>
                  <a:pt x="567323" y="276667"/>
                  <a:pt x="557687" y="276667"/>
                </a:cubicBezTo>
                <a:cubicBezTo>
                  <a:pt x="548051" y="276667"/>
                  <a:pt x="540199" y="268815"/>
                  <a:pt x="540199" y="259179"/>
                </a:cubicBezTo>
                <a:cubicBezTo>
                  <a:pt x="540199" y="249543"/>
                  <a:pt x="548051" y="241691"/>
                  <a:pt x="557687" y="241691"/>
                </a:cubicBezTo>
                <a:close/>
                <a:moveTo>
                  <a:pt x="636061" y="239764"/>
                </a:moveTo>
                <a:cubicBezTo>
                  <a:pt x="642771" y="239764"/>
                  <a:pt x="648695" y="243190"/>
                  <a:pt x="652193" y="248330"/>
                </a:cubicBezTo>
                <a:cubicBezTo>
                  <a:pt x="654263" y="251399"/>
                  <a:pt x="655476" y="255182"/>
                  <a:pt x="655476" y="259179"/>
                </a:cubicBezTo>
                <a:cubicBezTo>
                  <a:pt x="655476" y="263177"/>
                  <a:pt x="654263" y="266960"/>
                  <a:pt x="652193" y="270029"/>
                </a:cubicBezTo>
                <a:cubicBezTo>
                  <a:pt x="648695" y="275168"/>
                  <a:pt x="642842" y="278594"/>
                  <a:pt x="636061" y="278594"/>
                </a:cubicBezTo>
                <a:cubicBezTo>
                  <a:pt x="634705" y="278594"/>
                  <a:pt x="633420" y="278452"/>
                  <a:pt x="632135" y="278166"/>
                </a:cubicBezTo>
                <a:cubicBezTo>
                  <a:pt x="628352" y="277381"/>
                  <a:pt x="624997" y="275525"/>
                  <a:pt x="622356" y="272884"/>
                </a:cubicBezTo>
                <a:cubicBezTo>
                  <a:pt x="621500" y="272028"/>
                  <a:pt x="620715" y="271028"/>
                  <a:pt x="620001" y="270029"/>
                </a:cubicBezTo>
                <a:cubicBezTo>
                  <a:pt x="618573" y="267959"/>
                  <a:pt x="617574" y="265603"/>
                  <a:pt x="617074" y="263105"/>
                </a:cubicBezTo>
                <a:cubicBezTo>
                  <a:pt x="616789" y="261820"/>
                  <a:pt x="616646" y="260535"/>
                  <a:pt x="616646" y="259179"/>
                </a:cubicBezTo>
                <a:cubicBezTo>
                  <a:pt x="616646" y="257823"/>
                  <a:pt x="616789" y="256538"/>
                  <a:pt x="617074" y="255253"/>
                </a:cubicBezTo>
                <a:cubicBezTo>
                  <a:pt x="617574" y="252755"/>
                  <a:pt x="618573" y="250400"/>
                  <a:pt x="620001" y="248330"/>
                </a:cubicBezTo>
                <a:cubicBezTo>
                  <a:pt x="620715" y="247330"/>
                  <a:pt x="621500" y="246331"/>
                  <a:pt x="622356" y="245474"/>
                </a:cubicBezTo>
                <a:cubicBezTo>
                  <a:pt x="624926" y="242833"/>
                  <a:pt x="628352" y="240977"/>
                  <a:pt x="632135" y="240192"/>
                </a:cubicBezTo>
                <a:cubicBezTo>
                  <a:pt x="633420" y="239907"/>
                  <a:pt x="634705" y="239764"/>
                  <a:pt x="636061" y="239764"/>
                </a:cubicBezTo>
                <a:close/>
                <a:moveTo>
                  <a:pt x="793025" y="235338"/>
                </a:moveTo>
                <a:cubicBezTo>
                  <a:pt x="797950" y="235338"/>
                  <a:pt x="802590" y="236837"/>
                  <a:pt x="806373" y="239407"/>
                </a:cubicBezTo>
                <a:cubicBezTo>
                  <a:pt x="812725" y="243689"/>
                  <a:pt x="816865" y="250970"/>
                  <a:pt x="816865" y="259179"/>
                </a:cubicBezTo>
                <a:cubicBezTo>
                  <a:pt x="816865" y="267387"/>
                  <a:pt x="812654" y="274597"/>
                  <a:pt x="806373" y="278951"/>
                </a:cubicBezTo>
                <a:cubicBezTo>
                  <a:pt x="802518" y="281521"/>
                  <a:pt x="797950" y="283020"/>
                  <a:pt x="793025" y="283020"/>
                </a:cubicBezTo>
                <a:cubicBezTo>
                  <a:pt x="791383" y="283020"/>
                  <a:pt x="789813" y="282805"/>
                  <a:pt x="788242" y="282520"/>
                </a:cubicBezTo>
                <a:cubicBezTo>
                  <a:pt x="777321" y="280307"/>
                  <a:pt x="769184" y="270671"/>
                  <a:pt x="769184" y="259179"/>
                </a:cubicBezTo>
                <a:cubicBezTo>
                  <a:pt x="769184" y="247687"/>
                  <a:pt x="777393" y="238050"/>
                  <a:pt x="788242" y="235838"/>
                </a:cubicBezTo>
                <a:cubicBezTo>
                  <a:pt x="789741" y="235481"/>
                  <a:pt x="791383" y="235338"/>
                  <a:pt x="793025" y="235338"/>
                </a:cubicBezTo>
                <a:close/>
                <a:moveTo>
                  <a:pt x="871470" y="232768"/>
                </a:moveTo>
                <a:cubicBezTo>
                  <a:pt x="886032" y="232768"/>
                  <a:pt x="897881" y="244617"/>
                  <a:pt x="897881" y="259178"/>
                </a:cubicBezTo>
                <a:cubicBezTo>
                  <a:pt x="897881" y="273740"/>
                  <a:pt x="886032" y="285589"/>
                  <a:pt x="871470" y="285589"/>
                </a:cubicBezTo>
                <a:cubicBezTo>
                  <a:pt x="856909" y="285589"/>
                  <a:pt x="845060" y="273740"/>
                  <a:pt x="845060" y="259178"/>
                </a:cubicBezTo>
                <a:cubicBezTo>
                  <a:pt x="845060" y="244617"/>
                  <a:pt x="856909" y="232768"/>
                  <a:pt x="871470" y="232768"/>
                </a:cubicBezTo>
                <a:close/>
                <a:moveTo>
                  <a:pt x="126198" y="209927"/>
                </a:moveTo>
                <a:cubicBezTo>
                  <a:pt x="131694" y="209927"/>
                  <a:pt x="136191" y="214424"/>
                  <a:pt x="136191" y="219920"/>
                </a:cubicBezTo>
                <a:cubicBezTo>
                  <a:pt x="136191" y="225416"/>
                  <a:pt x="131694" y="229913"/>
                  <a:pt x="126198" y="229913"/>
                </a:cubicBezTo>
                <a:cubicBezTo>
                  <a:pt x="120631" y="229913"/>
                  <a:pt x="116205" y="225416"/>
                  <a:pt x="116205" y="219920"/>
                </a:cubicBezTo>
                <a:cubicBezTo>
                  <a:pt x="116205" y="214353"/>
                  <a:pt x="120702" y="209927"/>
                  <a:pt x="126198" y="209927"/>
                </a:cubicBezTo>
                <a:close/>
                <a:moveTo>
                  <a:pt x="204644" y="208856"/>
                </a:moveTo>
                <a:cubicBezTo>
                  <a:pt x="210782" y="208856"/>
                  <a:pt x="215708" y="213853"/>
                  <a:pt x="215708" y="219920"/>
                </a:cubicBezTo>
                <a:cubicBezTo>
                  <a:pt x="215708" y="226058"/>
                  <a:pt x="210782" y="230984"/>
                  <a:pt x="204644" y="230984"/>
                </a:cubicBezTo>
                <a:cubicBezTo>
                  <a:pt x="198505" y="230984"/>
                  <a:pt x="193580" y="225987"/>
                  <a:pt x="193580" y="219920"/>
                </a:cubicBezTo>
                <a:cubicBezTo>
                  <a:pt x="193580" y="213781"/>
                  <a:pt x="198577" y="208856"/>
                  <a:pt x="204644" y="208856"/>
                </a:cubicBezTo>
                <a:close/>
                <a:moveTo>
                  <a:pt x="361536" y="206358"/>
                </a:moveTo>
                <a:cubicBezTo>
                  <a:pt x="369031" y="206358"/>
                  <a:pt x="375098" y="212425"/>
                  <a:pt x="375098" y="219920"/>
                </a:cubicBezTo>
                <a:cubicBezTo>
                  <a:pt x="375098" y="227415"/>
                  <a:pt x="369031" y="233482"/>
                  <a:pt x="361536" y="233482"/>
                </a:cubicBezTo>
                <a:cubicBezTo>
                  <a:pt x="354041" y="233482"/>
                  <a:pt x="347974" y="227415"/>
                  <a:pt x="347974" y="219920"/>
                </a:cubicBezTo>
                <a:cubicBezTo>
                  <a:pt x="347974" y="212425"/>
                  <a:pt x="354041" y="206358"/>
                  <a:pt x="361536" y="206358"/>
                </a:cubicBezTo>
                <a:close/>
                <a:moveTo>
                  <a:pt x="440054" y="204930"/>
                </a:moveTo>
                <a:cubicBezTo>
                  <a:pt x="448334" y="204930"/>
                  <a:pt x="455043" y="211640"/>
                  <a:pt x="455043" y="219920"/>
                </a:cubicBezTo>
                <a:cubicBezTo>
                  <a:pt x="455043" y="228200"/>
                  <a:pt x="448262" y="234981"/>
                  <a:pt x="440054" y="234909"/>
                </a:cubicBezTo>
                <a:cubicBezTo>
                  <a:pt x="431774" y="234909"/>
                  <a:pt x="425064" y="228200"/>
                  <a:pt x="425064" y="219920"/>
                </a:cubicBezTo>
                <a:cubicBezTo>
                  <a:pt x="425064" y="211640"/>
                  <a:pt x="431774" y="204930"/>
                  <a:pt x="440054" y="204930"/>
                </a:cubicBezTo>
                <a:close/>
                <a:moveTo>
                  <a:pt x="596946" y="201504"/>
                </a:moveTo>
                <a:cubicBezTo>
                  <a:pt x="607082" y="201504"/>
                  <a:pt x="615362" y="209713"/>
                  <a:pt x="615362" y="219920"/>
                </a:cubicBezTo>
                <a:cubicBezTo>
                  <a:pt x="615362" y="230127"/>
                  <a:pt x="607082" y="238407"/>
                  <a:pt x="596946" y="238336"/>
                </a:cubicBezTo>
                <a:cubicBezTo>
                  <a:pt x="586810" y="238336"/>
                  <a:pt x="578530" y="230127"/>
                  <a:pt x="578530" y="219920"/>
                </a:cubicBezTo>
                <a:cubicBezTo>
                  <a:pt x="578530" y="209784"/>
                  <a:pt x="586739" y="201504"/>
                  <a:pt x="596946" y="201504"/>
                </a:cubicBezTo>
                <a:close/>
                <a:moveTo>
                  <a:pt x="675321" y="199506"/>
                </a:moveTo>
                <a:cubicBezTo>
                  <a:pt x="686598" y="199506"/>
                  <a:pt x="695735" y="208643"/>
                  <a:pt x="695735" y="219921"/>
                </a:cubicBezTo>
                <a:cubicBezTo>
                  <a:pt x="695735" y="231199"/>
                  <a:pt x="686598" y="240407"/>
                  <a:pt x="675321" y="240335"/>
                </a:cubicBezTo>
                <a:cubicBezTo>
                  <a:pt x="664043" y="240335"/>
                  <a:pt x="654906" y="231199"/>
                  <a:pt x="654906" y="219921"/>
                </a:cubicBezTo>
                <a:cubicBezTo>
                  <a:pt x="654906" y="208643"/>
                  <a:pt x="664043" y="199506"/>
                  <a:pt x="675321" y="199506"/>
                </a:cubicBezTo>
                <a:close/>
                <a:moveTo>
                  <a:pt x="832283" y="194866"/>
                </a:moveTo>
                <a:cubicBezTo>
                  <a:pt x="846131" y="194866"/>
                  <a:pt x="857337" y="206073"/>
                  <a:pt x="857337" y="219920"/>
                </a:cubicBezTo>
                <a:cubicBezTo>
                  <a:pt x="857337" y="233768"/>
                  <a:pt x="846059" y="245046"/>
                  <a:pt x="832283" y="245046"/>
                </a:cubicBezTo>
                <a:cubicBezTo>
                  <a:pt x="818436" y="245046"/>
                  <a:pt x="807229" y="233768"/>
                  <a:pt x="807229" y="219920"/>
                </a:cubicBezTo>
                <a:cubicBezTo>
                  <a:pt x="807229" y="206073"/>
                  <a:pt x="818436" y="194866"/>
                  <a:pt x="832283" y="194866"/>
                </a:cubicBezTo>
                <a:close/>
                <a:moveTo>
                  <a:pt x="165529" y="170240"/>
                </a:moveTo>
                <a:cubicBezTo>
                  <a:pt x="169169" y="170240"/>
                  <a:pt x="172381" y="172096"/>
                  <a:pt x="174237" y="174880"/>
                </a:cubicBezTo>
                <a:cubicBezTo>
                  <a:pt x="175379" y="176521"/>
                  <a:pt x="176022" y="178591"/>
                  <a:pt x="176022" y="180733"/>
                </a:cubicBezTo>
                <a:cubicBezTo>
                  <a:pt x="176022" y="182160"/>
                  <a:pt x="175665" y="183517"/>
                  <a:pt x="175165" y="184801"/>
                </a:cubicBezTo>
                <a:cubicBezTo>
                  <a:pt x="174879" y="185444"/>
                  <a:pt x="174523" y="186015"/>
                  <a:pt x="174166" y="186586"/>
                </a:cubicBezTo>
                <a:cubicBezTo>
                  <a:pt x="173737" y="187157"/>
                  <a:pt x="173309" y="187657"/>
                  <a:pt x="173024" y="188299"/>
                </a:cubicBezTo>
                <a:cubicBezTo>
                  <a:pt x="171096" y="190226"/>
                  <a:pt x="168527" y="191368"/>
                  <a:pt x="165600" y="191368"/>
                </a:cubicBezTo>
                <a:cubicBezTo>
                  <a:pt x="164815" y="191368"/>
                  <a:pt x="164173" y="191297"/>
                  <a:pt x="163459" y="191154"/>
                </a:cubicBezTo>
                <a:cubicBezTo>
                  <a:pt x="161460" y="190726"/>
                  <a:pt x="159604" y="189727"/>
                  <a:pt x="158177" y="188299"/>
                </a:cubicBezTo>
                <a:cubicBezTo>
                  <a:pt x="157677" y="187799"/>
                  <a:pt x="157249" y="187300"/>
                  <a:pt x="156892" y="186729"/>
                </a:cubicBezTo>
                <a:cubicBezTo>
                  <a:pt x="156464" y="186158"/>
                  <a:pt x="156178" y="185587"/>
                  <a:pt x="155893" y="184944"/>
                </a:cubicBezTo>
                <a:cubicBezTo>
                  <a:pt x="155607" y="184302"/>
                  <a:pt x="155393" y="183659"/>
                  <a:pt x="155250" y="182946"/>
                </a:cubicBezTo>
                <a:cubicBezTo>
                  <a:pt x="155107" y="182232"/>
                  <a:pt x="155036" y="181518"/>
                  <a:pt x="155036" y="180804"/>
                </a:cubicBezTo>
                <a:cubicBezTo>
                  <a:pt x="155036" y="180019"/>
                  <a:pt x="155107" y="179377"/>
                  <a:pt x="155250" y="178663"/>
                </a:cubicBezTo>
                <a:cubicBezTo>
                  <a:pt x="155536" y="177235"/>
                  <a:pt x="156035" y="176022"/>
                  <a:pt x="156820" y="174880"/>
                </a:cubicBezTo>
                <a:cubicBezTo>
                  <a:pt x="157177" y="174309"/>
                  <a:pt x="157606" y="173809"/>
                  <a:pt x="158105" y="173309"/>
                </a:cubicBezTo>
                <a:cubicBezTo>
                  <a:pt x="159533" y="171882"/>
                  <a:pt x="161317" y="170882"/>
                  <a:pt x="163387" y="170454"/>
                </a:cubicBezTo>
                <a:cubicBezTo>
                  <a:pt x="164101" y="170311"/>
                  <a:pt x="164815" y="170240"/>
                  <a:pt x="165529" y="170240"/>
                </a:cubicBezTo>
                <a:close/>
                <a:moveTo>
                  <a:pt x="243903" y="169098"/>
                </a:moveTo>
                <a:cubicBezTo>
                  <a:pt x="250327" y="169098"/>
                  <a:pt x="255538" y="174309"/>
                  <a:pt x="255538" y="180733"/>
                </a:cubicBezTo>
                <a:cubicBezTo>
                  <a:pt x="255538" y="182303"/>
                  <a:pt x="255181" y="183874"/>
                  <a:pt x="254610" y="185230"/>
                </a:cubicBezTo>
                <a:cubicBezTo>
                  <a:pt x="253967" y="186657"/>
                  <a:pt x="253182" y="187871"/>
                  <a:pt x="252111" y="188942"/>
                </a:cubicBezTo>
                <a:cubicBezTo>
                  <a:pt x="250041" y="191083"/>
                  <a:pt x="247115" y="192368"/>
                  <a:pt x="243903" y="192368"/>
                </a:cubicBezTo>
                <a:cubicBezTo>
                  <a:pt x="240691" y="192368"/>
                  <a:pt x="237764" y="191012"/>
                  <a:pt x="235694" y="188942"/>
                </a:cubicBezTo>
                <a:cubicBezTo>
                  <a:pt x="234624" y="187871"/>
                  <a:pt x="233767" y="186586"/>
                  <a:pt x="233196" y="185230"/>
                </a:cubicBezTo>
                <a:cubicBezTo>
                  <a:pt x="232625" y="183874"/>
                  <a:pt x="232268" y="182303"/>
                  <a:pt x="232268" y="180733"/>
                </a:cubicBezTo>
                <a:cubicBezTo>
                  <a:pt x="232268" y="174309"/>
                  <a:pt x="237479" y="169098"/>
                  <a:pt x="243903" y="169098"/>
                </a:cubicBezTo>
                <a:close/>
                <a:moveTo>
                  <a:pt x="400795" y="166385"/>
                </a:moveTo>
                <a:cubicBezTo>
                  <a:pt x="408718" y="166385"/>
                  <a:pt x="415071" y="172809"/>
                  <a:pt x="415071" y="180661"/>
                </a:cubicBezTo>
                <a:cubicBezTo>
                  <a:pt x="415071" y="182660"/>
                  <a:pt x="414642" y="184515"/>
                  <a:pt x="413929" y="186229"/>
                </a:cubicBezTo>
                <a:cubicBezTo>
                  <a:pt x="413215" y="187942"/>
                  <a:pt x="412144" y="189512"/>
                  <a:pt x="410859" y="190797"/>
                </a:cubicBezTo>
                <a:cubicBezTo>
                  <a:pt x="408290" y="193438"/>
                  <a:pt x="404721" y="195008"/>
                  <a:pt x="400795" y="195008"/>
                </a:cubicBezTo>
                <a:cubicBezTo>
                  <a:pt x="396869" y="195008"/>
                  <a:pt x="393300" y="193366"/>
                  <a:pt x="390730" y="190797"/>
                </a:cubicBezTo>
                <a:cubicBezTo>
                  <a:pt x="389446" y="189441"/>
                  <a:pt x="388375" y="187942"/>
                  <a:pt x="387661" y="186229"/>
                </a:cubicBezTo>
                <a:cubicBezTo>
                  <a:pt x="386947" y="184515"/>
                  <a:pt x="386519" y="182660"/>
                  <a:pt x="386519" y="180661"/>
                </a:cubicBezTo>
                <a:cubicBezTo>
                  <a:pt x="386519" y="172738"/>
                  <a:pt x="392943" y="166385"/>
                  <a:pt x="400795" y="166385"/>
                </a:cubicBezTo>
                <a:close/>
                <a:moveTo>
                  <a:pt x="479098" y="164815"/>
                </a:moveTo>
                <a:cubicBezTo>
                  <a:pt x="484594" y="164815"/>
                  <a:pt x="489376" y="167599"/>
                  <a:pt x="492232" y="171810"/>
                </a:cubicBezTo>
                <a:cubicBezTo>
                  <a:pt x="493945" y="174380"/>
                  <a:pt x="494944" y="177378"/>
                  <a:pt x="494944" y="180661"/>
                </a:cubicBezTo>
                <a:cubicBezTo>
                  <a:pt x="494944" y="182803"/>
                  <a:pt x="494516" y="184873"/>
                  <a:pt x="493731" y="186800"/>
                </a:cubicBezTo>
                <a:cubicBezTo>
                  <a:pt x="493374" y="187799"/>
                  <a:pt x="492874" y="188656"/>
                  <a:pt x="492303" y="189512"/>
                </a:cubicBezTo>
                <a:cubicBezTo>
                  <a:pt x="491732" y="190369"/>
                  <a:pt x="491090" y="191154"/>
                  <a:pt x="490304" y="191939"/>
                </a:cubicBezTo>
                <a:cubicBezTo>
                  <a:pt x="487449" y="194794"/>
                  <a:pt x="483452" y="196579"/>
                  <a:pt x="479098" y="196579"/>
                </a:cubicBezTo>
                <a:cubicBezTo>
                  <a:pt x="477956" y="196579"/>
                  <a:pt x="476885" y="196436"/>
                  <a:pt x="475886" y="196222"/>
                </a:cubicBezTo>
                <a:cubicBezTo>
                  <a:pt x="472816" y="195651"/>
                  <a:pt x="470033" y="194081"/>
                  <a:pt x="467891" y="191939"/>
                </a:cubicBezTo>
                <a:cubicBezTo>
                  <a:pt x="467177" y="191225"/>
                  <a:pt x="466535" y="190440"/>
                  <a:pt x="465964" y="189584"/>
                </a:cubicBezTo>
                <a:cubicBezTo>
                  <a:pt x="465393" y="188727"/>
                  <a:pt x="464965" y="187799"/>
                  <a:pt x="464536" y="186871"/>
                </a:cubicBezTo>
                <a:cubicBezTo>
                  <a:pt x="464108" y="185872"/>
                  <a:pt x="463823" y="184873"/>
                  <a:pt x="463608" y="183873"/>
                </a:cubicBezTo>
                <a:cubicBezTo>
                  <a:pt x="463466" y="182803"/>
                  <a:pt x="463323" y="181732"/>
                  <a:pt x="463323" y="180661"/>
                </a:cubicBezTo>
                <a:cubicBezTo>
                  <a:pt x="463323" y="179519"/>
                  <a:pt x="463394" y="178449"/>
                  <a:pt x="463608" y="177449"/>
                </a:cubicBezTo>
                <a:cubicBezTo>
                  <a:pt x="464037" y="175379"/>
                  <a:pt x="464822" y="173523"/>
                  <a:pt x="465964" y="171810"/>
                </a:cubicBezTo>
                <a:cubicBezTo>
                  <a:pt x="466535" y="170954"/>
                  <a:pt x="467177" y="170168"/>
                  <a:pt x="467891" y="169455"/>
                </a:cubicBezTo>
                <a:cubicBezTo>
                  <a:pt x="470033" y="167313"/>
                  <a:pt x="472816" y="165814"/>
                  <a:pt x="475886" y="165172"/>
                </a:cubicBezTo>
                <a:cubicBezTo>
                  <a:pt x="476956" y="164958"/>
                  <a:pt x="478027" y="164815"/>
                  <a:pt x="479098" y="164815"/>
                </a:cubicBezTo>
                <a:close/>
                <a:moveTo>
                  <a:pt x="636061" y="161317"/>
                </a:moveTo>
                <a:cubicBezTo>
                  <a:pt x="642771" y="161317"/>
                  <a:pt x="648695" y="164743"/>
                  <a:pt x="652193" y="169883"/>
                </a:cubicBezTo>
                <a:cubicBezTo>
                  <a:pt x="654263" y="172952"/>
                  <a:pt x="655476" y="176735"/>
                  <a:pt x="655476" y="180732"/>
                </a:cubicBezTo>
                <a:cubicBezTo>
                  <a:pt x="655476" y="183445"/>
                  <a:pt x="654977" y="185943"/>
                  <a:pt x="653977" y="188298"/>
                </a:cubicBezTo>
                <a:cubicBezTo>
                  <a:pt x="653478" y="189441"/>
                  <a:pt x="652907" y="190583"/>
                  <a:pt x="652193" y="191582"/>
                </a:cubicBezTo>
                <a:cubicBezTo>
                  <a:pt x="651479" y="192581"/>
                  <a:pt x="650694" y="193581"/>
                  <a:pt x="649766" y="194437"/>
                </a:cubicBezTo>
                <a:cubicBezTo>
                  <a:pt x="646268" y="198006"/>
                  <a:pt x="641415" y="200148"/>
                  <a:pt x="636061" y="200148"/>
                </a:cubicBezTo>
                <a:cubicBezTo>
                  <a:pt x="634705" y="200148"/>
                  <a:pt x="633420" y="200005"/>
                  <a:pt x="632135" y="199719"/>
                </a:cubicBezTo>
                <a:cubicBezTo>
                  <a:pt x="628352" y="198934"/>
                  <a:pt x="624997" y="197078"/>
                  <a:pt x="622356" y="194437"/>
                </a:cubicBezTo>
                <a:cubicBezTo>
                  <a:pt x="621500" y="193581"/>
                  <a:pt x="620715" y="192581"/>
                  <a:pt x="620001" y="191582"/>
                </a:cubicBezTo>
                <a:cubicBezTo>
                  <a:pt x="619287" y="190583"/>
                  <a:pt x="618716" y="189441"/>
                  <a:pt x="618216" y="188298"/>
                </a:cubicBezTo>
                <a:cubicBezTo>
                  <a:pt x="617717" y="187156"/>
                  <a:pt x="617360" y="185943"/>
                  <a:pt x="617074" y="184658"/>
                </a:cubicBezTo>
                <a:cubicBezTo>
                  <a:pt x="616789" y="183373"/>
                  <a:pt x="616646" y="182088"/>
                  <a:pt x="616646" y="180732"/>
                </a:cubicBezTo>
                <a:cubicBezTo>
                  <a:pt x="616646" y="179376"/>
                  <a:pt x="616789" y="178091"/>
                  <a:pt x="617074" y="176806"/>
                </a:cubicBezTo>
                <a:cubicBezTo>
                  <a:pt x="617574" y="174308"/>
                  <a:pt x="618573" y="171953"/>
                  <a:pt x="620001" y="169883"/>
                </a:cubicBezTo>
                <a:cubicBezTo>
                  <a:pt x="620715" y="168883"/>
                  <a:pt x="621500" y="167884"/>
                  <a:pt x="622356" y="167027"/>
                </a:cubicBezTo>
                <a:cubicBezTo>
                  <a:pt x="624926" y="164386"/>
                  <a:pt x="628352" y="162530"/>
                  <a:pt x="632135" y="161745"/>
                </a:cubicBezTo>
                <a:cubicBezTo>
                  <a:pt x="633420" y="161460"/>
                  <a:pt x="634705" y="161317"/>
                  <a:pt x="636061" y="161317"/>
                </a:cubicBezTo>
                <a:close/>
                <a:moveTo>
                  <a:pt x="714579" y="159247"/>
                </a:moveTo>
                <a:cubicBezTo>
                  <a:pt x="726428" y="159247"/>
                  <a:pt x="736064" y="168883"/>
                  <a:pt x="736064" y="180732"/>
                </a:cubicBezTo>
                <a:cubicBezTo>
                  <a:pt x="736064" y="183659"/>
                  <a:pt x="735422" y="186514"/>
                  <a:pt x="734351" y="189084"/>
                </a:cubicBezTo>
                <a:cubicBezTo>
                  <a:pt x="733281" y="191653"/>
                  <a:pt x="731710" y="193937"/>
                  <a:pt x="729854" y="195936"/>
                </a:cubicBezTo>
                <a:cubicBezTo>
                  <a:pt x="726000" y="199791"/>
                  <a:pt x="720575" y="202218"/>
                  <a:pt x="714651" y="202218"/>
                </a:cubicBezTo>
                <a:cubicBezTo>
                  <a:pt x="708726" y="202218"/>
                  <a:pt x="703373" y="199862"/>
                  <a:pt x="699447" y="195936"/>
                </a:cubicBezTo>
                <a:cubicBezTo>
                  <a:pt x="697448" y="194009"/>
                  <a:pt x="695878" y="191653"/>
                  <a:pt x="694807" y="189084"/>
                </a:cubicBezTo>
                <a:cubicBezTo>
                  <a:pt x="693665" y="186514"/>
                  <a:pt x="693094" y="183730"/>
                  <a:pt x="693094" y="180732"/>
                </a:cubicBezTo>
                <a:cubicBezTo>
                  <a:pt x="693094" y="168883"/>
                  <a:pt x="702730" y="159247"/>
                  <a:pt x="714579" y="159247"/>
                </a:cubicBezTo>
                <a:close/>
                <a:moveTo>
                  <a:pt x="871470" y="154322"/>
                </a:moveTo>
                <a:cubicBezTo>
                  <a:pt x="886032" y="154322"/>
                  <a:pt x="897881" y="166171"/>
                  <a:pt x="897881" y="180732"/>
                </a:cubicBezTo>
                <a:cubicBezTo>
                  <a:pt x="897881" y="184373"/>
                  <a:pt x="897167" y="187870"/>
                  <a:pt x="895811" y="191011"/>
                </a:cubicBezTo>
                <a:cubicBezTo>
                  <a:pt x="894455" y="194152"/>
                  <a:pt x="892527" y="197007"/>
                  <a:pt x="890172" y="199434"/>
                </a:cubicBezTo>
                <a:cubicBezTo>
                  <a:pt x="885389" y="204216"/>
                  <a:pt x="878751" y="207143"/>
                  <a:pt x="871470" y="207143"/>
                </a:cubicBezTo>
                <a:cubicBezTo>
                  <a:pt x="864118" y="207143"/>
                  <a:pt x="857551" y="204216"/>
                  <a:pt x="852769" y="199434"/>
                </a:cubicBezTo>
                <a:cubicBezTo>
                  <a:pt x="850413" y="197007"/>
                  <a:pt x="848486" y="194152"/>
                  <a:pt x="847130" y="191011"/>
                </a:cubicBezTo>
                <a:cubicBezTo>
                  <a:pt x="845774" y="187870"/>
                  <a:pt x="845060" y="184373"/>
                  <a:pt x="845060" y="180732"/>
                </a:cubicBezTo>
                <a:cubicBezTo>
                  <a:pt x="845060" y="166171"/>
                  <a:pt x="856909" y="154322"/>
                  <a:pt x="871470" y="154322"/>
                </a:cubicBezTo>
                <a:close/>
                <a:moveTo>
                  <a:pt x="126198" y="131481"/>
                </a:moveTo>
                <a:cubicBezTo>
                  <a:pt x="131694" y="131481"/>
                  <a:pt x="136191" y="135978"/>
                  <a:pt x="136191" y="141474"/>
                </a:cubicBezTo>
                <a:cubicBezTo>
                  <a:pt x="136191" y="146970"/>
                  <a:pt x="131694" y="151467"/>
                  <a:pt x="126198" y="151467"/>
                </a:cubicBezTo>
                <a:cubicBezTo>
                  <a:pt x="120631" y="151467"/>
                  <a:pt x="116205" y="146970"/>
                  <a:pt x="116205" y="141474"/>
                </a:cubicBezTo>
                <a:cubicBezTo>
                  <a:pt x="116205" y="135907"/>
                  <a:pt x="120702" y="131481"/>
                  <a:pt x="126198" y="131481"/>
                </a:cubicBezTo>
                <a:close/>
                <a:moveTo>
                  <a:pt x="204644" y="130410"/>
                </a:moveTo>
                <a:cubicBezTo>
                  <a:pt x="210782" y="130410"/>
                  <a:pt x="215708" y="135407"/>
                  <a:pt x="215708" y="141474"/>
                </a:cubicBezTo>
                <a:cubicBezTo>
                  <a:pt x="215708" y="147612"/>
                  <a:pt x="210782" y="152538"/>
                  <a:pt x="204644" y="152538"/>
                </a:cubicBezTo>
                <a:cubicBezTo>
                  <a:pt x="198505" y="152538"/>
                  <a:pt x="193580" y="147541"/>
                  <a:pt x="193580" y="141474"/>
                </a:cubicBezTo>
                <a:cubicBezTo>
                  <a:pt x="193580" y="135335"/>
                  <a:pt x="198577" y="130410"/>
                  <a:pt x="204644" y="130410"/>
                </a:cubicBezTo>
                <a:close/>
                <a:moveTo>
                  <a:pt x="361536" y="127912"/>
                </a:moveTo>
                <a:cubicBezTo>
                  <a:pt x="369031" y="127912"/>
                  <a:pt x="375098" y="133979"/>
                  <a:pt x="375098" y="141474"/>
                </a:cubicBezTo>
                <a:cubicBezTo>
                  <a:pt x="375098" y="148969"/>
                  <a:pt x="369031" y="155036"/>
                  <a:pt x="361536" y="155036"/>
                </a:cubicBezTo>
                <a:cubicBezTo>
                  <a:pt x="354041" y="155036"/>
                  <a:pt x="347974" y="148969"/>
                  <a:pt x="347974" y="141474"/>
                </a:cubicBezTo>
                <a:cubicBezTo>
                  <a:pt x="347974" y="133979"/>
                  <a:pt x="354041" y="127912"/>
                  <a:pt x="361536" y="127912"/>
                </a:cubicBezTo>
                <a:close/>
                <a:moveTo>
                  <a:pt x="440054" y="126484"/>
                </a:moveTo>
                <a:cubicBezTo>
                  <a:pt x="448334" y="126484"/>
                  <a:pt x="455043" y="133194"/>
                  <a:pt x="455043" y="141474"/>
                </a:cubicBezTo>
                <a:cubicBezTo>
                  <a:pt x="455043" y="149754"/>
                  <a:pt x="448262" y="156535"/>
                  <a:pt x="440054" y="156463"/>
                </a:cubicBezTo>
                <a:cubicBezTo>
                  <a:pt x="431774" y="156463"/>
                  <a:pt x="425064" y="149754"/>
                  <a:pt x="425064" y="141474"/>
                </a:cubicBezTo>
                <a:cubicBezTo>
                  <a:pt x="425064" y="133194"/>
                  <a:pt x="431774" y="126484"/>
                  <a:pt x="440054" y="126484"/>
                </a:cubicBezTo>
                <a:close/>
                <a:moveTo>
                  <a:pt x="596946" y="123058"/>
                </a:moveTo>
                <a:cubicBezTo>
                  <a:pt x="607082" y="123058"/>
                  <a:pt x="615362" y="131267"/>
                  <a:pt x="615362" y="141474"/>
                </a:cubicBezTo>
                <a:cubicBezTo>
                  <a:pt x="615362" y="151681"/>
                  <a:pt x="607082" y="159890"/>
                  <a:pt x="596946" y="159890"/>
                </a:cubicBezTo>
                <a:cubicBezTo>
                  <a:pt x="586810" y="159890"/>
                  <a:pt x="578530" y="151681"/>
                  <a:pt x="578530" y="141474"/>
                </a:cubicBezTo>
                <a:cubicBezTo>
                  <a:pt x="578530" y="131338"/>
                  <a:pt x="586739" y="123058"/>
                  <a:pt x="596946" y="123058"/>
                </a:cubicBezTo>
                <a:close/>
                <a:moveTo>
                  <a:pt x="675321" y="121059"/>
                </a:moveTo>
                <a:cubicBezTo>
                  <a:pt x="686598" y="121059"/>
                  <a:pt x="695735" y="130196"/>
                  <a:pt x="695735" y="141474"/>
                </a:cubicBezTo>
                <a:cubicBezTo>
                  <a:pt x="695735" y="152752"/>
                  <a:pt x="686598" y="161888"/>
                  <a:pt x="675321" y="161888"/>
                </a:cubicBezTo>
                <a:cubicBezTo>
                  <a:pt x="664043" y="161888"/>
                  <a:pt x="654906" y="152752"/>
                  <a:pt x="654906" y="141474"/>
                </a:cubicBezTo>
                <a:cubicBezTo>
                  <a:pt x="654906" y="130196"/>
                  <a:pt x="664043" y="121059"/>
                  <a:pt x="675321" y="121059"/>
                </a:cubicBezTo>
                <a:close/>
                <a:moveTo>
                  <a:pt x="832283" y="116348"/>
                </a:moveTo>
                <a:cubicBezTo>
                  <a:pt x="846131" y="116348"/>
                  <a:pt x="857337" y="127626"/>
                  <a:pt x="857337" y="141474"/>
                </a:cubicBezTo>
                <a:cubicBezTo>
                  <a:pt x="857337" y="155321"/>
                  <a:pt x="846059" y="166599"/>
                  <a:pt x="832283" y="166528"/>
                </a:cubicBezTo>
                <a:cubicBezTo>
                  <a:pt x="818436" y="166528"/>
                  <a:pt x="807229" y="155321"/>
                  <a:pt x="807229" y="141474"/>
                </a:cubicBezTo>
                <a:cubicBezTo>
                  <a:pt x="807229" y="127555"/>
                  <a:pt x="818436" y="116348"/>
                  <a:pt x="832283" y="116348"/>
                </a:cubicBezTo>
                <a:close/>
                <a:moveTo>
                  <a:pt x="910730" y="113636"/>
                </a:moveTo>
                <a:cubicBezTo>
                  <a:pt x="926076" y="113636"/>
                  <a:pt x="938496" y="126127"/>
                  <a:pt x="938496" y="141474"/>
                </a:cubicBezTo>
                <a:lnTo>
                  <a:pt x="930397" y="161004"/>
                </a:lnTo>
                <a:lnTo>
                  <a:pt x="949989" y="152895"/>
                </a:lnTo>
                <a:cubicBezTo>
                  <a:pt x="965335" y="152895"/>
                  <a:pt x="977755" y="165315"/>
                  <a:pt x="977755" y="180662"/>
                </a:cubicBezTo>
                <a:cubicBezTo>
                  <a:pt x="977755" y="184516"/>
                  <a:pt x="976970" y="188157"/>
                  <a:pt x="975542" y="191511"/>
                </a:cubicBezTo>
                <a:cubicBezTo>
                  <a:pt x="974115" y="194866"/>
                  <a:pt x="972045" y="197864"/>
                  <a:pt x="969618" y="200362"/>
                </a:cubicBezTo>
                <a:cubicBezTo>
                  <a:pt x="964621" y="205359"/>
                  <a:pt x="957698" y="208500"/>
                  <a:pt x="949989" y="208500"/>
                </a:cubicBezTo>
                <a:lnTo>
                  <a:pt x="930410" y="200383"/>
                </a:lnTo>
                <a:lnTo>
                  <a:pt x="938496" y="219920"/>
                </a:lnTo>
                <a:cubicBezTo>
                  <a:pt x="938496" y="235266"/>
                  <a:pt x="926005" y="247758"/>
                  <a:pt x="910730" y="247758"/>
                </a:cubicBezTo>
                <a:cubicBezTo>
                  <a:pt x="895383" y="247758"/>
                  <a:pt x="882963" y="235266"/>
                  <a:pt x="882963" y="219920"/>
                </a:cubicBezTo>
                <a:cubicBezTo>
                  <a:pt x="882963" y="204573"/>
                  <a:pt x="895383" y="192153"/>
                  <a:pt x="910730" y="192153"/>
                </a:cubicBezTo>
                <a:lnTo>
                  <a:pt x="930281" y="200246"/>
                </a:lnTo>
                <a:lnTo>
                  <a:pt x="924435" y="191511"/>
                </a:lnTo>
                <a:cubicBezTo>
                  <a:pt x="923007" y="188157"/>
                  <a:pt x="922222" y="184516"/>
                  <a:pt x="922222" y="180662"/>
                </a:cubicBezTo>
                <a:lnTo>
                  <a:pt x="930295" y="161159"/>
                </a:lnTo>
                <a:lnTo>
                  <a:pt x="910730" y="169241"/>
                </a:lnTo>
                <a:cubicBezTo>
                  <a:pt x="895383" y="169241"/>
                  <a:pt x="882963" y="156821"/>
                  <a:pt x="882963" y="141474"/>
                </a:cubicBezTo>
                <a:cubicBezTo>
                  <a:pt x="882963" y="126056"/>
                  <a:pt x="895383" y="113636"/>
                  <a:pt x="910730" y="113636"/>
                </a:cubicBezTo>
                <a:close/>
                <a:moveTo>
                  <a:pt x="86939" y="92793"/>
                </a:moveTo>
                <a:cubicBezTo>
                  <a:pt x="92222" y="92793"/>
                  <a:pt x="96433" y="97076"/>
                  <a:pt x="96433" y="102286"/>
                </a:cubicBezTo>
                <a:cubicBezTo>
                  <a:pt x="96433" y="107497"/>
                  <a:pt x="92222" y="111709"/>
                  <a:pt x="86939" y="111780"/>
                </a:cubicBezTo>
                <a:cubicBezTo>
                  <a:pt x="81657" y="111780"/>
                  <a:pt x="77446" y="107497"/>
                  <a:pt x="77446" y="102286"/>
                </a:cubicBezTo>
                <a:cubicBezTo>
                  <a:pt x="77446" y="97004"/>
                  <a:pt x="81729" y="92793"/>
                  <a:pt x="86939" y="92793"/>
                </a:cubicBezTo>
                <a:close/>
                <a:moveTo>
                  <a:pt x="165457" y="91794"/>
                </a:moveTo>
                <a:cubicBezTo>
                  <a:pt x="169097" y="91794"/>
                  <a:pt x="172309" y="93650"/>
                  <a:pt x="174165" y="96434"/>
                </a:cubicBezTo>
                <a:cubicBezTo>
                  <a:pt x="175307" y="98075"/>
                  <a:pt x="175950" y="100145"/>
                  <a:pt x="175950" y="102287"/>
                </a:cubicBezTo>
                <a:cubicBezTo>
                  <a:pt x="175950" y="104428"/>
                  <a:pt x="175307" y="106498"/>
                  <a:pt x="174165" y="108140"/>
                </a:cubicBezTo>
                <a:cubicBezTo>
                  <a:pt x="172238" y="110924"/>
                  <a:pt x="169026" y="112780"/>
                  <a:pt x="165457" y="112922"/>
                </a:cubicBezTo>
                <a:cubicBezTo>
                  <a:pt x="164672" y="112922"/>
                  <a:pt x="164029" y="112851"/>
                  <a:pt x="163315" y="112708"/>
                </a:cubicBezTo>
                <a:cubicBezTo>
                  <a:pt x="161317" y="112280"/>
                  <a:pt x="159461" y="111281"/>
                  <a:pt x="158033" y="109853"/>
                </a:cubicBezTo>
                <a:cubicBezTo>
                  <a:pt x="157534" y="109353"/>
                  <a:pt x="157105" y="108854"/>
                  <a:pt x="156748" y="108283"/>
                </a:cubicBezTo>
                <a:cubicBezTo>
                  <a:pt x="156035" y="107141"/>
                  <a:pt x="155464" y="105856"/>
                  <a:pt x="155178" y="104500"/>
                </a:cubicBezTo>
                <a:cubicBezTo>
                  <a:pt x="155035" y="103786"/>
                  <a:pt x="154964" y="103072"/>
                  <a:pt x="154964" y="102358"/>
                </a:cubicBezTo>
                <a:cubicBezTo>
                  <a:pt x="154964" y="101573"/>
                  <a:pt x="155035" y="100931"/>
                  <a:pt x="155178" y="100217"/>
                </a:cubicBezTo>
                <a:cubicBezTo>
                  <a:pt x="155464" y="98789"/>
                  <a:pt x="155963" y="97576"/>
                  <a:pt x="156748" y="96434"/>
                </a:cubicBezTo>
                <a:cubicBezTo>
                  <a:pt x="157105" y="95863"/>
                  <a:pt x="157534" y="95363"/>
                  <a:pt x="158033" y="94863"/>
                </a:cubicBezTo>
                <a:cubicBezTo>
                  <a:pt x="159461" y="93436"/>
                  <a:pt x="161245" y="92436"/>
                  <a:pt x="163315" y="92008"/>
                </a:cubicBezTo>
                <a:cubicBezTo>
                  <a:pt x="164029" y="91865"/>
                  <a:pt x="164743" y="91794"/>
                  <a:pt x="165457" y="91794"/>
                </a:cubicBezTo>
                <a:close/>
                <a:moveTo>
                  <a:pt x="322349" y="89367"/>
                </a:moveTo>
                <a:cubicBezTo>
                  <a:pt x="324990" y="89367"/>
                  <a:pt x="327489" y="90224"/>
                  <a:pt x="329559" y="91580"/>
                </a:cubicBezTo>
                <a:cubicBezTo>
                  <a:pt x="332913" y="93935"/>
                  <a:pt x="335198" y="97861"/>
                  <a:pt x="335198" y="102287"/>
                </a:cubicBezTo>
                <a:cubicBezTo>
                  <a:pt x="335198" y="106712"/>
                  <a:pt x="332985" y="110638"/>
                  <a:pt x="329559" y="112994"/>
                </a:cubicBezTo>
                <a:cubicBezTo>
                  <a:pt x="327489" y="114421"/>
                  <a:pt x="324990" y="115206"/>
                  <a:pt x="322349" y="115206"/>
                </a:cubicBezTo>
                <a:cubicBezTo>
                  <a:pt x="321493" y="115206"/>
                  <a:pt x="320636" y="115064"/>
                  <a:pt x="319780" y="114921"/>
                </a:cubicBezTo>
                <a:cubicBezTo>
                  <a:pt x="313927" y="113707"/>
                  <a:pt x="309501" y="108497"/>
                  <a:pt x="309501" y="102287"/>
                </a:cubicBezTo>
                <a:cubicBezTo>
                  <a:pt x="309501" y="96077"/>
                  <a:pt x="313927" y="90866"/>
                  <a:pt x="319780" y="89653"/>
                </a:cubicBezTo>
                <a:cubicBezTo>
                  <a:pt x="320565" y="89438"/>
                  <a:pt x="321493" y="89367"/>
                  <a:pt x="322349" y="89367"/>
                </a:cubicBezTo>
                <a:close/>
                <a:moveTo>
                  <a:pt x="400795" y="88011"/>
                </a:moveTo>
                <a:cubicBezTo>
                  <a:pt x="408718" y="88011"/>
                  <a:pt x="415071" y="94435"/>
                  <a:pt x="415071" y="102287"/>
                </a:cubicBezTo>
                <a:cubicBezTo>
                  <a:pt x="415071" y="110139"/>
                  <a:pt x="408647" y="116563"/>
                  <a:pt x="400795" y="116563"/>
                </a:cubicBezTo>
                <a:cubicBezTo>
                  <a:pt x="392943" y="116563"/>
                  <a:pt x="386519" y="110139"/>
                  <a:pt x="386519" y="102287"/>
                </a:cubicBezTo>
                <a:cubicBezTo>
                  <a:pt x="386519" y="94364"/>
                  <a:pt x="392943" y="88011"/>
                  <a:pt x="400795" y="88011"/>
                </a:cubicBezTo>
                <a:close/>
                <a:moveTo>
                  <a:pt x="557687" y="84798"/>
                </a:moveTo>
                <a:cubicBezTo>
                  <a:pt x="567323" y="84798"/>
                  <a:pt x="575175" y="92650"/>
                  <a:pt x="575175" y="102286"/>
                </a:cubicBezTo>
                <a:cubicBezTo>
                  <a:pt x="575175" y="111922"/>
                  <a:pt x="567323" y="119774"/>
                  <a:pt x="557687" y="119774"/>
                </a:cubicBezTo>
                <a:cubicBezTo>
                  <a:pt x="548051" y="119774"/>
                  <a:pt x="540199" y="111922"/>
                  <a:pt x="540199" y="102286"/>
                </a:cubicBezTo>
                <a:cubicBezTo>
                  <a:pt x="540199" y="92650"/>
                  <a:pt x="548051" y="84798"/>
                  <a:pt x="557687" y="84798"/>
                </a:cubicBezTo>
                <a:close/>
                <a:moveTo>
                  <a:pt x="636061" y="82871"/>
                </a:moveTo>
                <a:cubicBezTo>
                  <a:pt x="642771" y="82871"/>
                  <a:pt x="648695" y="86297"/>
                  <a:pt x="652193" y="91437"/>
                </a:cubicBezTo>
                <a:cubicBezTo>
                  <a:pt x="654263" y="94506"/>
                  <a:pt x="655476" y="98289"/>
                  <a:pt x="655476" y="102286"/>
                </a:cubicBezTo>
                <a:cubicBezTo>
                  <a:pt x="655476" y="106284"/>
                  <a:pt x="654263" y="110067"/>
                  <a:pt x="652193" y="113136"/>
                </a:cubicBezTo>
                <a:cubicBezTo>
                  <a:pt x="648695" y="118275"/>
                  <a:pt x="642842" y="121702"/>
                  <a:pt x="636061" y="121702"/>
                </a:cubicBezTo>
                <a:cubicBezTo>
                  <a:pt x="634705" y="121702"/>
                  <a:pt x="633420" y="121559"/>
                  <a:pt x="632135" y="121273"/>
                </a:cubicBezTo>
                <a:cubicBezTo>
                  <a:pt x="628352" y="120488"/>
                  <a:pt x="624997" y="118632"/>
                  <a:pt x="622356" y="115991"/>
                </a:cubicBezTo>
                <a:cubicBezTo>
                  <a:pt x="621500" y="115135"/>
                  <a:pt x="620715" y="114135"/>
                  <a:pt x="620001" y="113136"/>
                </a:cubicBezTo>
                <a:cubicBezTo>
                  <a:pt x="618573" y="111066"/>
                  <a:pt x="617574" y="108710"/>
                  <a:pt x="617074" y="106212"/>
                </a:cubicBezTo>
                <a:cubicBezTo>
                  <a:pt x="616789" y="104927"/>
                  <a:pt x="616646" y="103642"/>
                  <a:pt x="616646" y="102286"/>
                </a:cubicBezTo>
                <a:cubicBezTo>
                  <a:pt x="616646" y="100930"/>
                  <a:pt x="616789" y="99645"/>
                  <a:pt x="617074" y="98360"/>
                </a:cubicBezTo>
                <a:cubicBezTo>
                  <a:pt x="617574" y="95862"/>
                  <a:pt x="618573" y="93507"/>
                  <a:pt x="620001" y="91437"/>
                </a:cubicBezTo>
                <a:cubicBezTo>
                  <a:pt x="620715" y="90437"/>
                  <a:pt x="621500" y="89438"/>
                  <a:pt x="622356" y="88581"/>
                </a:cubicBezTo>
                <a:cubicBezTo>
                  <a:pt x="624926" y="85940"/>
                  <a:pt x="628352" y="84084"/>
                  <a:pt x="632135" y="83299"/>
                </a:cubicBezTo>
                <a:cubicBezTo>
                  <a:pt x="633420" y="83014"/>
                  <a:pt x="634705" y="82871"/>
                  <a:pt x="636061" y="82871"/>
                </a:cubicBezTo>
                <a:close/>
                <a:moveTo>
                  <a:pt x="793025" y="78446"/>
                </a:moveTo>
                <a:cubicBezTo>
                  <a:pt x="797950" y="78446"/>
                  <a:pt x="802590" y="79945"/>
                  <a:pt x="806373" y="82515"/>
                </a:cubicBezTo>
                <a:cubicBezTo>
                  <a:pt x="812725" y="86797"/>
                  <a:pt x="816865" y="94078"/>
                  <a:pt x="816865" y="102287"/>
                </a:cubicBezTo>
                <a:cubicBezTo>
                  <a:pt x="816865" y="110495"/>
                  <a:pt x="812654" y="117776"/>
                  <a:pt x="806373" y="122059"/>
                </a:cubicBezTo>
                <a:cubicBezTo>
                  <a:pt x="802518" y="124629"/>
                  <a:pt x="797950" y="126128"/>
                  <a:pt x="793025" y="126128"/>
                </a:cubicBezTo>
                <a:cubicBezTo>
                  <a:pt x="791383" y="126128"/>
                  <a:pt x="789813" y="125913"/>
                  <a:pt x="788242" y="125628"/>
                </a:cubicBezTo>
                <a:cubicBezTo>
                  <a:pt x="777321" y="123415"/>
                  <a:pt x="769184" y="113779"/>
                  <a:pt x="769184" y="102287"/>
                </a:cubicBezTo>
                <a:cubicBezTo>
                  <a:pt x="769184" y="90795"/>
                  <a:pt x="777393" y="81158"/>
                  <a:pt x="788242" y="78946"/>
                </a:cubicBezTo>
                <a:cubicBezTo>
                  <a:pt x="789741" y="78589"/>
                  <a:pt x="791383" y="78446"/>
                  <a:pt x="793025" y="78446"/>
                </a:cubicBezTo>
                <a:close/>
                <a:moveTo>
                  <a:pt x="871470" y="75876"/>
                </a:moveTo>
                <a:cubicBezTo>
                  <a:pt x="886032" y="75876"/>
                  <a:pt x="897881" y="87725"/>
                  <a:pt x="897881" y="102286"/>
                </a:cubicBezTo>
                <a:cubicBezTo>
                  <a:pt x="897881" y="116848"/>
                  <a:pt x="886032" y="128697"/>
                  <a:pt x="871470" y="128697"/>
                </a:cubicBezTo>
                <a:cubicBezTo>
                  <a:pt x="856909" y="128697"/>
                  <a:pt x="845060" y="116848"/>
                  <a:pt x="845060" y="102286"/>
                </a:cubicBezTo>
                <a:cubicBezTo>
                  <a:pt x="845060" y="87725"/>
                  <a:pt x="856909" y="75876"/>
                  <a:pt x="871470" y="75876"/>
                </a:cubicBezTo>
                <a:close/>
                <a:moveTo>
                  <a:pt x="47753" y="54034"/>
                </a:moveTo>
                <a:cubicBezTo>
                  <a:pt x="52749" y="54034"/>
                  <a:pt x="56747" y="58031"/>
                  <a:pt x="56747" y="63028"/>
                </a:cubicBezTo>
                <a:cubicBezTo>
                  <a:pt x="56747" y="68024"/>
                  <a:pt x="52749" y="72022"/>
                  <a:pt x="47753" y="72022"/>
                </a:cubicBezTo>
                <a:cubicBezTo>
                  <a:pt x="42756" y="72022"/>
                  <a:pt x="38759" y="68024"/>
                  <a:pt x="38759" y="63028"/>
                </a:cubicBezTo>
                <a:cubicBezTo>
                  <a:pt x="38759" y="58031"/>
                  <a:pt x="42756" y="54034"/>
                  <a:pt x="47753" y="54034"/>
                </a:cubicBezTo>
                <a:close/>
                <a:moveTo>
                  <a:pt x="126198" y="53035"/>
                </a:moveTo>
                <a:cubicBezTo>
                  <a:pt x="131694" y="53035"/>
                  <a:pt x="136191" y="57532"/>
                  <a:pt x="136191" y="63028"/>
                </a:cubicBezTo>
                <a:cubicBezTo>
                  <a:pt x="136191" y="68524"/>
                  <a:pt x="131694" y="73021"/>
                  <a:pt x="126198" y="73021"/>
                </a:cubicBezTo>
                <a:cubicBezTo>
                  <a:pt x="120631" y="73021"/>
                  <a:pt x="116205" y="68524"/>
                  <a:pt x="116205" y="63028"/>
                </a:cubicBezTo>
                <a:cubicBezTo>
                  <a:pt x="116205" y="57461"/>
                  <a:pt x="120702" y="53035"/>
                  <a:pt x="126198" y="53035"/>
                </a:cubicBezTo>
                <a:close/>
                <a:moveTo>
                  <a:pt x="283162" y="50822"/>
                </a:moveTo>
                <a:cubicBezTo>
                  <a:pt x="289872" y="50822"/>
                  <a:pt x="295368" y="56247"/>
                  <a:pt x="295368" y="63028"/>
                </a:cubicBezTo>
                <a:cubicBezTo>
                  <a:pt x="295368" y="69809"/>
                  <a:pt x="289872" y="75305"/>
                  <a:pt x="283162" y="75234"/>
                </a:cubicBezTo>
                <a:cubicBezTo>
                  <a:pt x="276452" y="75234"/>
                  <a:pt x="270956" y="69809"/>
                  <a:pt x="270956" y="63028"/>
                </a:cubicBezTo>
                <a:cubicBezTo>
                  <a:pt x="270956" y="56318"/>
                  <a:pt x="276381" y="50822"/>
                  <a:pt x="283162" y="50822"/>
                </a:cubicBezTo>
                <a:close/>
                <a:moveTo>
                  <a:pt x="361536" y="49466"/>
                </a:moveTo>
                <a:cubicBezTo>
                  <a:pt x="369031" y="49466"/>
                  <a:pt x="375098" y="55533"/>
                  <a:pt x="375098" y="63028"/>
                </a:cubicBezTo>
                <a:cubicBezTo>
                  <a:pt x="375098" y="70523"/>
                  <a:pt x="369031" y="76590"/>
                  <a:pt x="361536" y="76590"/>
                </a:cubicBezTo>
                <a:cubicBezTo>
                  <a:pt x="354041" y="76590"/>
                  <a:pt x="347974" y="70523"/>
                  <a:pt x="347974" y="63028"/>
                </a:cubicBezTo>
                <a:cubicBezTo>
                  <a:pt x="347974" y="55533"/>
                  <a:pt x="354041" y="49466"/>
                  <a:pt x="361536" y="49466"/>
                </a:cubicBezTo>
                <a:close/>
                <a:moveTo>
                  <a:pt x="518428" y="46396"/>
                </a:moveTo>
                <a:cubicBezTo>
                  <a:pt x="527636" y="46396"/>
                  <a:pt x="535060" y="53819"/>
                  <a:pt x="535060" y="63027"/>
                </a:cubicBezTo>
                <a:cubicBezTo>
                  <a:pt x="535060" y="72235"/>
                  <a:pt x="527636" y="79730"/>
                  <a:pt x="518428" y="79659"/>
                </a:cubicBezTo>
                <a:cubicBezTo>
                  <a:pt x="509220" y="79659"/>
                  <a:pt x="501797" y="72235"/>
                  <a:pt x="501797" y="63027"/>
                </a:cubicBezTo>
                <a:cubicBezTo>
                  <a:pt x="501797" y="53819"/>
                  <a:pt x="509220" y="46396"/>
                  <a:pt x="518428" y="46396"/>
                </a:cubicBezTo>
                <a:close/>
                <a:moveTo>
                  <a:pt x="596946" y="44612"/>
                </a:moveTo>
                <a:cubicBezTo>
                  <a:pt x="607082" y="44612"/>
                  <a:pt x="615362" y="52821"/>
                  <a:pt x="615362" y="63028"/>
                </a:cubicBezTo>
                <a:cubicBezTo>
                  <a:pt x="615362" y="73235"/>
                  <a:pt x="607082" y="81515"/>
                  <a:pt x="596946" y="81444"/>
                </a:cubicBezTo>
                <a:cubicBezTo>
                  <a:pt x="586810" y="81444"/>
                  <a:pt x="578530" y="73235"/>
                  <a:pt x="578530" y="63028"/>
                </a:cubicBezTo>
                <a:cubicBezTo>
                  <a:pt x="578530" y="52892"/>
                  <a:pt x="586739" y="44612"/>
                  <a:pt x="596946" y="44612"/>
                </a:cubicBezTo>
                <a:close/>
                <a:moveTo>
                  <a:pt x="753766" y="40400"/>
                </a:moveTo>
                <a:cubicBezTo>
                  <a:pt x="766258" y="40400"/>
                  <a:pt x="776394" y="50536"/>
                  <a:pt x="776394" y="63027"/>
                </a:cubicBezTo>
                <a:cubicBezTo>
                  <a:pt x="776394" y="75519"/>
                  <a:pt x="766258" y="85726"/>
                  <a:pt x="753766" y="85655"/>
                </a:cubicBezTo>
                <a:cubicBezTo>
                  <a:pt x="741275" y="85655"/>
                  <a:pt x="731139" y="75519"/>
                  <a:pt x="731139" y="63027"/>
                </a:cubicBezTo>
                <a:cubicBezTo>
                  <a:pt x="731139" y="50536"/>
                  <a:pt x="741275" y="40400"/>
                  <a:pt x="753766" y="40400"/>
                </a:cubicBezTo>
                <a:close/>
                <a:moveTo>
                  <a:pt x="832283" y="37973"/>
                </a:moveTo>
                <a:cubicBezTo>
                  <a:pt x="846131" y="37973"/>
                  <a:pt x="857337" y="49180"/>
                  <a:pt x="857337" y="63027"/>
                </a:cubicBezTo>
                <a:cubicBezTo>
                  <a:pt x="857337" y="76875"/>
                  <a:pt x="846059" y="88153"/>
                  <a:pt x="832283" y="88153"/>
                </a:cubicBezTo>
                <a:cubicBezTo>
                  <a:pt x="818436" y="88153"/>
                  <a:pt x="807229" y="76875"/>
                  <a:pt x="807229" y="63027"/>
                </a:cubicBezTo>
                <a:cubicBezTo>
                  <a:pt x="807229" y="49180"/>
                  <a:pt x="818436" y="37973"/>
                  <a:pt x="832283" y="37973"/>
                </a:cubicBezTo>
                <a:close/>
                <a:moveTo>
                  <a:pt x="8566" y="15275"/>
                </a:moveTo>
                <a:cubicBezTo>
                  <a:pt x="11492" y="15275"/>
                  <a:pt x="14062" y="16774"/>
                  <a:pt x="15632" y="19058"/>
                </a:cubicBezTo>
                <a:cubicBezTo>
                  <a:pt x="16489" y="20414"/>
                  <a:pt x="17060" y="22056"/>
                  <a:pt x="17060" y="23841"/>
                </a:cubicBezTo>
                <a:cubicBezTo>
                  <a:pt x="17060" y="24412"/>
                  <a:pt x="17060" y="24983"/>
                  <a:pt x="16917" y="25554"/>
                </a:cubicBezTo>
                <a:cubicBezTo>
                  <a:pt x="16703" y="26696"/>
                  <a:pt x="16275" y="27695"/>
                  <a:pt x="15632" y="28623"/>
                </a:cubicBezTo>
                <a:cubicBezTo>
                  <a:pt x="14062" y="30907"/>
                  <a:pt x="11492" y="32406"/>
                  <a:pt x="8566" y="32406"/>
                </a:cubicBezTo>
                <a:cubicBezTo>
                  <a:pt x="7923" y="32406"/>
                  <a:pt x="7352" y="32335"/>
                  <a:pt x="6852" y="32192"/>
                </a:cubicBezTo>
                <a:cubicBezTo>
                  <a:pt x="5139" y="31835"/>
                  <a:pt x="3640" y="30979"/>
                  <a:pt x="2498" y="29836"/>
                </a:cubicBezTo>
                <a:cubicBezTo>
                  <a:pt x="2141" y="29480"/>
                  <a:pt x="1784" y="29051"/>
                  <a:pt x="1428" y="28623"/>
                </a:cubicBezTo>
                <a:cubicBezTo>
                  <a:pt x="785" y="27695"/>
                  <a:pt x="357" y="26696"/>
                  <a:pt x="143" y="25554"/>
                </a:cubicBezTo>
                <a:cubicBezTo>
                  <a:pt x="71" y="24983"/>
                  <a:pt x="0" y="24412"/>
                  <a:pt x="0" y="23841"/>
                </a:cubicBezTo>
                <a:cubicBezTo>
                  <a:pt x="0" y="23270"/>
                  <a:pt x="71" y="22627"/>
                  <a:pt x="143" y="22127"/>
                </a:cubicBezTo>
                <a:cubicBezTo>
                  <a:pt x="428" y="20985"/>
                  <a:pt x="857" y="19986"/>
                  <a:pt x="1428" y="19058"/>
                </a:cubicBezTo>
                <a:cubicBezTo>
                  <a:pt x="1784" y="18630"/>
                  <a:pt x="2141" y="18202"/>
                  <a:pt x="2498" y="17773"/>
                </a:cubicBezTo>
                <a:cubicBezTo>
                  <a:pt x="3640" y="16631"/>
                  <a:pt x="5139" y="15775"/>
                  <a:pt x="6852" y="15418"/>
                </a:cubicBezTo>
                <a:cubicBezTo>
                  <a:pt x="7423" y="15346"/>
                  <a:pt x="7994" y="15275"/>
                  <a:pt x="8566" y="15275"/>
                </a:cubicBezTo>
                <a:close/>
                <a:moveTo>
                  <a:pt x="87011" y="14347"/>
                </a:moveTo>
                <a:cubicBezTo>
                  <a:pt x="92294" y="14347"/>
                  <a:pt x="96505" y="18630"/>
                  <a:pt x="96505" y="23840"/>
                </a:cubicBezTo>
                <a:cubicBezTo>
                  <a:pt x="96505" y="24483"/>
                  <a:pt x="96434" y="25125"/>
                  <a:pt x="96291" y="25768"/>
                </a:cubicBezTo>
                <a:cubicBezTo>
                  <a:pt x="95363" y="30051"/>
                  <a:pt x="91580" y="33263"/>
                  <a:pt x="87011" y="33334"/>
                </a:cubicBezTo>
                <a:cubicBezTo>
                  <a:pt x="82443" y="33334"/>
                  <a:pt x="78589" y="30051"/>
                  <a:pt x="77732" y="25768"/>
                </a:cubicBezTo>
                <a:cubicBezTo>
                  <a:pt x="77589" y="25125"/>
                  <a:pt x="77518" y="24483"/>
                  <a:pt x="77518" y="23840"/>
                </a:cubicBezTo>
                <a:cubicBezTo>
                  <a:pt x="77518" y="18558"/>
                  <a:pt x="81801" y="14347"/>
                  <a:pt x="87011" y="14347"/>
                </a:cubicBezTo>
                <a:close/>
                <a:moveTo>
                  <a:pt x="243832" y="12205"/>
                </a:moveTo>
                <a:cubicBezTo>
                  <a:pt x="250256" y="12205"/>
                  <a:pt x="255467" y="17416"/>
                  <a:pt x="255467" y="23840"/>
                </a:cubicBezTo>
                <a:cubicBezTo>
                  <a:pt x="255467" y="24625"/>
                  <a:pt x="255395" y="25410"/>
                  <a:pt x="255253" y="26195"/>
                </a:cubicBezTo>
                <a:cubicBezTo>
                  <a:pt x="254182" y="31477"/>
                  <a:pt x="249471" y="35475"/>
                  <a:pt x="243832" y="35475"/>
                </a:cubicBezTo>
                <a:cubicBezTo>
                  <a:pt x="238193" y="35475"/>
                  <a:pt x="233482" y="31477"/>
                  <a:pt x="232411" y="26195"/>
                </a:cubicBezTo>
                <a:cubicBezTo>
                  <a:pt x="232268" y="25410"/>
                  <a:pt x="232197" y="24625"/>
                  <a:pt x="232197" y="23840"/>
                </a:cubicBezTo>
                <a:cubicBezTo>
                  <a:pt x="232197" y="17416"/>
                  <a:pt x="237408" y="12205"/>
                  <a:pt x="243832" y="12205"/>
                </a:cubicBezTo>
                <a:close/>
                <a:moveTo>
                  <a:pt x="322349" y="10921"/>
                </a:moveTo>
                <a:cubicBezTo>
                  <a:pt x="324990" y="10921"/>
                  <a:pt x="327489" y="11778"/>
                  <a:pt x="329559" y="13134"/>
                </a:cubicBezTo>
                <a:cubicBezTo>
                  <a:pt x="332913" y="15489"/>
                  <a:pt x="335198" y="19415"/>
                  <a:pt x="335198" y="23841"/>
                </a:cubicBezTo>
                <a:cubicBezTo>
                  <a:pt x="335198" y="24697"/>
                  <a:pt x="335055" y="25554"/>
                  <a:pt x="334912" y="26410"/>
                </a:cubicBezTo>
                <a:cubicBezTo>
                  <a:pt x="334270" y="29765"/>
                  <a:pt x="332271" y="32620"/>
                  <a:pt x="329559" y="34476"/>
                </a:cubicBezTo>
                <a:cubicBezTo>
                  <a:pt x="327489" y="35904"/>
                  <a:pt x="324990" y="36689"/>
                  <a:pt x="322349" y="36689"/>
                </a:cubicBezTo>
                <a:cubicBezTo>
                  <a:pt x="321493" y="36689"/>
                  <a:pt x="320636" y="36546"/>
                  <a:pt x="319780" y="36404"/>
                </a:cubicBezTo>
                <a:cubicBezTo>
                  <a:pt x="314783" y="35404"/>
                  <a:pt x="310786" y="31407"/>
                  <a:pt x="309787" y="26410"/>
                </a:cubicBezTo>
                <a:cubicBezTo>
                  <a:pt x="309572" y="25625"/>
                  <a:pt x="309501" y="24697"/>
                  <a:pt x="309501" y="23841"/>
                </a:cubicBezTo>
                <a:cubicBezTo>
                  <a:pt x="309501" y="17631"/>
                  <a:pt x="313927" y="12420"/>
                  <a:pt x="319780" y="11207"/>
                </a:cubicBezTo>
                <a:cubicBezTo>
                  <a:pt x="320565" y="10992"/>
                  <a:pt x="321493" y="10921"/>
                  <a:pt x="322349" y="10921"/>
                </a:cubicBezTo>
                <a:close/>
                <a:moveTo>
                  <a:pt x="479098" y="7994"/>
                </a:moveTo>
                <a:cubicBezTo>
                  <a:pt x="484594" y="7994"/>
                  <a:pt x="489376" y="10778"/>
                  <a:pt x="492232" y="14989"/>
                </a:cubicBezTo>
                <a:cubicBezTo>
                  <a:pt x="493945" y="17559"/>
                  <a:pt x="494944" y="20557"/>
                  <a:pt x="494944" y="23840"/>
                </a:cubicBezTo>
                <a:cubicBezTo>
                  <a:pt x="494944" y="24982"/>
                  <a:pt x="494873" y="26053"/>
                  <a:pt x="494659" y="27052"/>
                </a:cubicBezTo>
                <a:cubicBezTo>
                  <a:pt x="494230" y="29122"/>
                  <a:pt x="493445" y="30978"/>
                  <a:pt x="492303" y="32691"/>
                </a:cubicBezTo>
                <a:cubicBezTo>
                  <a:pt x="489519" y="36903"/>
                  <a:pt x="484665" y="39615"/>
                  <a:pt x="479098" y="39615"/>
                </a:cubicBezTo>
                <a:cubicBezTo>
                  <a:pt x="477956" y="39615"/>
                  <a:pt x="476885" y="39472"/>
                  <a:pt x="475886" y="39258"/>
                </a:cubicBezTo>
                <a:cubicBezTo>
                  <a:pt x="472816" y="38687"/>
                  <a:pt x="470033" y="37117"/>
                  <a:pt x="467891" y="34975"/>
                </a:cubicBezTo>
                <a:cubicBezTo>
                  <a:pt x="467177" y="34262"/>
                  <a:pt x="466535" y="33477"/>
                  <a:pt x="465964" y="32620"/>
                </a:cubicBezTo>
                <a:cubicBezTo>
                  <a:pt x="464822" y="30978"/>
                  <a:pt x="464037" y="29051"/>
                  <a:pt x="463608" y="26981"/>
                </a:cubicBezTo>
                <a:cubicBezTo>
                  <a:pt x="463466" y="25910"/>
                  <a:pt x="463323" y="24911"/>
                  <a:pt x="463323" y="23769"/>
                </a:cubicBezTo>
                <a:cubicBezTo>
                  <a:pt x="463323" y="22627"/>
                  <a:pt x="463394" y="21556"/>
                  <a:pt x="463608" y="20557"/>
                </a:cubicBezTo>
                <a:cubicBezTo>
                  <a:pt x="464037" y="18487"/>
                  <a:pt x="464822" y="16631"/>
                  <a:pt x="465964" y="14918"/>
                </a:cubicBezTo>
                <a:cubicBezTo>
                  <a:pt x="466535" y="14061"/>
                  <a:pt x="467177" y="13276"/>
                  <a:pt x="467891" y="12562"/>
                </a:cubicBezTo>
                <a:cubicBezTo>
                  <a:pt x="470033" y="10421"/>
                  <a:pt x="472816" y="8922"/>
                  <a:pt x="475886" y="8280"/>
                </a:cubicBezTo>
                <a:cubicBezTo>
                  <a:pt x="476956" y="8137"/>
                  <a:pt x="478027" y="7994"/>
                  <a:pt x="479098" y="7994"/>
                </a:cubicBezTo>
                <a:close/>
                <a:moveTo>
                  <a:pt x="557687" y="6352"/>
                </a:moveTo>
                <a:cubicBezTo>
                  <a:pt x="567323" y="6352"/>
                  <a:pt x="575175" y="14204"/>
                  <a:pt x="575175" y="23840"/>
                </a:cubicBezTo>
                <a:cubicBezTo>
                  <a:pt x="575175" y="24982"/>
                  <a:pt x="575032" y="26196"/>
                  <a:pt x="574818" y="27338"/>
                </a:cubicBezTo>
                <a:cubicBezTo>
                  <a:pt x="573176" y="35332"/>
                  <a:pt x="566110" y="41328"/>
                  <a:pt x="557687" y="41328"/>
                </a:cubicBezTo>
                <a:cubicBezTo>
                  <a:pt x="549264" y="41328"/>
                  <a:pt x="542198" y="35332"/>
                  <a:pt x="540556" y="27338"/>
                </a:cubicBezTo>
                <a:cubicBezTo>
                  <a:pt x="540342" y="26196"/>
                  <a:pt x="540199" y="25053"/>
                  <a:pt x="540199" y="23840"/>
                </a:cubicBezTo>
                <a:cubicBezTo>
                  <a:pt x="540199" y="14204"/>
                  <a:pt x="548051" y="6352"/>
                  <a:pt x="557687" y="6352"/>
                </a:cubicBezTo>
                <a:close/>
                <a:moveTo>
                  <a:pt x="714579" y="2284"/>
                </a:moveTo>
                <a:cubicBezTo>
                  <a:pt x="726428" y="2284"/>
                  <a:pt x="736064" y="11920"/>
                  <a:pt x="736064" y="23769"/>
                </a:cubicBezTo>
                <a:cubicBezTo>
                  <a:pt x="736064" y="25268"/>
                  <a:pt x="735922" y="26696"/>
                  <a:pt x="735636" y="28123"/>
                </a:cubicBezTo>
                <a:cubicBezTo>
                  <a:pt x="733638" y="37974"/>
                  <a:pt x="724929" y="45326"/>
                  <a:pt x="714579" y="45326"/>
                </a:cubicBezTo>
                <a:cubicBezTo>
                  <a:pt x="704229" y="45326"/>
                  <a:pt x="695521" y="37902"/>
                  <a:pt x="693522" y="28123"/>
                </a:cubicBezTo>
                <a:cubicBezTo>
                  <a:pt x="693237" y="26696"/>
                  <a:pt x="693094" y="25268"/>
                  <a:pt x="693094" y="23769"/>
                </a:cubicBezTo>
                <a:cubicBezTo>
                  <a:pt x="693094" y="11920"/>
                  <a:pt x="702730" y="2284"/>
                  <a:pt x="714579" y="2284"/>
                </a:cubicBezTo>
                <a:close/>
                <a:moveTo>
                  <a:pt x="793025" y="0"/>
                </a:moveTo>
                <a:cubicBezTo>
                  <a:pt x="797950" y="0"/>
                  <a:pt x="802518" y="1499"/>
                  <a:pt x="806373" y="4069"/>
                </a:cubicBezTo>
                <a:cubicBezTo>
                  <a:pt x="812725" y="8351"/>
                  <a:pt x="816865" y="15632"/>
                  <a:pt x="816865" y="23841"/>
                </a:cubicBezTo>
                <a:cubicBezTo>
                  <a:pt x="816865" y="25483"/>
                  <a:pt x="816651" y="27053"/>
                  <a:pt x="816366" y="28623"/>
                </a:cubicBezTo>
                <a:cubicBezTo>
                  <a:pt x="815081" y="34833"/>
                  <a:pt x="811369" y="40187"/>
                  <a:pt x="806373" y="43613"/>
                </a:cubicBezTo>
                <a:cubicBezTo>
                  <a:pt x="802518" y="46183"/>
                  <a:pt x="797950" y="47682"/>
                  <a:pt x="793025" y="47682"/>
                </a:cubicBezTo>
                <a:cubicBezTo>
                  <a:pt x="791383" y="47682"/>
                  <a:pt x="789813" y="47467"/>
                  <a:pt x="788242" y="47182"/>
                </a:cubicBezTo>
                <a:cubicBezTo>
                  <a:pt x="778892" y="45255"/>
                  <a:pt x="771611" y="37903"/>
                  <a:pt x="769684" y="28623"/>
                </a:cubicBezTo>
                <a:cubicBezTo>
                  <a:pt x="769327" y="27124"/>
                  <a:pt x="769184" y="25483"/>
                  <a:pt x="769184" y="23841"/>
                </a:cubicBezTo>
                <a:cubicBezTo>
                  <a:pt x="769184" y="12349"/>
                  <a:pt x="777393" y="2712"/>
                  <a:pt x="788242" y="500"/>
                </a:cubicBezTo>
                <a:cubicBezTo>
                  <a:pt x="789741" y="143"/>
                  <a:pt x="791383" y="0"/>
                  <a:pt x="793025" y="0"/>
                </a:cubicBezTo>
                <a:close/>
              </a:path>
            </a:pathLst>
          </a:custGeom>
          <a:solidFill>
            <a:srgbClr val="C00000"/>
          </a:solidFill>
          <a:ln w="709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" name="梯形 127"/>
          <p:cNvSpPr/>
          <p:nvPr/>
        </p:nvSpPr>
        <p:spPr>
          <a:xfrm rot="10800000">
            <a:off x="239395" y="3078163"/>
            <a:ext cx="11682413" cy="282575"/>
          </a:xfrm>
          <a:prstGeom prst="trapezoid">
            <a:avLst>
              <a:gd name="adj" fmla="val 0"/>
            </a:avLst>
          </a:prstGeom>
          <a:gradFill flip="none" rotWithShape="1">
            <a:gsLst>
              <a:gs pos="0">
                <a:srgbClr val="DC1D27">
                  <a:alpha val="0"/>
                </a:srgbClr>
              </a:gs>
              <a:gs pos="100000">
                <a:srgbClr val="DC1D27">
                  <a:alpha val="14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2" name="组合 224"/>
          <p:cNvGrpSpPr/>
          <p:nvPr/>
        </p:nvGrpSpPr>
        <p:grpSpPr>
          <a:xfrm>
            <a:off x="1503045" y="2928938"/>
            <a:ext cx="422275" cy="346075"/>
            <a:chOff x="4762225" y="1051198"/>
            <a:chExt cx="2785893" cy="2545312"/>
          </a:xfrm>
        </p:grpSpPr>
        <p:sp>
          <p:nvSpPr>
            <p:cNvPr id="138" name="任意多边形: 形状 1208"/>
            <p:cNvSpPr/>
            <p:nvPr/>
          </p:nvSpPr>
          <p:spPr bwMode="auto">
            <a:xfrm rot="16200000" flipV="1">
              <a:off x="5039512" y="1273298"/>
              <a:ext cx="2112974" cy="2533449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87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sp>
          <p:nvSpPr>
            <p:cNvPr id="139" name="箭头: 上 1209"/>
            <p:cNvSpPr/>
            <p:nvPr/>
          </p:nvSpPr>
          <p:spPr>
            <a:xfrm>
              <a:off x="7134259" y="1689832"/>
              <a:ext cx="208088" cy="486185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100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sp>
          <p:nvSpPr>
            <p:cNvPr id="144" name="任意多边形: 形状 1210"/>
            <p:cNvSpPr/>
            <p:nvPr/>
          </p:nvSpPr>
          <p:spPr bwMode="auto">
            <a:xfrm rot="16200000" flipV="1">
              <a:off x="5614502" y="1589429"/>
              <a:ext cx="962996" cy="1075648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100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gradFill>
                <a:gsLst>
                  <a:gs pos="100000">
                    <a:srgbClr val="F65050"/>
                  </a:gs>
                  <a:gs pos="65000">
                    <a:srgbClr val="F65050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grpSp>
          <p:nvGrpSpPr>
            <p:cNvPr id="146" name="组合 228"/>
            <p:cNvGrpSpPr/>
            <p:nvPr/>
          </p:nvGrpSpPr>
          <p:grpSpPr>
            <a:xfrm>
              <a:off x="4762225" y="1616503"/>
              <a:ext cx="827609" cy="762672"/>
              <a:chOff x="4750630" y="1701928"/>
              <a:chExt cx="827609" cy="762672"/>
            </a:xfrm>
          </p:grpSpPr>
          <p:sp>
            <p:nvSpPr>
              <p:cNvPr id="148" name="箭头: 上 1223"/>
              <p:cNvSpPr/>
              <p:nvPr/>
            </p:nvSpPr>
            <p:spPr>
              <a:xfrm>
                <a:off x="5224436" y="1788976"/>
                <a:ext cx="165654" cy="387041"/>
              </a:xfrm>
              <a:prstGeom prst="upArrow">
                <a:avLst>
                  <a:gd name="adj1" fmla="val 50000"/>
                  <a:gd name="adj2" fmla="val 71919"/>
                </a:avLst>
              </a:prstGeom>
              <a:gradFill flip="none" rotWithShape="0">
                <a:gsLst>
                  <a:gs pos="0">
                    <a:srgbClr val="B80106">
                      <a:alpha val="37000"/>
                    </a:srgbClr>
                  </a:gs>
                  <a:gs pos="100000">
                    <a:srgbClr val="B80106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R"/>
                  <a:ea typeface="阿里巴巴普惠体 R"/>
                  <a:cs typeface="+mn-cs"/>
                </a:endParaRPr>
              </a:p>
            </p:txBody>
          </p:sp>
          <p:grpSp>
            <p:nvGrpSpPr>
              <p:cNvPr id="150" name="组合 237"/>
              <p:cNvGrpSpPr/>
              <p:nvPr/>
            </p:nvGrpSpPr>
            <p:grpSpPr>
              <a:xfrm>
                <a:off x="4750630" y="1701928"/>
                <a:ext cx="827609" cy="762672"/>
                <a:chOff x="4504813" y="3666214"/>
                <a:chExt cx="938264" cy="864645"/>
              </a:xfrm>
            </p:grpSpPr>
            <p:sp>
              <p:nvSpPr>
                <p:cNvPr id="153" name="箭头: 上 1225"/>
                <p:cNvSpPr/>
                <p:nvPr/>
              </p:nvSpPr>
              <p:spPr>
                <a:xfrm>
                  <a:off x="4504813" y="3709554"/>
                  <a:ext cx="179732" cy="338794"/>
                </a:xfrm>
                <a:prstGeom prst="upArrow">
                  <a:avLst>
                    <a:gd name="adj1" fmla="val 50000"/>
                    <a:gd name="adj2" fmla="val 71919"/>
                  </a:avLst>
                </a:prstGeom>
                <a:gradFill flip="none" rotWithShape="0">
                  <a:gsLst>
                    <a:gs pos="0">
                      <a:srgbClr val="B80106">
                        <a:alpha val="37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阿里巴巴普惠体 R"/>
                    <a:ea typeface="阿里巴巴普惠体 R"/>
                    <a:cs typeface="+mn-cs"/>
                  </a:endParaRPr>
                </a:p>
              </p:txBody>
            </p:sp>
            <p:cxnSp>
              <p:nvCxnSpPr>
                <p:cNvPr id="154" name="直接连接符 153"/>
                <p:cNvCxnSpPr/>
                <p:nvPr/>
              </p:nvCxnSpPr>
              <p:spPr>
                <a:xfrm>
                  <a:off x="4825353" y="3666214"/>
                  <a:ext cx="0" cy="594027"/>
                </a:xfrm>
                <a:prstGeom prst="line">
                  <a:avLst/>
                </a:prstGeom>
                <a:noFill/>
                <a:ln w="12700" cap="flat" cmpd="sng" algn="ctr">
                  <a:gradFill>
                    <a:gsLst>
                      <a:gs pos="0">
                        <a:srgbClr val="B80106">
                          <a:alpha val="52000"/>
                        </a:srgbClr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dash"/>
                  <a:miter lim="800000"/>
                </a:ln>
                <a:effectLst/>
              </p:spPr>
            </p:cxnSp>
            <p:cxnSp>
              <p:nvCxnSpPr>
                <p:cNvPr id="155" name="直接连接符 154"/>
                <p:cNvCxnSpPr/>
                <p:nvPr/>
              </p:nvCxnSpPr>
              <p:spPr>
                <a:xfrm>
                  <a:off x="5327670" y="3749348"/>
                  <a:ext cx="0" cy="271877"/>
                </a:xfrm>
                <a:prstGeom prst="line">
                  <a:avLst/>
                </a:prstGeom>
                <a:noFill/>
                <a:ln w="12700" cap="flat" cmpd="sng" algn="ctr">
                  <a:gradFill>
                    <a:gsLst>
                      <a:gs pos="0">
                        <a:srgbClr val="B80106"/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  <p:cxnSp>
              <p:nvCxnSpPr>
                <p:cNvPr id="156" name="直接连接符 155"/>
                <p:cNvCxnSpPr/>
                <p:nvPr/>
              </p:nvCxnSpPr>
              <p:spPr>
                <a:xfrm>
                  <a:off x="5464666" y="4112415"/>
                  <a:ext cx="0" cy="418444"/>
                </a:xfrm>
                <a:prstGeom prst="line">
                  <a:avLst/>
                </a:prstGeom>
                <a:noFill/>
                <a:ln w="6350" cap="flat" cmpd="sng" algn="ctr">
                  <a:gradFill>
                    <a:gsLst>
                      <a:gs pos="0">
                        <a:srgbClr val="B80106">
                          <a:alpha val="26000"/>
                        </a:srgbClr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157" name="组合 229"/>
            <p:cNvGrpSpPr/>
            <p:nvPr/>
          </p:nvGrpSpPr>
          <p:grpSpPr>
            <a:xfrm>
              <a:off x="6522120" y="1051198"/>
              <a:ext cx="1025998" cy="981324"/>
              <a:chOff x="6748925" y="2754590"/>
              <a:chExt cx="1727939" cy="1652702"/>
            </a:xfrm>
          </p:grpSpPr>
          <p:sp>
            <p:nvSpPr>
              <p:cNvPr id="159" name="箭头: 上 1217"/>
              <p:cNvSpPr/>
              <p:nvPr/>
            </p:nvSpPr>
            <p:spPr>
              <a:xfrm>
                <a:off x="6898391" y="3859119"/>
                <a:ext cx="97702" cy="184167"/>
              </a:xfrm>
              <a:prstGeom prst="upArrow">
                <a:avLst>
                  <a:gd name="adj1" fmla="val 50000"/>
                  <a:gd name="adj2" fmla="val 71919"/>
                </a:avLst>
              </a:prstGeom>
              <a:gradFill flip="none" rotWithShape="0">
                <a:gsLst>
                  <a:gs pos="0">
                    <a:srgbClr val="B80106">
                      <a:alpha val="37000"/>
                    </a:srgbClr>
                  </a:gs>
                  <a:gs pos="100000">
                    <a:srgbClr val="B80106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R"/>
                  <a:ea typeface="阿里巴巴普惠体 R"/>
                  <a:cs typeface="+mn-cs"/>
                </a:endParaRPr>
              </a:p>
            </p:txBody>
          </p:sp>
          <p:cxnSp>
            <p:nvCxnSpPr>
              <p:cNvPr id="160" name="直接连接符 159"/>
              <p:cNvCxnSpPr/>
              <p:nvPr/>
            </p:nvCxnSpPr>
            <p:spPr>
              <a:xfrm flipH="1">
                <a:off x="8399223" y="3742450"/>
                <a:ext cx="0" cy="499036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>
                        <a:alpha val="39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</p:cxnSp>
          <p:cxnSp>
            <p:nvCxnSpPr>
              <p:cNvPr id="161" name="直接连接符 160"/>
              <p:cNvCxnSpPr/>
              <p:nvPr/>
            </p:nvCxnSpPr>
            <p:spPr>
              <a:xfrm flipH="1">
                <a:off x="7245995" y="3666214"/>
                <a:ext cx="0" cy="594027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>
                        <a:alpha val="52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7585180" y="3852011"/>
                <a:ext cx="0" cy="382021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/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8331386" y="2754590"/>
                <a:ext cx="0" cy="49903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B80106">
                        <a:alpha val="26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6771137" y="3988848"/>
                <a:ext cx="0" cy="41844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B80106">
                        <a:alpha val="26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66" name="组合 242"/>
          <p:cNvGrpSpPr/>
          <p:nvPr/>
        </p:nvGrpSpPr>
        <p:grpSpPr>
          <a:xfrm>
            <a:off x="10034588" y="2927350"/>
            <a:ext cx="422275" cy="347663"/>
            <a:chOff x="4762225" y="1051198"/>
            <a:chExt cx="2785893" cy="2545312"/>
          </a:xfrm>
        </p:grpSpPr>
        <p:sp>
          <p:nvSpPr>
            <p:cNvPr id="167" name="任意多边形: 形状 1208"/>
            <p:cNvSpPr/>
            <p:nvPr/>
          </p:nvSpPr>
          <p:spPr bwMode="auto">
            <a:xfrm rot="16200000" flipV="1">
              <a:off x="5039512" y="1273298"/>
              <a:ext cx="2112974" cy="2533449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87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sp>
          <p:nvSpPr>
            <p:cNvPr id="168" name="箭头: 上 1209"/>
            <p:cNvSpPr/>
            <p:nvPr/>
          </p:nvSpPr>
          <p:spPr>
            <a:xfrm>
              <a:off x="7134259" y="1689832"/>
              <a:ext cx="208088" cy="486185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100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sp>
          <p:nvSpPr>
            <p:cNvPr id="169" name="任意多边形: 形状 1210"/>
            <p:cNvSpPr/>
            <p:nvPr/>
          </p:nvSpPr>
          <p:spPr bwMode="auto">
            <a:xfrm rot="16200000" flipV="1">
              <a:off x="5614502" y="1589429"/>
              <a:ext cx="962996" cy="1075648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B80106">
                    <a:alpha val="37000"/>
                  </a:srgbClr>
                </a:gs>
                <a:gs pos="100000">
                  <a:srgbClr val="B80106">
                    <a:alpha val="0"/>
                  </a:srgbClr>
                </a:gs>
              </a:gsLst>
              <a:lin ang="5400000" scaled="1"/>
              <a:tileRect/>
            </a:gradFill>
            <a:ln w="12700" cap="flat" cmpd="sng" algn="ctr">
              <a:gradFill>
                <a:gsLst>
                  <a:gs pos="100000">
                    <a:srgbClr val="F65050"/>
                  </a:gs>
                  <a:gs pos="65000">
                    <a:srgbClr val="F65050">
                      <a:alpha val="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/>
                <a:ea typeface="阿里巴巴普惠体 R"/>
                <a:cs typeface="+mn-cs"/>
              </a:endParaRPr>
            </a:p>
          </p:txBody>
        </p:sp>
        <p:grpSp>
          <p:nvGrpSpPr>
            <p:cNvPr id="170" name="组合 246"/>
            <p:cNvGrpSpPr/>
            <p:nvPr/>
          </p:nvGrpSpPr>
          <p:grpSpPr>
            <a:xfrm>
              <a:off x="4762225" y="1616503"/>
              <a:ext cx="827609" cy="762672"/>
              <a:chOff x="4750630" y="1701928"/>
              <a:chExt cx="827609" cy="762672"/>
            </a:xfrm>
          </p:grpSpPr>
          <p:sp>
            <p:nvSpPr>
              <p:cNvPr id="171" name="箭头: 上 1223"/>
              <p:cNvSpPr/>
              <p:nvPr/>
            </p:nvSpPr>
            <p:spPr>
              <a:xfrm>
                <a:off x="5224436" y="1788976"/>
                <a:ext cx="165654" cy="387041"/>
              </a:xfrm>
              <a:prstGeom prst="upArrow">
                <a:avLst>
                  <a:gd name="adj1" fmla="val 50000"/>
                  <a:gd name="adj2" fmla="val 71919"/>
                </a:avLst>
              </a:prstGeom>
              <a:gradFill flip="none" rotWithShape="0">
                <a:gsLst>
                  <a:gs pos="0">
                    <a:srgbClr val="B80106">
                      <a:alpha val="37000"/>
                    </a:srgbClr>
                  </a:gs>
                  <a:gs pos="100000">
                    <a:srgbClr val="B80106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R"/>
                  <a:ea typeface="阿里巴巴普惠体 R"/>
                  <a:cs typeface="+mn-cs"/>
                </a:endParaRPr>
              </a:p>
            </p:txBody>
          </p:sp>
          <p:grpSp>
            <p:nvGrpSpPr>
              <p:cNvPr id="172" name="组合 255"/>
              <p:cNvGrpSpPr/>
              <p:nvPr/>
            </p:nvGrpSpPr>
            <p:grpSpPr>
              <a:xfrm>
                <a:off x="4750630" y="1701928"/>
                <a:ext cx="827609" cy="762672"/>
                <a:chOff x="4504813" y="3666214"/>
                <a:chExt cx="938264" cy="864645"/>
              </a:xfrm>
            </p:grpSpPr>
            <p:sp>
              <p:nvSpPr>
                <p:cNvPr id="173" name="箭头: 上 1225"/>
                <p:cNvSpPr/>
                <p:nvPr/>
              </p:nvSpPr>
              <p:spPr>
                <a:xfrm>
                  <a:off x="4504813" y="3709554"/>
                  <a:ext cx="179732" cy="338794"/>
                </a:xfrm>
                <a:prstGeom prst="upArrow">
                  <a:avLst>
                    <a:gd name="adj1" fmla="val 50000"/>
                    <a:gd name="adj2" fmla="val 71919"/>
                  </a:avLst>
                </a:prstGeom>
                <a:gradFill flip="none" rotWithShape="0">
                  <a:gsLst>
                    <a:gs pos="0">
                      <a:srgbClr val="B80106">
                        <a:alpha val="37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阿里巴巴普惠体 R"/>
                    <a:ea typeface="阿里巴巴普惠体 R"/>
                    <a:cs typeface="+mn-cs"/>
                  </a:endParaRPr>
                </a:p>
              </p:txBody>
            </p:sp>
            <p:cxnSp>
              <p:nvCxnSpPr>
                <p:cNvPr id="174" name="直接连接符 173"/>
                <p:cNvCxnSpPr/>
                <p:nvPr/>
              </p:nvCxnSpPr>
              <p:spPr>
                <a:xfrm>
                  <a:off x="4864644" y="3666214"/>
                  <a:ext cx="0" cy="594027"/>
                </a:xfrm>
                <a:prstGeom prst="line">
                  <a:avLst/>
                </a:prstGeom>
                <a:noFill/>
                <a:ln w="12700" cap="flat" cmpd="sng" algn="ctr">
                  <a:gradFill>
                    <a:gsLst>
                      <a:gs pos="0">
                        <a:srgbClr val="B80106">
                          <a:alpha val="52000"/>
                        </a:srgbClr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dash"/>
                  <a:miter lim="800000"/>
                </a:ln>
                <a:effectLst/>
              </p:spPr>
            </p:cxnSp>
            <p:cxnSp>
              <p:nvCxnSpPr>
                <p:cNvPr id="175" name="直接连接符 174"/>
                <p:cNvCxnSpPr/>
                <p:nvPr/>
              </p:nvCxnSpPr>
              <p:spPr>
                <a:xfrm>
                  <a:off x="5321296" y="3749348"/>
                  <a:ext cx="0" cy="271877"/>
                </a:xfrm>
                <a:prstGeom prst="line">
                  <a:avLst/>
                </a:prstGeom>
                <a:noFill/>
                <a:ln w="12700" cap="flat" cmpd="sng" algn="ctr">
                  <a:gradFill>
                    <a:gsLst>
                      <a:gs pos="0">
                        <a:srgbClr val="B80106"/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  <p:cxnSp>
              <p:nvCxnSpPr>
                <p:cNvPr id="176" name="直接连接符 175"/>
                <p:cNvCxnSpPr/>
                <p:nvPr/>
              </p:nvCxnSpPr>
              <p:spPr>
                <a:xfrm>
                  <a:off x="5458291" y="4112415"/>
                  <a:ext cx="0" cy="418444"/>
                </a:xfrm>
                <a:prstGeom prst="line">
                  <a:avLst/>
                </a:prstGeom>
                <a:noFill/>
                <a:ln w="6350" cap="flat" cmpd="sng" algn="ctr">
                  <a:gradFill>
                    <a:gsLst>
                      <a:gs pos="0">
                        <a:srgbClr val="B80106">
                          <a:alpha val="26000"/>
                        </a:srgbClr>
                      </a:gs>
                      <a:gs pos="100000">
                        <a:srgbClr val="B80106">
                          <a:alpha val="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177" name="组合 247"/>
            <p:cNvGrpSpPr/>
            <p:nvPr/>
          </p:nvGrpSpPr>
          <p:grpSpPr>
            <a:xfrm>
              <a:off x="6522120" y="1051198"/>
              <a:ext cx="1025998" cy="981324"/>
              <a:chOff x="6748925" y="2754590"/>
              <a:chExt cx="1727939" cy="1652702"/>
            </a:xfrm>
          </p:grpSpPr>
          <p:sp>
            <p:nvSpPr>
              <p:cNvPr id="192" name="箭头: 上 1217"/>
              <p:cNvSpPr/>
              <p:nvPr/>
            </p:nvSpPr>
            <p:spPr>
              <a:xfrm>
                <a:off x="6898391" y="3859119"/>
                <a:ext cx="97702" cy="184167"/>
              </a:xfrm>
              <a:prstGeom prst="upArrow">
                <a:avLst>
                  <a:gd name="adj1" fmla="val 50000"/>
                  <a:gd name="adj2" fmla="val 71919"/>
                </a:avLst>
              </a:prstGeom>
              <a:gradFill flip="none" rotWithShape="0">
                <a:gsLst>
                  <a:gs pos="0">
                    <a:srgbClr val="B80106">
                      <a:alpha val="37000"/>
                    </a:srgbClr>
                  </a:gs>
                  <a:gs pos="100000">
                    <a:srgbClr val="B80106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R"/>
                  <a:ea typeface="阿里巴巴普惠体 R"/>
                  <a:cs typeface="+mn-cs"/>
                </a:endParaRPr>
              </a:p>
            </p:txBody>
          </p:sp>
          <p:cxnSp>
            <p:nvCxnSpPr>
              <p:cNvPr id="193" name="直接连接符 192"/>
              <p:cNvCxnSpPr/>
              <p:nvPr/>
            </p:nvCxnSpPr>
            <p:spPr>
              <a:xfrm flipH="1">
                <a:off x="8389753" y="3742450"/>
                <a:ext cx="0" cy="499036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>
                        <a:alpha val="39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</p:cxnSp>
          <p:cxnSp>
            <p:nvCxnSpPr>
              <p:cNvPr id="194" name="直接连接符 193"/>
              <p:cNvCxnSpPr/>
              <p:nvPr/>
            </p:nvCxnSpPr>
            <p:spPr>
              <a:xfrm flipH="1">
                <a:off x="7236525" y="3666214"/>
                <a:ext cx="0" cy="594027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>
                        <a:alpha val="52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7575710" y="3852011"/>
                <a:ext cx="0" cy="382021"/>
              </a:xfrm>
              <a:prstGeom prst="line">
                <a:avLst/>
              </a:prstGeom>
              <a:noFill/>
              <a:ln w="12700" cap="flat" cmpd="sng" algn="ctr">
                <a:gradFill>
                  <a:gsLst>
                    <a:gs pos="0">
                      <a:srgbClr val="B80106"/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8321916" y="2754590"/>
                <a:ext cx="0" cy="49903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B80106">
                        <a:alpha val="26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6761667" y="3988848"/>
                <a:ext cx="0" cy="41844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B80106">
                        <a:alpha val="26000"/>
                      </a:srgbClr>
                    </a:gs>
                    <a:gs pos="100000">
                      <a:srgbClr val="B80106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</p:grpSp>
      </p:grpSp>
      <p:sp>
        <p:nvSpPr>
          <p:cNvPr id="198" name="图形 14"/>
          <p:cNvSpPr>
            <a:spLocks noChangeAspect="1"/>
          </p:cNvSpPr>
          <p:nvPr/>
        </p:nvSpPr>
        <p:spPr>
          <a:xfrm>
            <a:off x="501650" y="2355850"/>
            <a:ext cx="344805" cy="347345"/>
          </a:xfrm>
          <a:custGeom>
            <a:avLst/>
            <a:gdLst>
              <a:gd name="connsiteX0" fmla="*/ 1386998 w 1722640"/>
              <a:gd name="connsiteY0" fmla="*/ 795927 h 1722440"/>
              <a:gd name="connsiteX1" fmla="*/ 926282 w 1722640"/>
              <a:gd name="connsiteY1" fmla="*/ 1518218 h 1722440"/>
              <a:gd name="connsiteX2" fmla="*/ 203991 w 1722640"/>
              <a:gd name="connsiteY2" fmla="*/ 1057503 h 1722440"/>
              <a:gd name="connsiteX3" fmla="*/ 664707 w 1722640"/>
              <a:gd name="connsiteY3" fmla="*/ 335212 h 1722440"/>
              <a:gd name="connsiteX4" fmla="*/ 889702 w 1722640"/>
              <a:gd name="connsiteY4" fmla="*/ 328295 h 1722440"/>
              <a:gd name="connsiteX5" fmla="*/ 1043009 w 1722640"/>
              <a:gd name="connsiteY5" fmla="*/ 170271 h 1722440"/>
              <a:gd name="connsiteX6" fmla="*/ 39570 w 1722640"/>
              <a:gd name="connsiteY6" fmla="*/ 679431 h 1722440"/>
              <a:gd name="connsiteX7" fmla="*/ 548731 w 1722640"/>
              <a:gd name="connsiteY7" fmla="*/ 1682870 h 1722440"/>
              <a:gd name="connsiteX8" fmla="*/ 1552170 w 1722640"/>
              <a:gd name="connsiteY8" fmla="*/ 1173709 h 1722440"/>
              <a:gd name="connsiteX9" fmla="*/ 1547562 w 1722640"/>
              <a:gd name="connsiteY9" fmla="*/ 665752 h 1722440"/>
              <a:gd name="connsiteX10" fmla="*/ 1433534 w 1722640"/>
              <a:gd name="connsiteY10" fmla="*/ 108857 h 1722440"/>
              <a:gd name="connsiteX11" fmla="*/ 1446325 w 1722640"/>
              <a:gd name="connsiteY11" fmla="*/ 256903 h 1722440"/>
              <a:gd name="connsiteX12" fmla="*/ 1463732 w 1722640"/>
              <a:gd name="connsiteY12" fmla="*/ 278298 h 1722440"/>
              <a:gd name="connsiteX13" fmla="*/ 1468369 w 1722640"/>
              <a:gd name="connsiteY13" fmla="*/ 278221 h 1722440"/>
              <a:gd name="connsiteX14" fmla="*/ 1704226 w 1722640"/>
              <a:gd name="connsiteY14" fmla="*/ 299085 h 1722440"/>
              <a:gd name="connsiteX15" fmla="*/ 1722641 w 1722640"/>
              <a:gd name="connsiteY15" fmla="*/ 302351 h 1722440"/>
              <a:gd name="connsiteX16" fmla="*/ 1711936 w 1722640"/>
              <a:gd name="connsiteY16" fmla="*/ 315686 h 1722440"/>
              <a:gd name="connsiteX17" fmla="*/ 1423284 w 1722640"/>
              <a:gd name="connsiteY17" fmla="*/ 605064 h 1722440"/>
              <a:gd name="connsiteX18" fmla="*/ 1394346 w 1722640"/>
              <a:gd name="connsiteY18" fmla="*/ 615950 h 1722440"/>
              <a:gd name="connsiteX19" fmla="*/ 1242581 w 1722640"/>
              <a:gd name="connsiteY19" fmla="*/ 601617 h 1722440"/>
              <a:gd name="connsiteX20" fmla="*/ 1213643 w 1722640"/>
              <a:gd name="connsiteY20" fmla="*/ 611868 h 1722440"/>
              <a:gd name="connsiteX21" fmla="*/ 955742 w 1722640"/>
              <a:gd name="connsiteY21" fmla="*/ 870404 h 1722440"/>
              <a:gd name="connsiteX22" fmla="*/ 878181 w 1722640"/>
              <a:gd name="connsiteY22" fmla="*/ 893808 h 1722440"/>
              <a:gd name="connsiteX23" fmla="*/ 830177 w 1722640"/>
              <a:gd name="connsiteY23" fmla="*/ 805716 h 1722440"/>
              <a:gd name="connsiteX24" fmla="*/ 842712 w 1722640"/>
              <a:gd name="connsiteY24" fmla="*/ 781594 h 1722440"/>
              <a:gd name="connsiteX25" fmla="*/ 858769 w 1722640"/>
              <a:gd name="connsiteY25" fmla="*/ 764540 h 1722440"/>
              <a:gd name="connsiteX26" fmla="*/ 1110228 w 1722640"/>
              <a:gd name="connsiteY26" fmla="*/ 513443 h 1722440"/>
              <a:gd name="connsiteX27" fmla="*/ 1122566 w 1722640"/>
              <a:gd name="connsiteY27" fmla="*/ 479606 h 1722440"/>
              <a:gd name="connsiteX28" fmla="*/ 1108414 w 1722640"/>
              <a:gd name="connsiteY28" fmla="*/ 325392 h 1722440"/>
              <a:gd name="connsiteX29" fmla="*/ 1115581 w 1722640"/>
              <a:gd name="connsiteY29" fmla="*/ 304709 h 1722440"/>
              <a:gd name="connsiteX30" fmla="*/ 1417206 w 1722640"/>
              <a:gd name="connsiteY30" fmla="*/ 3356 h 1722440"/>
              <a:gd name="connsiteX31" fmla="*/ 1423284 w 1722640"/>
              <a:gd name="connsiteY31" fmla="*/ 0 h 1722440"/>
              <a:gd name="connsiteX32" fmla="*/ 1433262 w 1722640"/>
              <a:gd name="connsiteY32" fmla="*/ 108857 h 1722440"/>
              <a:gd name="connsiteX33" fmla="*/ 1128281 w 1722640"/>
              <a:gd name="connsiteY33" fmla="*/ 927554 h 1722440"/>
              <a:gd name="connsiteX34" fmla="*/ 795251 w 1722640"/>
              <a:gd name="connsiteY34" fmla="*/ 1259640 h 1722440"/>
              <a:gd name="connsiteX35" fmla="*/ 463164 w 1722640"/>
              <a:gd name="connsiteY35" fmla="*/ 926610 h 1722440"/>
              <a:gd name="connsiteX36" fmla="*/ 796194 w 1722640"/>
              <a:gd name="connsiteY36" fmla="*/ 594524 h 1722440"/>
              <a:gd name="connsiteX37" fmla="*/ 875188 w 1722640"/>
              <a:gd name="connsiteY37" fmla="*/ 604157 h 1722440"/>
              <a:gd name="connsiteX38" fmla="*/ 825658 w 1722640"/>
              <a:gd name="connsiteY38" fmla="*/ 653143 h 1722440"/>
              <a:gd name="connsiteX39" fmla="*/ 745104 w 1722640"/>
              <a:gd name="connsiteY39" fmla="*/ 733697 h 1722440"/>
              <a:gd name="connsiteX40" fmla="*/ 602541 w 1722640"/>
              <a:gd name="connsiteY40" fmla="*/ 977282 h 1722440"/>
              <a:gd name="connsiteX41" fmla="*/ 846125 w 1722640"/>
              <a:gd name="connsiteY41" fmla="*/ 1119844 h 1722440"/>
              <a:gd name="connsiteX42" fmla="*/ 991574 w 1722640"/>
              <a:gd name="connsiteY42" fmla="*/ 964565 h 1722440"/>
              <a:gd name="connsiteX43" fmla="*/ 1063511 w 1722640"/>
              <a:gd name="connsiteY43" fmla="*/ 892538 h 1722440"/>
              <a:gd name="connsiteX44" fmla="*/ 1116579 w 1722640"/>
              <a:gd name="connsiteY44" fmla="*/ 839379 h 1722440"/>
              <a:gd name="connsiteX45" fmla="*/ 1128281 w 1722640"/>
              <a:gd name="connsiteY45" fmla="*/ 927191 h 172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722640" h="1722440">
                <a:moveTo>
                  <a:pt x="1386998" y="795927"/>
                </a:moveTo>
                <a:cubicBezTo>
                  <a:pt x="1459230" y="1122605"/>
                  <a:pt x="1252961" y="1445986"/>
                  <a:pt x="926282" y="1518218"/>
                </a:cubicBezTo>
                <a:cubicBezTo>
                  <a:pt x="599604" y="1590450"/>
                  <a:pt x="276223" y="1384181"/>
                  <a:pt x="203991" y="1057503"/>
                </a:cubicBezTo>
                <a:cubicBezTo>
                  <a:pt x="131759" y="730825"/>
                  <a:pt x="338028" y="407444"/>
                  <a:pt x="664707" y="335212"/>
                </a:cubicBezTo>
                <a:cubicBezTo>
                  <a:pt x="738614" y="318870"/>
                  <a:pt x="814930" y="316524"/>
                  <a:pt x="889702" y="328295"/>
                </a:cubicBezTo>
                <a:lnTo>
                  <a:pt x="1043009" y="170271"/>
                </a:lnTo>
                <a:cubicBezTo>
                  <a:pt x="625316" y="33780"/>
                  <a:pt x="176062" y="261739"/>
                  <a:pt x="39570" y="679431"/>
                </a:cubicBezTo>
                <a:cubicBezTo>
                  <a:pt x="-96921" y="1097124"/>
                  <a:pt x="131038" y="1546379"/>
                  <a:pt x="548731" y="1682870"/>
                </a:cubicBezTo>
                <a:cubicBezTo>
                  <a:pt x="966424" y="1819361"/>
                  <a:pt x="1415679" y="1591402"/>
                  <a:pt x="1552170" y="1173709"/>
                </a:cubicBezTo>
                <a:cubicBezTo>
                  <a:pt x="1606177" y="1008435"/>
                  <a:pt x="1604559" y="830019"/>
                  <a:pt x="1547562" y="665752"/>
                </a:cubicBezTo>
                <a:close/>
                <a:moveTo>
                  <a:pt x="1433534" y="108857"/>
                </a:moveTo>
                <a:cubicBezTo>
                  <a:pt x="1437979" y="158206"/>
                  <a:pt x="1442606" y="207464"/>
                  <a:pt x="1446325" y="256903"/>
                </a:cubicBezTo>
                <a:cubicBezTo>
                  <a:pt x="1445224" y="267618"/>
                  <a:pt x="1453017" y="277197"/>
                  <a:pt x="1463732" y="278298"/>
                </a:cubicBezTo>
                <a:cubicBezTo>
                  <a:pt x="1465275" y="278457"/>
                  <a:pt x="1466832" y="278431"/>
                  <a:pt x="1468369" y="278221"/>
                </a:cubicBezTo>
                <a:cubicBezTo>
                  <a:pt x="1546927" y="284571"/>
                  <a:pt x="1625395" y="291919"/>
                  <a:pt x="1704226" y="299085"/>
                </a:cubicBezTo>
                <a:cubicBezTo>
                  <a:pt x="1710556" y="298153"/>
                  <a:pt x="1717017" y="299299"/>
                  <a:pt x="1722641" y="302351"/>
                </a:cubicBezTo>
                <a:cubicBezTo>
                  <a:pt x="1720651" y="307860"/>
                  <a:pt x="1716885" y="312552"/>
                  <a:pt x="1711936" y="315686"/>
                </a:cubicBezTo>
                <a:lnTo>
                  <a:pt x="1423284" y="605064"/>
                </a:lnTo>
                <a:cubicBezTo>
                  <a:pt x="1416124" y="613389"/>
                  <a:pt x="1405217" y="617492"/>
                  <a:pt x="1394346" y="615950"/>
                </a:cubicBezTo>
                <a:cubicBezTo>
                  <a:pt x="1343818" y="610779"/>
                  <a:pt x="1293109" y="606879"/>
                  <a:pt x="1242581" y="601617"/>
                </a:cubicBezTo>
                <a:cubicBezTo>
                  <a:pt x="1231809" y="599780"/>
                  <a:pt x="1220856" y="603660"/>
                  <a:pt x="1213643" y="611868"/>
                </a:cubicBezTo>
                <a:cubicBezTo>
                  <a:pt x="1083468" y="742678"/>
                  <a:pt x="1086008" y="739775"/>
                  <a:pt x="955742" y="870404"/>
                </a:cubicBezTo>
                <a:cubicBezTo>
                  <a:pt x="937054" y="893253"/>
                  <a:pt x="906389" y="902506"/>
                  <a:pt x="878181" y="893808"/>
                </a:cubicBezTo>
                <a:cubicBezTo>
                  <a:pt x="840599" y="882738"/>
                  <a:pt x="819107" y="843298"/>
                  <a:pt x="830177" y="805716"/>
                </a:cubicBezTo>
                <a:cubicBezTo>
                  <a:pt x="832761" y="796943"/>
                  <a:pt x="837018" y="788752"/>
                  <a:pt x="842712" y="781594"/>
                </a:cubicBezTo>
                <a:cubicBezTo>
                  <a:pt x="847718" y="775593"/>
                  <a:pt x="853080" y="769898"/>
                  <a:pt x="858769" y="764540"/>
                </a:cubicBezTo>
                <a:cubicBezTo>
                  <a:pt x="986948" y="636361"/>
                  <a:pt x="981777" y="641350"/>
                  <a:pt x="1110228" y="513443"/>
                </a:cubicBezTo>
                <a:cubicBezTo>
                  <a:pt x="1120043" y="505145"/>
                  <a:pt x="1124736" y="492274"/>
                  <a:pt x="1122566" y="479606"/>
                </a:cubicBezTo>
                <a:cubicBezTo>
                  <a:pt x="1116579" y="428534"/>
                  <a:pt x="1113494" y="377099"/>
                  <a:pt x="1108414" y="325392"/>
                </a:cubicBezTo>
                <a:cubicBezTo>
                  <a:pt x="1107184" y="317732"/>
                  <a:pt x="1109875" y="309966"/>
                  <a:pt x="1115581" y="304709"/>
                </a:cubicBezTo>
                <a:cubicBezTo>
                  <a:pt x="1216334" y="204440"/>
                  <a:pt x="1316876" y="103989"/>
                  <a:pt x="1417206" y="3356"/>
                </a:cubicBezTo>
                <a:cubicBezTo>
                  <a:pt x="1419146" y="2089"/>
                  <a:pt x="1421177" y="967"/>
                  <a:pt x="1423284" y="0"/>
                </a:cubicBezTo>
                <a:cubicBezTo>
                  <a:pt x="1426731" y="37646"/>
                  <a:pt x="1430087" y="73116"/>
                  <a:pt x="1433262" y="108857"/>
                </a:cubicBezTo>
                <a:close/>
                <a:moveTo>
                  <a:pt x="1128281" y="927554"/>
                </a:moveTo>
                <a:cubicBezTo>
                  <a:pt x="1128020" y="1111220"/>
                  <a:pt x="978918" y="1259901"/>
                  <a:pt x="795251" y="1259640"/>
                </a:cubicBezTo>
                <a:cubicBezTo>
                  <a:pt x="611584" y="1259380"/>
                  <a:pt x="462904" y="1110277"/>
                  <a:pt x="463164" y="926610"/>
                </a:cubicBezTo>
                <a:cubicBezTo>
                  <a:pt x="463425" y="742943"/>
                  <a:pt x="612527" y="594263"/>
                  <a:pt x="796194" y="594524"/>
                </a:cubicBezTo>
                <a:cubicBezTo>
                  <a:pt x="822816" y="594561"/>
                  <a:pt x="849337" y="597796"/>
                  <a:pt x="875188" y="604157"/>
                </a:cubicBezTo>
                <a:lnTo>
                  <a:pt x="825658" y="653143"/>
                </a:lnTo>
                <a:lnTo>
                  <a:pt x="745104" y="733697"/>
                </a:lnTo>
                <a:cubicBezTo>
                  <a:pt x="638472" y="761593"/>
                  <a:pt x="574644" y="870650"/>
                  <a:pt x="602541" y="977282"/>
                </a:cubicBezTo>
                <a:cubicBezTo>
                  <a:pt x="630437" y="1083913"/>
                  <a:pt x="739493" y="1147741"/>
                  <a:pt x="846125" y="1119844"/>
                </a:cubicBezTo>
                <a:cubicBezTo>
                  <a:pt x="920456" y="1100398"/>
                  <a:pt x="977024" y="1040008"/>
                  <a:pt x="991574" y="964565"/>
                </a:cubicBezTo>
                <a:lnTo>
                  <a:pt x="1063511" y="892538"/>
                </a:lnTo>
                <a:lnTo>
                  <a:pt x="1116579" y="839379"/>
                </a:lnTo>
                <a:cubicBezTo>
                  <a:pt x="1124367" y="867999"/>
                  <a:pt x="1128303" y="897530"/>
                  <a:pt x="1128281" y="927191"/>
                </a:cubicBezTo>
                <a:close/>
              </a:path>
            </a:pathLst>
          </a:custGeom>
          <a:gradFill>
            <a:gsLst>
              <a:gs pos="38000">
                <a:srgbClr val="DA0103"/>
              </a:gs>
              <a:gs pos="100000">
                <a:srgbClr val="B80106"/>
              </a:gs>
              <a:gs pos="0">
                <a:srgbClr val="FA0100">
                  <a:alpha val="46000"/>
                </a:srgbClr>
              </a:gs>
            </a:gsLst>
            <a:lin ang="1020000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C00000">
                <a:alpha val="16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588010" y="369951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四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提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2244725" y="369951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四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拓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3958590" y="369951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两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保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6791960" y="369316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四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提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477250" y="369316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三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拓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10162540" y="3693160"/>
            <a:ext cx="12534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三</a:t>
            </a: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保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14" name="文本框 86"/>
          <p:cNvSpPr txBox="1"/>
          <p:nvPr/>
        </p:nvSpPr>
        <p:spPr>
          <a:xfrm>
            <a:off x="347980" y="2615565"/>
            <a:ext cx="647065" cy="423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35000"/>
              </a:lnSpc>
              <a:buNone/>
            </a:pPr>
            <a:r>
              <a:rPr 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</a:t>
            </a:r>
            <a:endParaRPr lang="zh-CN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16890" y="4088765"/>
            <a:ext cx="1290955" cy="99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5G-A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畅享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不限量升级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终端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换机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2193925" y="4088765"/>
            <a:ext cx="1290955" cy="103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融组网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融智家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融流量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融权益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930015" y="4088765"/>
            <a:ext cx="1290955" cy="54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融合无协议加固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优惠到期续约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8" name="TextBox 26"/>
          <p:cNvSpPr txBox="1"/>
          <p:nvPr/>
        </p:nvSpPr>
        <p:spPr>
          <a:xfrm>
            <a:off x="4186622" y="1864225"/>
            <a:ext cx="39012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三开波次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（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2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月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21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日 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- 3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月</a:t>
            </a:r>
            <a:r>
              <a:rPr lang="en-US" altLang="zh-CN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31</a:t>
            </a:r>
            <a:r>
              <a:rPr lang="zh-CN" altLang="en-US" sz="1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日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）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grpSp>
        <p:nvGrpSpPr>
          <p:cNvPr id="244" name="组合 243"/>
          <p:cNvGrpSpPr/>
          <p:nvPr/>
        </p:nvGrpSpPr>
        <p:grpSpPr>
          <a:xfrm>
            <a:off x="477520" y="4022725"/>
            <a:ext cx="1294130" cy="76200"/>
            <a:chOff x="482985" y="5218837"/>
            <a:chExt cx="2709904" cy="119233"/>
          </a:xfrm>
        </p:grpSpPr>
        <p:cxnSp>
          <p:nvCxnSpPr>
            <p:cNvPr id="245" name="直接连接符 244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246" name="直接连接符 245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247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55" name="组合 254"/>
          <p:cNvGrpSpPr/>
          <p:nvPr/>
        </p:nvGrpSpPr>
        <p:grpSpPr>
          <a:xfrm>
            <a:off x="2190750" y="4022090"/>
            <a:ext cx="1294130" cy="76200"/>
            <a:chOff x="482985" y="5218837"/>
            <a:chExt cx="2709904" cy="119233"/>
          </a:xfrm>
        </p:grpSpPr>
        <p:cxnSp>
          <p:nvCxnSpPr>
            <p:cNvPr id="287" name="直接连接符 286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288" name="直接连接符 287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289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90" name="组合 289"/>
          <p:cNvGrpSpPr/>
          <p:nvPr/>
        </p:nvGrpSpPr>
        <p:grpSpPr>
          <a:xfrm>
            <a:off x="3913505" y="4021455"/>
            <a:ext cx="1294130" cy="76200"/>
            <a:chOff x="482985" y="5218837"/>
            <a:chExt cx="2709904" cy="119233"/>
          </a:xfrm>
        </p:grpSpPr>
        <p:cxnSp>
          <p:nvCxnSpPr>
            <p:cNvPr id="291" name="直接连接符 290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294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95" name="组合 294"/>
          <p:cNvGrpSpPr/>
          <p:nvPr/>
        </p:nvGrpSpPr>
        <p:grpSpPr>
          <a:xfrm>
            <a:off x="6733540" y="4022090"/>
            <a:ext cx="1294130" cy="76200"/>
            <a:chOff x="482985" y="5218837"/>
            <a:chExt cx="2709904" cy="119233"/>
          </a:xfrm>
        </p:grpSpPr>
        <p:cxnSp>
          <p:nvCxnSpPr>
            <p:cNvPr id="296" name="直接连接符 295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298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>
            <a:off x="8446770" y="4021455"/>
            <a:ext cx="1294130" cy="76200"/>
            <a:chOff x="482985" y="5218837"/>
            <a:chExt cx="2709904" cy="119233"/>
          </a:xfrm>
        </p:grpSpPr>
        <p:cxnSp>
          <p:nvCxnSpPr>
            <p:cNvPr id="300" name="直接连接符 299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301" name="直接连接符 300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302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03" name="组合 302"/>
          <p:cNvGrpSpPr/>
          <p:nvPr/>
        </p:nvGrpSpPr>
        <p:grpSpPr>
          <a:xfrm>
            <a:off x="10169525" y="4020820"/>
            <a:ext cx="1294130" cy="76200"/>
            <a:chOff x="482985" y="5218837"/>
            <a:chExt cx="2709904" cy="119233"/>
          </a:xfrm>
        </p:grpSpPr>
        <p:cxnSp>
          <p:nvCxnSpPr>
            <p:cNvPr id="304" name="直接连接符 303"/>
            <p:cNvCxnSpPr/>
            <p:nvPr/>
          </p:nvCxnSpPr>
          <p:spPr>
            <a:xfrm>
              <a:off x="2052550" y="5220047"/>
              <a:ext cx="1140339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cxnSp>
          <p:nvCxnSpPr>
            <p:cNvPr id="305" name="直接连接符 304"/>
            <p:cNvCxnSpPr/>
            <p:nvPr/>
          </p:nvCxnSpPr>
          <p:spPr>
            <a:xfrm flipH="1">
              <a:off x="482985" y="5220047"/>
              <a:ext cx="1229312" cy="0"/>
            </a:xfrm>
            <a:prstGeom prst="line">
              <a:avLst/>
            </a:prstGeom>
            <a:noFill/>
            <a:ln w="3175" cap="flat" cmpd="sng" algn="ctr">
              <a:gradFill>
                <a:gsLst>
                  <a:gs pos="100000">
                    <a:srgbClr val="4F81BD">
                      <a:lumMod val="5000"/>
                      <a:lumOff val="95000"/>
                    </a:srgbClr>
                  </a:gs>
                  <a:gs pos="0">
                    <a:srgbClr val="FF0000"/>
                  </a:gs>
                  <a:gs pos="51000">
                    <a:srgbClr val="F79646">
                      <a:lumMod val="40000"/>
                      <a:lumOff val="60000"/>
                    </a:srgbClr>
                  </a:gs>
                </a:gsLst>
                <a:lin ang="0" scaled="0"/>
              </a:gradFill>
              <a:prstDash val="solid"/>
            </a:ln>
            <a:effectLst/>
          </p:spPr>
        </p:cxnSp>
        <p:sp>
          <p:nvSpPr>
            <p:cNvPr id="306" name="任意多边形: 形状 66"/>
            <p:cNvSpPr/>
            <p:nvPr/>
          </p:nvSpPr>
          <p:spPr>
            <a:xfrm>
              <a:off x="1768409" y="5218837"/>
              <a:ext cx="240487" cy="119233"/>
            </a:xfrm>
            <a:custGeom>
              <a:avLst/>
              <a:gdLst>
                <a:gd name="connsiteX0" fmla="*/ 0 w 436077"/>
                <a:gd name="connsiteY0" fmla="*/ 0 h 299781"/>
                <a:gd name="connsiteX1" fmla="*/ 105048 w 436077"/>
                <a:gd name="connsiteY1" fmla="*/ 0 h 299781"/>
                <a:gd name="connsiteX2" fmla="*/ 228480 w 436077"/>
                <a:gd name="connsiteY2" fmla="*/ 168971 h 299781"/>
                <a:gd name="connsiteX3" fmla="*/ 338781 w 436077"/>
                <a:gd name="connsiteY3" fmla="*/ 0 h 299781"/>
                <a:gd name="connsiteX4" fmla="*/ 436077 w 436077"/>
                <a:gd name="connsiteY4" fmla="*/ 0 h 299781"/>
                <a:gd name="connsiteX5" fmla="*/ 229750 w 436077"/>
                <a:gd name="connsiteY5" fmla="*/ 299781 h 29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077" h="299781">
                  <a:moveTo>
                    <a:pt x="0" y="0"/>
                  </a:moveTo>
                  <a:lnTo>
                    <a:pt x="105048" y="0"/>
                  </a:lnTo>
                  <a:lnTo>
                    <a:pt x="228480" y="168971"/>
                  </a:lnTo>
                  <a:lnTo>
                    <a:pt x="338781" y="0"/>
                  </a:lnTo>
                  <a:lnTo>
                    <a:pt x="436077" y="0"/>
                  </a:lnTo>
                  <a:lnTo>
                    <a:pt x="229750" y="29978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0"/>
            </a:gra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07" name="圆角矩形 61"/>
          <p:cNvSpPr/>
          <p:nvPr/>
        </p:nvSpPr>
        <p:spPr>
          <a:xfrm rot="10800000" flipH="1">
            <a:off x="853440" y="5254625"/>
            <a:ext cx="4491990" cy="457200"/>
          </a:xfrm>
          <a:prstGeom prst="roundRect">
            <a:avLst>
              <a:gd name="adj" fmla="val 2649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EAEA">
                  <a:alpha val="22000"/>
                </a:srgbClr>
              </a:gs>
            </a:gsLst>
            <a:lin ang="0" scaled="0"/>
          </a:gradFill>
          <a:ln w="0" cap="flat" cmpd="sng" algn="ctr">
            <a:gradFill>
              <a:gsLst>
                <a:gs pos="16500">
                  <a:srgbClr val="F5D5D5">
                    <a:alpha val="22000"/>
                  </a:srgbClr>
                </a:gs>
                <a:gs pos="0">
                  <a:srgbClr val="FFFFFF"/>
                </a:gs>
                <a:gs pos="100000">
                  <a:srgbClr val="C00000">
                    <a:alpha val="2400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08" name="组合 307"/>
          <p:cNvGrpSpPr/>
          <p:nvPr/>
        </p:nvGrpSpPr>
        <p:grpSpPr>
          <a:xfrm>
            <a:off x="450850" y="5250180"/>
            <a:ext cx="685800" cy="461645"/>
            <a:chOff x="6955655" y="2021953"/>
            <a:chExt cx="656725" cy="1468324"/>
          </a:xfrm>
        </p:grpSpPr>
        <p:sp>
          <p:nvSpPr>
            <p:cNvPr id="309" name="平行四边形 8"/>
            <p:cNvSpPr/>
            <p:nvPr/>
          </p:nvSpPr>
          <p:spPr>
            <a:xfrm>
              <a:off x="6955655" y="2021953"/>
              <a:ext cx="419503" cy="1468324"/>
            </a:xfrm>
            <a:prstGeom prst="roundRect">
              <a:avLst>
                <a:gd name="adj" fmla="val 5866"/>
              </a:avLst>
            </a:prstGeom>
            <a:solidFill>
              <a:schemeClr val="bg1"/>
            </a:solidFill>
            <a:ln w="317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C00000">
                      <a:alpha val="2000"/>
                    </a:srgbClr>
                  </a:gs>
                </a:gsLst>
                <a:lin ang="5400000" scaled="1"/>
              </a:gradFill>
            </a:ln>
            <a:effectLst>
              <a:outerShdw blurRad="63500" algn="ctr" rotWithShape="0">
                <a:srgbClr val="C00000">
                  <a:alpha val="13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algn="ctr" defTabSz="913765"/>
              <a:endParaRPr lang="zh-CN" altLang="en-US" sz="6000" b="1" i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任意多边形 247"/>
            <p:cNvSpPr/>
            <p:nvPr/>
          </p:nvSpPr>
          <p:spPr>
            <a:xfrm rot="16200000" flipH="1">
              <a:off x="6807816" y="2646687"/>
              <a:ext cx="1402797" cy="206331"/>
            </a:xfrm>
            <a:custGeom>
              <a:avLst/>
              <a:gdLst>
                <a:gd name="connsiteX0" fmla="*/ 0 w 2061259"/>
                <a:gd name="connsiteY0" fmla="*/ 0 h 411225"/>
                <a:gd name="connsiteX1" fmla="*/ 0 w 2061259"/>
                <a:gd name="connsiteY1" fmla="*/ 411225 h 411225"/>
                <a:gd name="connsiteX2" fmla="*/ 2061259 w 2061259"/>
                <a:gd name="connsiteY2" fmla="*/ 411225 h 411225"/>
                <a:gd name="connsiteX3" fmla="*/ 2061259 w 2061259"/>
                <a:gd name="connsiteY3" fmla="*/ 0 h 411225"/>
                <a:gd name="connsiteX4" fmla="*/ 1611334 w 2061259"/>
                <a:gd name="connsiteY4" fmla="*/ 0 h 411225"/>
                <a:gd name="connsiteX5" fmla="*/ 407694 w 2061259"/>
                <a:gd name="connsiteY5" fmla="*/ 0 h 4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1259" h="411225">
                  <a:moveTo>
                    <a:pt x="0" y="0"/>
                  </a:moveTo>
                  <a:lnTo>
                    <a:pt x="0" y="411225"/>
                  </a:lnTo>
                  <a:lnTo>
                    <a:pt x="2061259" y="411225"/>
                  </a:lnTo>
                  <a:lnTo>
                    <a:pt x="2061259" y="0"/>
                  </a:lnTo>
                  <a:lnTo>
                    <a:pt x="1611334" y="0"/>
                  </a:lnTo>
                  <a:lnTo>
                    <a:pt x="407694" y="0"/>
                  </a:lnTo>
                  <a:close/>
                </a:path>
              </a:pathLst>
            </a:custGeom>
            <a:gradFill>
              <a:gsLst>
                <a:gs pos="0">
                  <a:srgbClr val="D6001F">
                    <a:alpha val="1300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marL="0" marR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6000" b="1" i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1" name="文本框 310"/>
          <p:cNvSpPr txBox="1"/>
          <p:nvPr/>
        </p:nvSpPr>
        <p:spPr>
          <a:xfrm>
            <a:off x="451485" y="5306060"/>
            <a:ext cx="46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压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12" name="圆角矩形 61"/>
          <p:cNvSpPr/>
          <p:nvPr/>
        </p:nvSpPr>
        <p:spPr>
          <a:xfrm rot="10800000" flipH="1">
            <a:off x="7052310" y="5258435"/>
            <a:ext cx="4491990" cy="457200"/>
          </a:xfrm>
          <a:prstGeom prst="roundRect">
            <a:avLst>
              <a:gd name="adj" fmla="val 2649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EAEA">
                  <a:alpha val="22000"/>
                </a:srgbClr>
              </a:gs>
            </a:gsLst>
            <a:lin ang="0" scaled="0"/>
          </a:gradFill>
          <a:ln w="0" cap="flat" cmpd="sng" algn="ctr">
            <a:gradFill>
              <a:gsLst>
                <a:gs pos="16500">
                  <a:srgbClr val="F5D5D5">
                    <a:alpha val="22000"/>
                  </a:srgbClr>
                </a:gs>
                <a:gs pos="0">
                  <a:srgbClr val="FFFFFF"/>
                </a:gs>
                <a:gs pos="100000">
                  <a:srgbClr val="C00000">
                    <a:alpha val="2400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6649720" y="5253990"/>
            <a:ext cx="685800" cy="461645"/>
            <a:chOff x="6955655" y="2021953"/>
            <a:chExt cx="656725" cy="1468324"/>
          </a:xfrm>
        </p:grpSpPr>
        <p:sp>
          <p:nvSpPr>
            <p:cNvPr id="314" name="平行四边形 8"/>
            <p:cNvSpPr/>
            <p:nvPr/>
          </p:nvSpPr>
          <p:spPr>
            <a:xfrm>
              <a:off x="6955655" y="2021953"/>
              <a:ext cx="419503" cy="1468324"/>
            </a:xfrm>
            <a:prstGeom prst="roundRect">
              <a:avLst>
                <a:gd name="adj" fmla="val 5866"/>
              </a:avLst>
            </a:prstGeom>
            <a:solidFill>
              <a:schemeClr val="bg1"/>
            </a:solidFill>
            <a:ln w="317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C00000">
                      <a:alpha val="2000"/>
                    </a:srgbClr>
                  </a:gs>
                </a:gsLst>
                <a:lin ang="5400000" scaled="1"/>
              </a:gradFill>
            </a:ln>
            <a:effectLst>
              <a:outerShdw blurRad="63500" algn="ctr" rotWithShape="0">
                <a:srgbClr val="C00000">
                  <a:alpha val="13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algn="ctr" defTabSz="913765"/>
              <a:endParaRPr lang="zh-CN" altLang="en-US" sz="6000" b="1" i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5" name="任意多边形 247"/>
            <p:cNvSpPr/>
            <p:nvPr/>
          </p:nvSpPr>
          <p:spPr>
            <a:xfrm rot="16200000" flipH="1">
              <a:off x="6807816" y="2646687"/>
              <a:ext cx="1402797" cy="206331"/>
            </a:xfrm>
            <a:custGeom>
              <a:avLst/>
              <a:gdLst>
                <a:gd name="connsiteX0" fmla="*/ 0 w 2061259"/>
                <a:gd name="connsiteY0" fmla="*/ 0 h 411225"/>
                <a:gd name="connsiteX1" fmla="*/ 0 w 2061259"/>
                <a:gd name="connsiteY1" fmla="*/ 411225 h 411225"/>
                <a:gd name="connsiteX2" fmla="*/ 2061259 w 2061259"/>
                <a:gd name="connsiteY2" fmla="*/ 411225 h 411225"/>
                <a:gd name="connsiteX3" fmla="*/ 2061259 w 2061259"/>
                <a:gd name="connsiteY3" fmla="*/ 0 h 411225"/>
                <a:gd name="connsiteX4" fmla="*/ 1611334 w 2061259"/>
                <a:gd name="connsiteY4" fmla="*/ 0 h 411225"/>
                <a:gd name="connsiteX5" fmla="*/ 407694 w 2061259"/>
                <a:gd name="connsiteY5" fmla="*/ 0 h 4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1259" h="411225">
                  <a:moveTo>
                    <a:pt x="0" y="0"/>
                  </a:moveTo>
                  <a:lnTo>
                    <a:pt x="0" y="411225"/>
                  </a:lnTo>
                  <a:lnTo>
                    <a:pt x="2061259" y="411225"/>
                  </a:lnTo>
                  <a:lnTo>
                    <a:pt x="2061259" y="0"/>
                  </a:lnTo>
                  <a:lnTo>
                    <a:pt x="1611334" y="0"/>
                  </a:lnTo>
                  <a:lnTo>
                    <a:pt x="407694" y="0"/>
                  </a:lnTo>
                  <a:close/>
                </a:path>
              </a:pathLst>
            </a:custGeom>
            <a:gradFill>
              <a:gsLst>
                <a:gs pos="0">
                  <a:srgbClr val="D6001F">
                    <a:alpha val="1300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89950" tIns="46768" rIns="89950" bIns="46768" rtlCol="0" anchor="ctr">
              <a:noAutofit/>
            </a:bodyPr>
            <a:lstStyle/>
            <a:p>
              <a:pPr marL="0" marR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6000" b="1" i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6" name="文本框 315"/>
          <p:cNvSpPr txBox="1"/>
          <p:nvPr/>
        </p:nvSpPr>
        <p:spPr>
          <a:xfrm>
            <a:off x="6650355" y="5309870"/>
            <a:ext cx="469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压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17" name="文本框 40"/>
          <p:cNvSpPr txBox="1"/>
          <p:nvPr/>
        </p:nvSpPr>
        <p:spPr bwMode="auto">
          <a:xfrm>
            <a:off x="1212178" y="5350526"/>
            <a:ext cx="1159316" cy="29732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做实拆机维系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8" name="文本框 40"/>
          <p:cNvSpPr txBox="1"/>
          <p:nvPr/>
        </p:nvSpPr>
        <p:spPr bwMode="auto">
          <a:xfrm>
            <a:off x="3998028" y="5350526"/>
            <a:ext cx="1159316" cy="29732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严控套餐低迁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9" name="文本框 318"/>
          <p:cNvSpPr txBox="1"/>
          <p:nvPr/>
        </p:nvSpPr>
        <p:spPr>
          <a:xfrm>
            <a:off x="6781165" y="4148455"/>
            <a:ext cx="1290955" cy="103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商客升智企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园区升智云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5G-A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团购折扣修复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0" name="文本框 319"/>
          <p:cNvSpPr txBox="1"/>
          <p:nvPr/>
        </p:nvSpPr>
        <p:spPr>
          <a:xfrm>
            <a:off x="8458200" y="4148455"/>
            <a:ext cx="1290955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专线融战新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融合融产品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总机换机加装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10193020" y="4148455"/>
            <a:ext cx="1290955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专线续约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融合续约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None/>
            </a:pPr>
            <a:r>
              <a:rPr 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总机续约</a:t>
            </a:r>
            <a:endParaRPr 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2" name="文本框 40"/>
          <p:cNvSpPr txBox="1"/>
          <p:nvPr/>
        </p:nvSpPr>
        <p:spPr bwMode="auto">
          <a:xfrm>
            <a:off x="7658973" y="5359400"/>
            <a:ext cx="1543050" cy="31369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专线拆机维系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26" name="文本框 40"/>
          <p:cNvSpPr txBox="1"/>
          <p:nvPr/>
        </p:nvSpPr>
        <p:spPr bwMode="auto">
          <a:xfrm>
            <a:off x="9811385" y="5359400"/>
            <a:ext cx="1543050" cy="31369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专线低迁管控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93" name="组合 123"/>
          <p:cNvGrpSpPr/>
          <p:nvPr/>
        </p:nvGrpSpPr>
        <p:grpSpPr>
          <a:xfrm>
            <a:off x="1349375" y="2405380"/>
            <a:ext cx="2111375" cy="469900"/>
            <a:chOff x="2861379" y="7154341"/>
            <a:chExt cx="1026525" cy="278328"/>
          </a:xfrm>
        </p:grpSpPr>
        <p:sp>
          <p:nvSpPr>
            <p:cNvPr id="94" name="任意多边形: 形状 207"/>
            <p:cNvSpPr/>
            <p:nvPr/>
          </p:nvSpPr>
          <p:spPr>
            <a:xfrm>
              <a:off x="2861379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任意多边形: 形状 213"/>
            <p:cNvSpPr/>
            <p:nvPr/>
          </p:nvSpPr>
          <p:spPr>
            <a:xfrm flipH="1">
              <a:off x="3859141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任意多边形: 形状 218"/>
            <p:cNvSpPr/>
            <p:nvPr/>
          </p:nvSpPr>
          <p:spPr>
            <a:xfrm>
              <a:off x="2861647" y="7154341"/>
              <a:ext cx="1026257" cy="276824"/>
            </a:xfrm>
            <a:custGeom>
              <a:avLst/>
              <a:gdLst>
                <a:gd name="connsiteX0" fmla="*/ 83820 w 4076700"/>
                <a:gd name="connsiteY0" fmla="*/ 0 h 891540"/>
                <a:gd name="connsiteX1" fmla="*/ 0 w 4076700"/>
                <a:gd name="connsiteY1" fmla="*/ 121920 h 891540"/>
                <a:gd name="connsiteX2" fmla="*/ 0 w 4076700"/>
                <a:gd name="connsiteY2" fmla="*/ 792480 h 891540"/>
                <a:gd name="connsiteX3" fmla="*/ 91440 w 4076700"/>
                <a:gd name="connsiteY3" fmla="*/ 891540 h 891540"/>
                <a:gd name="connsiteX4" fmla="*/ 4000500 w 4076700"/>
                <a:gd name="connsiteY4" fmla="*/ 891540 h 891540"/>
                <a:gd name="connsiteX5" fmla="*/ 4076700 w 4076700"/>
                <a:gd name="connsiteY5" fmla="*/ 792480 h 891540"/>
                <a:gd name="connsiteX6" fmla="*/ 4076700 w 4076700"/>
                <a:gd name="connsiteY6" fmla="*/ 121920 h 891540"/>
                <a:gd name="connsiteX7" fmla="*/ 4000500 w 4076700"/>
                <a:gd name="connsiteY7" fmla="*/ 15240 h 891540"/>
                <a:gd name="connsiteX8" fmla="*/ 83820 w 4076700"/>
                <a:gd name="connsiteY8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6700" h="891540">
                  <a:moveTo>
                    <a:pt x="83820" y="0"/>
                  </a:moveTo>
                  <a:lnTo>
                    <a:pt x="0" y="121920"/>
                  </a:lnTo>
                  <a:lnTo>
                    <a:pt x="0" y="792480"/>
                  </a:lnTo>
                  <a:lnTo>
                    <a:pt x="91440" y="891540"/>
                  </a:lnTo>
                  <a:lnTo>
                    <a:pt x="4000500" y="891540"/>
                  </a:lnTo>
                  <a:lnTo>
                    <a:pt x="4076700" y="792480"/>
                  </a:lnTo>
                  <a:lnTo>
                    <a:pt x="4076700" y="121920"/>
                  </a:lnTo>
                  <a:lnTo>
                    <a:pt x="4000500" y="15240"/>
                  </a:lnTo>
                  <a:lnTo>
                    <a:pt x="8382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  <a:lumMod val="0"/>
                    <a:lumOff val="100000"/>
                  </a:schemeClr>
                </a:gs>
                <a:gs pos="100000">
                  <a:srgbClr val="FF0000">
                    <a:alpha val="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9" name="组合 127"/>
          <p:cNvGrpSpPr/>
          <p:nvPr/>
        </p:nvGrpSpPr>
        <p:grpSpPr>
          <a:xfrm>
            <a:off x="3546475" y="2405380"/>
            <a:ext cx="2175510" cy="469900"/>
            <a:chOff x="2861379" y="7154341"/>
            <a:chExt cx="984098" cy="278328"/>
          </a:xfrm>
        </p:grpSpPr>
        <p:sp>
          <p:nvSpPr>
            <p:cNvPr id="100" name="任意多边形: 形状 207"/>
            <p:cNvSpPr/>
            <p:nvPr/>
          </p:nvSpPr>
          <p:spPr>
            <a:xfrm>
              <a:off x="2861379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任意多边形: 形状 213"/>
            <p:cNvSpPr/>
            <p:nvPr/>
          </p:nvSpPr>
          <p:spPr>
            <a:xfrm flipH="1">
              <a:off x="3817005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任意多边形: 形状 218"/>
            <p:cNvSpPr/>
            <p:nvPr/>
          </p:nvSpPr>
          <p:spPr>
            <a:xfrm>
              <a:off x="2861629" y="7154341"/>
              <a:ext cx="983848" cy="276824"/>
            </a:xfrm>
            <a:custGeom>
              <a:avLst/>
              <a:gdLst>
                <a:gd name="connsiteX0" fmla="*/ 83820 w 4076700"/>
                <a:gd name="connsiteY0" fmla="*/ 0 h 891540"/>
                <a:gd name="connsiteX1" fmla="*/ 0 w 4076700"/>
                <a:gd name="connsiteY1" fmla="*/ 121920 h 891540"/>
                <a:gd name="connsiteX2" fmla="*/ 0 w 4076700"/>
                <a:gd name="connsiteY2" fmla="*/ 792480 h 891540"/>
                <a:gd name="connsiteX3" fmla="*/ 91440 w 4076700"/>
                <a:gd name="connsiteY3" fmla="*/ 891540 h 891540"/>
                <a:gd name="connsiteX4" fmla="*/ 4000500 w 4076700"/>
                <a:gd name="connsiteY4" fmla="*/ 891540 h 891540"/>
                <a:gd name="connsiteX5" fmla="*/ 4076700 w 4076700"/>
                <a:gd name="connsiteY5" fmla="*/ 792480 h 891540"/>
                <a:gd name="connsiteX6" fmla="*/ 4076700 w 4076700"/>
                <a:gd name="connsiteY6" fmla="*/ 121920 h 891540"/>
                <a:gd name="connsiteX7" fmla="*/ 4000500 w 4076700"/>
                <a:gd name="connsiteY7" fmla="*/ 15240 h 891540"/>
                <a:gd name="connsiteX8" fmla="*/ 83820 w 4076700"/>
                <a:gd name="connsiteY8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6700" h="891540">
                  <a:moveTo>
                    <a:pt x="83820" y="0"/>
                  </a:moveTo>
                  <a:lnTo>
                    <a:pt x="0" y="121920"/>
                  </a:lnTo>
                  <a:lnTo>
                    <a:pt x="0" y="792480"/>
                  </a:lnTo>
                  <a:lnTo>
                    <a:pt x="91440" y="891540"/>
                  </a:lnTo>
                  <a:lnTo>
                    <a:pt x="4000500" y="891540"/>
                  </a:lnTo>
                  <a:lnTo>
                    <a:pt x="4076700" y="792480"/>
                  </a:lnTo>
                  <a:lnTo>
                    <a:pt x="4076700" y="121920"/>
                  </a:lnTo>
                  <a:lnTo>
                    <a:pt x="4000500" y="15240"/>
                  </a:lnTo>
                  <a:lnTo>
                    <a:pt x="8382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  <a:lumMod val="0"/>
                    <a:lumOff val="100000"/>
                  </a:schemeClr>
                </a:gs>
                <a:gs pos="100000">
                  <a:srgbClr val="FF0000">
                    <a:alpha val="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组合 131"/>
          <p:cNvGrpSpPr/>
          <p:nvPr/>
        </p:nvGrpSpPr>
        <p:grpSpPr>
          <a:xfrm>
            <a:off x="5827395" y="2405380"/>
            <a:ext cx="2965450" cy="469900"/>
            <a:chOff x="2861379" y="7154341"/>
            <a:chExt cx="966911" cy="278328"/>
          </a:xfrm>
        </p:grpSpPr>
        <p:sp>
          <p:nvSpPr>
            <p:cNvPr id="104" name="任意多边形: 形状 207"/>
            <p:cNvSpPr/>
            <p:nvPr/>
          </p:nvSpPr>
          <p:spPr>
            <a:xfrm>
              <a:off x="2861379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任意多边形: 形状 213"/>
            <p:cNvSpPr/>
            <p:nvPr/>
          </p:nvSpPr>
          <p:spPr>
            <a:xfrm flipH="1">
              <a:off x="3803685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任意多边形: 形状 218"/>
            <p:cNvSpPr/>
            <p:nvPr/>
          </p:nvSpPr>
          <p:spPr>
            <a:xfrm>
              <a:off x="2861739" y="7154341"/>
              <a:ext cx="966462" cy="276824"/>
            </a:xfrm>
            <a:custGeom>
              <a:avLst/>
              <a:gdLst>
                <a:gd name="connsiteX0" fmla="*/ 83820 w 4076700"/>
                <a:gd name="connsiteY0" fmla="*/ 0 h 891540"/>
                <a:gd name="connsiteX1" fmla="*/ 0 w 4076700"/>
                <a:gd name="connsiteY1" fmla="*/ 121920 h 891540"/>
                <a:gd name="connsiteX2" fmla="*/ 0 w 4076700"/>
                <a:gd name="connsiteY2" fmla="*/ 792480 h 891540"/>
                <a:gd name="connsiteX3" fmla="*/ 91440 w 4076700"/>
                <a:gd name="connsiteY3" fmla="*/ 891540 h 891540"/>
                <a:gd name="connsiteX4" fmla="*/ 4000500 w 4076700"/>
                <a:gd name="connsiteY4" fmla="*/ 891540 h 891540"/>
                <a:gd name="connsiteX5" fmla="*/ 4076700 w 4076700"/>
                <a:gd name="connsiteY5" fmla="*/ 792480 h 891540"/>
                <a:gd name="connsiteX6" fmla="*/ 4076700 w 4076700"/>
                <a:gd name="connsiteY6" fmla="*/ 121920 h 891540"/>
                <a:gd name="connsiteX7" fmla="*/ 4000500 w 4076700"/>
                <a:gd name="connsiteY7" fmla="*/ 15240 h 891540"/>
                <a:gd name="connsiteX8" fmla="*/ 83820 w 4076700"/>
                <a:gd name="connsiteY8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6700" h="891540">
                  <a:moveTo>
                    <a:pt x="83820" y="0"/>
                  </a:moveTo>
                  <a:lnTo>
                    <a:pt x="0" y="121920"/>
                  </a:lnTo>
                  <a:lnTo>
                    <a:pt x="0" y="792480"/>
                  </a:lnTo>
                  <a:lnTo>
                    <a:pt x="91440" y="891540"/>
                  </a:lnTo>
                  <a:lnTo>
                    <a:pt x="4000500" y="891540"/>
                  </a:lnTo>
                  <a:lnTo>
                    <a:pt x="4076700" y="792480"/>
                  </a:lnTo>
                  <a:lnTo>
                    <a:pt x="4076700" y="121920"/>
                  </a:lnTo>
                  <a:lnTo>
                    <a:pt x="4000500" y="15240"/>
                  </a:lnTo>
                  <a:lnTo>
                    <a:pt x="8382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  <a:lumMod val="0"/>
                    <a:lumOff val="100000"/>
                  </a:schemeClr>
                </a:gs>
                <a:gs pos="100000">
                  <a:srgbClr val="FF0000">
                    <a:alpha val="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7" name="文本框 40"/>
          <p:cNvSpPr txBox="1"/>
          <p:nvPr/>
        </p:nvSpPr>
        <p:spPr>
          <a:xfrm>
            <a:off x="6228715" y="2425700"/>
            <a:ext cx="110172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融合无协议加固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43"/>
          <p:cNvSpPr txBox="1"/>
          <p:nvPr/>
        </p:nvSpPr>
        <p:spPr>
          <a:xfrm>
            <a:off x="7188200" y="2425700"/>
            <a:ext cx="81597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专线续约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54"/>
          <p:cNvSpPr txBox="1"/>
          <p:nvPr/>
        </p:nvSpPr>
        <p:spPr>
          <a:xfrm>
            <a:off x="7831455" y="2425700"/>
            <a:ext cx="100266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优惠到期续约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续约率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80%</a:t>
            </a:r>
            <a:endParaRPr lang="en-US" altLang="zh-CN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28"/>
          <p:cNvSpPr txBox="1"/>
          <p:nvPr/>
        </p:nvSpPr>
        <p:spPr>
          <a:xfrm>
            <a:off x="1823085" y="2425700"/>
            <a:ext cx="82359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升套提值</a:t>
            </a:r>
            <a:endParaRPr lang="zh-CN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31"/>
          <p:cNvSpPr txBox="1"/>
          <p:nvPr/>
        </p:nvSpPr>
        <p:spPr>
          <a:xfrm>
            <a:off x="2498090" y="2425700"/>
            <a:ext cx="92265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不限量升级</a:t>
            </a:r>
            <a:endParaRPr lang="zh-CN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82"/>
          <p:cNvSpPr txBox="1"/>
          <p:nvPr/>
        </p:nvSpPr>
        <p:spPr>
          <a:xfrm>
            <a:off x="1154430" y="2506980"/>
            <a:ext cx="88265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None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提</a:t>
            </a:r>
            <a:endParaRPr lang="zh-CN" altLang="en-US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34"/>
          <p:cNvSpPr txBox="1"/>
          <p:nvPr/>
        </p:nvSpPr>
        <p:spPr>
          <a:xfrm>
            <a:off x="4900295" y="2425700"/>
            <a:ext cx="82105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/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融轻业务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560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37"/>
          <p:cNvSpPr txBox="1"/>
          <p:nvPr/>
        </p:nvSpPr>
        <p:spPr>
          <a:xfrm>
            <a:off x="4094480" y="2425700"/>
            <a:ext cx="782320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融固网产品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户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83"/>
          <p:cNvSpPr txBox="1"/>
          <p:nvPr/>
        </p:nvSpPr>
        <p:spPr>
          <a:xfrm>
            <a:off x="3485515" y="2535555"/>
            <a:ext cx="702945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拓</a:t>
            </a:r>
            <a:endParaRPr lang="zh-CN" altLang="en-US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6"/>
          <p:cNvSpPr txBox="1"/>
          <p:nvPr/>
        </p:nvSpPr>
        <p:spPr>
          <a:xfrm>
            <a:off x="5754370" y="2513330"/>
            <a:ext cx="6197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buNone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保</a:t>
            </a:r>
            <a:endParaRPr lang="zh-CN" altLang="en-US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8" name="直接连接符 117"/>
          <p:cNvCxnSpPr/>
          <p:nvPr/>
        </p:nvCxnSpPr>
        <p:spPr>
          <a:xfrm flipH="1">
            <a:off x="2569210" y="2578100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flipH="1">
            <a:off x="4862830" y="2578100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>
            <a:off x="7306310" y="2578100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 flipH="1">
            <a:off x="7917180" y="2578100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任意多边形: 形状 36"/>
          <p:cNvSpPr/>
          <p:nvPr/>
        </p:nvSpPr>
        <p:spPr>
          <a:xfrm>
            <a:off x="1844040" y="2493010"/>
            <a:ext cx="42545" cy="289560"/>
          </a:xfrm>
          <a:custGeom>
            <a:avLst/>
            <a:gdLst>
              <a:gd name="connsiteX0" fmla="*/ 0 w 91440"/>
              <a:gd name="connsiteY0" fmla="*/ 0 h 840740"/>
              <a:gd name="connsiteX1" fmla="*/ 0 w 91440"/>
              <a:gd name="connsiteY1" fmla="*/ 355600 h 840740"/>
              <a:gd name="connsiteX2" fmla="*/ 91440 w 91440"/>
              <a:gd name="connsiteY2" fmla="*/ 424180 h 840740"/>
              <a:gd name="connsiteX3" fmla="*/ 0 w 91440"/>
              <a:gd name="connsiteY3" fmla="*/ 495300 h 840740"/>
              <a:gd name="connsiteX4" fmla="*/ 0 w 91440"/>
              <a:gd name="connsiteY4" fmla="*/ 840740 h 840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" h="840740">
                <a:moveTo>
                  <a:pt x="0" y="0"/>
                </a:moveTo>
                <a:lnTo>
                  <a:pt x="0" y="355600"/>
                </a:lnTo>
                <a:lnTo>
                  <a:pt x="91440" y="424180"/>
                </a:lnTo>
                <a:lnTo>
                  <a:pt x="0" y="495300"/>
                </a:lnTo>
                <a:lnTo>
                  <a:pt x="0" y="840740"/>
                </a:lnTo>
              </a:path>
            </a:pathLst>
          </a:custGeom>
          <a:noFill/>
          <a:ln w="6350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53000">
                  <a:srgbClr val="C00000"/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" name="任意多边形: 形状 36"/>
          <p:cNvSpPr/>
          <p:nvPr/>
        </p:nvSpPr>
        <p:spPr>
          <a:xfrm>
            <a:off x="4069715" y="2502535"/>
            <a:ext cx="42545" cy="289560"/>
          </a:xfrm>
          <a:custGeom>
            <a:avLst/>
            <a:gdLst>
              <a:gd name="connsiteX0" fmla="*/ 0 w 91440"/>
              <a:gd name="connsiteY0" fmla="*/ 0 h 840740"/>
              <a:gd name="connsiteX1" fmla="*/ 0 w 91440"/>
              <a:gd name="connsiteY1" fmla="*/ 355600 h 840740"/>
              <a:gd name="connsiteX2" fmla="*/ 91440 w 91440"/>
              <a:gd name="connsiteY2" fmla="*/ 424180 h 840740"/>
              <a:gd name="connsiteX3" fmla="*/ 0 w 91440"/>
              <a:gd name="connsiteY3" fmla="*/ 495300 h 840740"/>
              <a:gd name="connsiteX4" fmla="*/ 0 w 91440"/>
              <a:gd name="connsiteY4" fmla="*/ 840740 h 840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" h="840740">
                <a:moveTo>
                  <a:pt x="0" y="0"/>
                </a:moveTo>
                <a:lnTo>
                  <a:pt x="0" y="355600"/>
                </a:lnTo>
                <a:lnTo>
                  <a:pt x="91440" y="424180"/>
                </a:lnTo>
                <a:lnTo>
                  <a:pt x="0" y="495300"/>
                </a:lnTo>
                <a:lnTo>
                  <a:pt x="0" y="840740"/>
                </a:lnTo>
              </a:path>
            </a:pathLst>
          </a:custGeom>
          <a:noFill/>
          <a:ln w="6350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53000">
                  <a:srgbClr val="C00000"/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" name="任意多边形: 形状 36"/>
          <p:cNvSpPr/>
          <p:nvPr/>
        </p:nvSpPr>
        <p:spPr>
          <a:xfrm>
            <a:off x="6268085" y="2502535"/>
            <a:ext cx="42545" cy="289560"/>
          </a:xfrm>
          <a:custGeom>
            <a:avLst/>
            <a:gdLst>
              <a:gd name="connsiteX0" fmla="*/ 0 w 91440"/>
              <a:gd name="connsiteY0" fmla="*/ 0 h 840740"/>
              <a:gd name="connsiteX1" fmla="*/ 0 w 91440"/>
              <a:gd name="connsiteY1" fmla="*/ 355600 h 840740"/>
              <a:gd name="connsiteX2" fmla="*/ 91440 w 91440"/>
              <a:gd name="connsiteY2" fmla="*/ 424180 h 840740"/>
              <a:gd name="connsiteX3" fmla="*/ 0 w 91440"/>
              <a:gd name="connsiteY3" fmla="*/ 495300 h 840740"/>
              <a:gd name="connsiteX4" fmla="*/ 0 w 91440"/>
              <a:gd name="connsiteY4" fmla="*/ 840740 h 840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" h="840740">
                <a:moveTo>
                  <a:pt x="0" y="0"/>
                </a:moveTo>
                <a:lnTo>
                  <a:pt x="0" y="355600"/>
                </a:lnTo>
                <a:lnTo>
                  <a:pt x="91440" y="424180"/>
                </a:lnTo>
                <a:lnTo>
                  <a:pt x="0" y="495300"/>
                </a:lnTo>
                <a:lnTo>
                  <a:pt x="0" y="840740"/>
                </a:lnTo>
              </a:path>
            </a:pathLst>
          </a:custGeom>
          <a:noFill/>
          <a:ln w="6350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53000">
                  <a:srgbClr val="C00000"/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" name="组合 123"/>
          <p:cNvGrpSpPr/>
          <p:nvPr/>
        </p:nvGrpSpPr>
        <p:grpSpPr>
          <a:xfrm>
            <a:off x="8902700" y="2399030"/>
            <a:ext cx="2923540" cy="469900"/>
            <a:chOff x="2861379" y="7154341"/>
            <a:chExt cx="1026525" cy="278328"/>
          </a:xfrm>
        </p:grpSpPr>
        <p:sp>
          <p:nvSpPr>
            <p:cNvPr id="206" name="任意多边形: 形状 207"/>
            <p:cNvSpPr/>
            <p:nvPr/>
          </p:nvSpPr>
          <p:spPr>
            <a:xfrm>
              <a:off x="2861379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7" name="任意多边形: 形状 213"/>
            <p:cNvSpPr/>
            <p:nvPr/>
          </p:nvSpPr>
          <p:spPr>
            <a:xfrm flipH="1">
              <a:off x="3859141" y="7156088"/>
              <a:ext cx="24605" cy="276581"/>
            </a:xfrm>
            <a:custGeom>
              <a:avLst/>
              <a:gdLst>
                <a:gd name="connsiteX0" fmla="*/ 152400 w 152400"/>
                <a:gd name="connsiteY0" fmla="*/ 0 h 1257300"/>
                <a:gd name="connsiteX1" fmla="*/ 0 w 152400"/>
                <a:gd name="connsiteY1" fmla="*/ 182880 h 1257300"/>
                <a:gd name="connsiteX2" fmla="*/ 0 w 152400"/>
                <a:gd name="connsiteY2" fmla="*/ 1104900 h 1257300"/>
                <a:gd name="connsiteX3" fmla="*/ 129540 w 152400"/>
                <a:gd name="connsiteY3" fmla="*/ 1257300 h 1257300"/>
                <a:gd name="connsiteX0-1" fmla="*/ 106680 w 129540"/>
                <a:gd name="connsiteY0-2" fmla="*/ 0 h 1211580"/>
                <a:gd name="connsiteX1-3" fmla="*/ 0 w 129540"/>
                <a:gd name="connsiteY1-4" fmla="*/ 137160 h 1211580"/>
                <a:gd name="connsiteX2-5" fmla="*/ 0 w 129540"/>
                <a:gd name="connsiteY2-6" fmla="*/ 1059180 h 1211580"/>
                <a:gd name="connsiteX3-7" fmla="*/ 129540 w 129540"/>
                <a:gd name="connsiteY3-8" fmla="*/ 1211580 h 1211580"/>
                <a:gd name="connsiteX0-9" fmla="*/ 129540 w 129540"/>
                <a:gd name="connsiteY0-10" fmla="*/ 0 h 1234440"/>
                <a:gd name="connsiteX1-11" fmla="*/ 0 w 129540"/>
                <a:gd name="connsiteY1-12" fmla="*/ 160020 h 1234440"/>
                <a:gd name="connsiteX2-13" fmla="*/ 0 w 129540"/>
                <a:gd name="connsiteY2-14" fmla="*/ 1082040 h 1234440"/>
                <a:gd name="connsiteX3-15" fmla="*/ 129540 w 129540"/>
                <a:gd name="connsiteY3-16" fmla="*/ 1234440 h 12344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29540" h="1234440">
                  <a:moveTo>
                    <a:pt x="129540" y="0"/>
                  </a:moveTo>
                  <a:lnTo>
                    <a:pt x="0" y="160020"/>
                  </a:lnTo>
                  <a:lnTo>
                    <a:pt x="0" y="1082040"/>
                  </a:lnTo>
                  <a:lnTo>
                    <a:pt x="129540" y="1234440"/>
                  </a:lnTo>
                </a:path>
              </a:pathLst>
            </a:custGeom>
            <a:noFill/>
            <a:ln w="6350" cap="rnd" cmpd="sng" algn="ctr">
              <a:solidFill>
                <a:srgbClr val="C00000">
                  <a:alpha val="31000"/>
                </a:srgbClr>
              </a:solidFill>
              <a:prstDash val="solid"/>
              <a:miter lim="800000"/>
            </a:ln>
            <a:effectLst>
              <a:outerShdw blurRad="939800" dist="914400" dir="8100000" sx="1000" sy="1000" algn="tr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8" name="任意多边形: 形状 218"/>
            <p:cNvSpPr/>
            <p:nvPr/>
          </p:nvSpPr>
          <p:spPr>
            <a:xfrm>
              <a:off x="2861647" y="7154341"/>
              <a:ext cx="1026257" cy="276824"/>
            </a:xfrm>
            <a:custGeom>
              <a:avLst/>
              <a:gdLst>
                <a:gd name="connsiteX0" fmla="*/ 83820 w 4076700"/>
                <a:gd name="connsiteY0" fmla="*/ 0 h 891540"/>
                <a:gd name="connsiteX1" fmla="*/ 0 w 4076700"/>
                <a:gd name="connsiteY1" fmla="*/ 121920 h 891540"/>
                <a:gd name="connsiteX2" fmla="*/ 0 w 4076700"/>
                <a:gd name="connsiteY2" fmla="*/ 792480 h 891540"/>
                <a:gd name="connsiteX3" fmla="*/ 91440 w 4076700"/>
                <a:gd name="connsiteY3" fmla="*/ 891540 h 891540"/>
                <a:gd name="connsiteX4" fmla="*/ 4000500 w 4076700"/>
                <a:gd name="connsiteY4" fmla="*/ 891540 h 891540"/>
                <a:gd name="connsiteX5" fmla="*/ 4076700 w 4076700"/>
                <a:gd name="connsiteY5" fmla="*/ 792480 h 891540"/>
                <a:gd name="connsiteX6" fmla="*/ 4076700 w 4076700"/>
                <a:gd name="connsiteY6" fmla="*/ 121920 h 891540"/>
                <a:gd name="connsiteX7" fmla="*/ 4000500 w 4076700"/>
                <a:gd name="connsiteY7" fmla="*/ 15240 h 891540"/>
                <a:gd name="connsiteX8" fmla="*/ 83820 w 4076700"/>
                <a:gd name="connsiteY8" fmla="*/ 0 h 891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6700" h="891540">
                  <a:moveTo>
                    <a:pt x="83820" y="0"/>
                  </a:moveTo>
                  <a:lnTo>
                    <a:pt x="0" y="121920"/>
                  </a:lnTo>
                  <a:lnTo>
                    <a:pt x="0" y="792480"/>
                  </a:lnTo>
                  <a:lnTo>
                    <a:pt x="91440" y="891540"/>
                  </a:lnTo>
                  <a:lnTo>
                    <a:pt x="4000500" y="891540"/>
                  </a:lnTo>
                  <a:lnTo>
                    <a:pt x="4076700" y="792480"/>
                  </a:lnTo>
                  <a:lnTo>
                    <a:pt x="4076700" y="121920"/>
                  </a:lnTo>
                  <a:lnTo>
                    <a:pt x="4000500" y="15240"/>
                  </a:lnTo>
                  <a:lnTo>
                    <a:pt x="8382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  <a:lumMod val="0"/>
                    <a:lumOff val="100000"/>
                  </a:schemeClr>
                </a:gs>
                <a:gs pos="100000">
                  <a:srgbClr val="FF0000">
                    <a:alpha val="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9" name="文本框 28"/>
          <p:cNvSpPr txBox="1"/>
          <p:nvPr/>
        </p:nvSpPr>
        <p:spPr>
          <a:xfrm>
            <a:off x="9277350" y="2425700"/>
            <a:ext cx="876300" cy="424815"/>
          </a:xfrm>
          <a:prstGeom prst="rect">
            <a:avLst/>
          </a:prstGeom>
          <a:noFill/>
          <a:ln w="12700">
            <a:noFill/>
          </a:ln>
        </p:spPr>
        <p:txBody>
          <a:bodyPr wrap="square"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融合拆机</a:t>
            </a:r>
            <a:endParaRPr lang="zh-CN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同比压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endParaRPr lang="en-US" altLang="zh-CN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31"/>
          <p:cNvSpPr txBox="1"/>
          <p:nvPr/>
        </p:nvSpPr>
        <p:spPr>
          <a:xfrm>
            <a:off x="10812780" y="2425700"/>
            <a:ext cx="922655" cy="424815"/>
          </a:xfrm>
          <a:prstGeom prst="rect">
            <a:avLst/>
          </a:prstGeom>
          <a:noFill/>
          <a:ln w="12700">
            <a:noFill/>
          </a:ln>
        </p:spPr>
        <p:txBody>
          <a:bodyPr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融合</a:t>
            </a:r>
            <a:r>
              <a:rPr lang="en-US" alt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专线低迁</a:t>
            </a:r>
            <a:endParaRPr lang="zh-CN" altLang="en-US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同比压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altLang="zh-CN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82"/>
          <p:cNvSpPr txBox="1"/>
          <p:nvPr/>
        </p:nvSpPr>
        <p:spPr>
          <a:xfrm>
            <a:off x="8657590" y="2510155"/>
            <a:ext cx="88265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None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压</a:t>
            </a:r>
            <a:endParaRPr lang="zh-CN" altLang="en-US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 flipH="1">
            <a:off x="10124440" y="2562225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任意多边形: 形状 36"/>
          <p:cNvSpPr/>
          <p:nvPr/>
        </p:nvSpPr>
        <p:spPr>
          <a:xfrm>
            <a:off x="9290050" y="2515235"/>
            <a:ext cx="42545" cy="289560"/>
          </a:xfrm>
          <a:custGeom>
            <a:avLst/>
            <a:gdLst>
              <a:gd name="connsiteX0" fmla="*/ 0 w 91440"/>
              <a:gd name="connsiteY0" fmla="*/ 0 h 840740"/>
              <a:gd name="connsiteX1" fmla="*/ 0 w 91440"/>
              <a:gd name="connsiteY1" fmla="*/ 355600 h 840740"/>
              <a:gd name="connsiteX2" fmla="*/ 91440 w 91440"/>
              <a:gd name="connsiteY2" fmla="*/ 424180 h 840740"/>
              <a:gd name="connsiteX3" fmla="*/ 0 w 91440"/>
              <a:gd name="connsiteY3" fmla="*/ 495300 h 840740"/>
              <a:gd name="connsiteX4" fmla="*/ 0 w 91440"/>
              <a:gd name="connsiteY4" fmla="*/ 840740 h 840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" h="840740">
                <a:moveTo>
                  <a:pt x="0" y="0"/>
                </a:moveTo>
                <a:lnTo>
                  <a:pt x="0" y="355600"/>
                </a:lnTo>
                <a:lnTo>
                  <a:pt x="91440" y="424180"/>
                </a:lnTo>
                <a:lnTo>
                  <a:pt x="0" y="495300"/>
                </a:lnTo>
                <a:lnTo>
                  <a:pt x="0" y="840740"/>
                </a:lnTo>
              </a:path>
            </a:pathLst>
          </a:custGeom>
          <a:noFill/>
          <a:ln w="6350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53000">
                  <a:srgbClr val="C00000"/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2310130" y="2807970"/>
            <a:ext cx="614680" cy="2311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ctr" anchorCtr="0">
            <a:spAutoFit/>
          </a:bodyPr>
          <a:lstStyle/>
          <a:p>
            <a:pPr algn="ctr"/>
            <a:r>
              <a:rPr lang="en-US" altLang="zh-CN" sz="900" dirty="0"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4725670" y="2800985"/>
            <a:ext cx="614680" cy="2311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ctr" anchorCtr="0">
            <a:spAutoFit/>
          </a:bodyPr>
          <a:lstStyle/>
          <a:p>
            <a:pPr algn="ctr"/>
            <a:r>
              <a:rPr lang="en-US" altLang="zh-CN" sz="900" dirty="0"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558405" y="2819400"/>
            <a:ext cx="614680" cy="2311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ctr" anchorCtr="0">
            <a:spAutoFit/>
          </a:bodyPr>
          <a:lstStyle/>
          <a:p>
            <a:pPr algn="ctr"/>
            <a:r>
              <a:rPr lang="en-US" altLang="zh-CN" sz="900" dirty="0"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10139045" y="2792095"/>
            <a:ext cx="614680" cy="23114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ctr" anchorCtr="0">
            <a:spAutoFit/>
          </a:bodyPr>
          <a:lstStyle/>
          <a:p>
            <a:pPr algn="ctr"/>
            <a:r>
              <a:rPr lang="en-US" altLang="zh-CN" sz="900" dirty="0"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40"/>
          <p:cNvSpPr txBox="1"/>
          <p:nvPr/>
        </p:nvSpPr>
        <p:spPr bwMode="auto">
          <a:xfrm>
            <a:off x="2605103" y="5350526"/>
            <a:ext cx="1159316" cy="297322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89996" tIns="46798" rIns="89996" bIns="46798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强化欠费回收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文本框 28"/>
          <p:cNvSpPr txBox="1"/>
          <p:nvPr/>
        </p:nvSpPr>
        <p:spPr>
          <a:xfrm>
            <a:off x="10022205" y="2425700"/>
            <a:ext cx="876300" cy="424815"/>
          </a:xfrm>
          <a:prstGeom prst="rect">
            <a:avLst/>
          </a:prstGeom>
          <a:noFill/>
          <a:ln w="12700">
            <a:noFill/>
          </a:ln>
        </p:spPr>
        <p:txBody>
          <a:bodyPr wrap="square" lIns="89996" tIns="46798" rIns="89996" bIns="46798">
            <a:spAutoFit/>
          </a:bodyPr>
          <a:lstStyle/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专线拆机</a:t>
            </a:r>
            <a:endParaRPr lang="zh-CN" sz="9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buNone/>
            </a:pPr>
            <a:r>
              <a:rPr 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同比压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altLang="zh-CN" sz="9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10829290" y="2581910"/>
            <a:ext cx="33020" cy="16383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20000">
                  <a:schemeClr val="accent6">
                    <a:lumMod val="20000"/>
                    <a:lumOff val="80000"/>
                  </a:schemeClr>
                </a:gs>
                <a:gs pos="49640">
                  <a:srgbClr val="C00000">
                    <a:alpha val="24000"/>
                  </a:srgbClr>
                </a:gs>
                <a:gs pos="8000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9542780" y="5350356"/>
            <a:ext cx="0" cy="293678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>
            <a:off x="3884255" y="5350356"/>
            <a:ext cx="0" cy="293678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>
            <a:off x="2484282" y="5350356"/>
            <a:ext cx="0" cy="293678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8372">
                  <a:srgbClr val="F5D6D6">
                    <a:alpha val="42000"/>
                  </a:srgbClr>
                </a:gs>
                <a:gs pos="92320">
                  <a:srgbClr val="F5D6D6">
                    <a:alpha val="42000"/>
                  </a:srgbClr>
                </a:gs>
                <a:gs pos="52000">
                  <a:srgbClr val="C00000">
                    <a:alpha val="28000"/>
                  </a:srgb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CT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00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6350" cap="flat" cmpd="sng" algn="ctr">
          <a:gradFill>
            <a:gsLst>
              <a:gs pos="0">
                <a:srgbClr val="0070C0"/>
              </a:gs>
              <a:gs pos="52000">
                <a:schemeClr val="accent5"/>
              </a:gs>
              <a:gs pos="100000">
                <a:srgbClr val="0070C0"/>
              </a:gs>
            </a:gsLst>
            <a:lin ang="5400000" scaled="1"/>
          </a:gradFill>
          <a:prstDash val="solid"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noAutofit/>
      </a:bodyPr>
      <a:lstStyle>
        <a:defPPr algn="ctr">
          <a:spcBef>
            <a:spcPts val="600"/>
          </a:spcBef>
          <a:defRPr sz="1200" b="1" kern="0" dirty="0" smtClean="0">
            <a:solidFill>
              <a:srgbClr val="0000FF"/>
            </a:solidFill>
            <a:latin typeface="华文中宋" panose="02010600040101010101" pitchFamily="2" charset="-122"/>
            <a:ea typeface="华文中宋" panose="02010600040101010101" pitchFamily="2" charset="-122"/>
          </a:defRPr>
        </a:defPPr>
      </a:lstStyle>
    </a:spDef>
    <a:txDef>
      <a:spPr bwMode="auto">
        <a:noFill/>
        <a:ln w="12700">
          <a:noFill/>
          <a:miter lim="800000"/>
        </a:ln>
      </a:spPr>
      <a:bodyPr wrap="square" lIns="89996" tIns="46798" rIns="89996" bIns="46798" rtlCol="0" anchor="t">
        <a:spAutoFit/>
      </a:bodyPr>
      <a:lstStyle>
        <a:defPPr>
          <a:defRPr dirty="0" smtClean="0"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演示</Application>
  <PresentationFormat>宽屏</PresentationFormat>
  <Paragraphs>121</Paragraphs>
  <Slides>1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华文中宋</vt:lpstr>
      <vt:lpstr>华文细黑</vt:lpstr>
      <vt:lpstr>Calibri</vt:lpstr>
      <vt:lpstr>微软雅黑</vt:lpstr>
      <vt:lpstr>Montserrat</vt:lpstr>
      <vt:lpstr>思源黑体 CN Normal</vt:lpstr>
      <vt:lpstr>黑体</vt:lpstr>
      <vt:lpstr>Arial</vt:lpstr>
      <vt:lpstr>阿里巴巴普惠体 R</vt:lpstr>
      <vt:lpstr>Open Sans</vt:lpstr>
      <vt:lpstr>华文行楷</vt:lpstr>
      <vt:lpstr>Calibri</vt:lpstr>
      <vt:lpstr>等线</vt:lpstr>
      <vt:lpstr>Roboto Regular</vt:lpstr>
      <vt:lpstr>Arial Unicode MS</vt:lpstr>
      <vt:lpstr>FFont-Family</vt:lpstr>
      <vt:lpstr>Segoe Print</vt:lpstr>
      <vt:lpstr>1_CT主题</vt:lpstr>
      <vt:lpstr>客户经营：夯基行动三开波次视图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AHDX</dc:creator>
  <cp:lastModifiedBy>朱雨成</cp:lastModifiedBy>
  <cp:revision>1338</cp:revision>
  <dcterms:created xsi:type="dcterms:W3CDTF">2025-11-21T00:58:00Z</dcterms:created>
  <dcterms:modified xsi:type="dcterms:W3CDTF">2026-07-04T13:06:16Z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57F5F30526C046F0B3DA2F9E52FE1731_13</vt:lpwstr>
  </property>
  <property fmtid="{D5CDD505-2E9C-101B-9397-08002B2CF9AE}" pid="3" name="KSOProductBuildVer">
    <vt:lpwstr>2052-12.1.0.26895</vt:lpwstr>
  </property>
  <property fmtid="{D5CDD505-2E9C-101B-9397-08002B2CF9AE}" pid="4" name="AIGC">
    <vt:lpwstr>{"Label":"1","ContentProducer":"001191110102MAD55U9H0F10002","ProduceID":"cab5b388-a386-4a0e-970a-42e4bb540ba7","ReservedCode1":"1f2fd454-411d-4dab-b5bd-2cba2d0f2148","ContentPropagator":"001191110102MAD55U9H0F10002","PropagateID":"cab5b388-a386-4a0e-970a-42e4bb540ba7","ReservedCode2":"1f2fd454-411d-4dab-b5bd-2cba2d0f2148"}</vt:lpwstr>
  </property>
</Properties>
</file>