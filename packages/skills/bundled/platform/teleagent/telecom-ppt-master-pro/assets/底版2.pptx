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欢" initials="h" lastIdx="0" clrIdx="0"/>
  <p:cmAuthor id="2" name="曹雅琼" initials="U" lastIdx="0" clrIdx="1"/>
  <p:cmAuthor id="3" name="作者" initials="A" lastIdx="0" clrIdx="2"/>
  <p:cmAuthor id="4" name="zhangzhiwu" initials="z" lastIdx="0" clrIdx="3"/>
  <p:cmAuthor id="5" name="崔倩倩" initials="崔" lastIdx="0" clrIdx="4"/>
  <p:cmAuthor id="6" name="李刚" initials="李" lastIdx="0" clrIdx="5"/>
  <p:cmAuthor id="7" name="AHDX" initials="A" lastIdx="0" clrIdx="6"/>
  <p:cmAuthor id="8" name="Administrator" initials="A" lastIdx="0" clrIdx="7"/>
  <p:cmAuthor id="9" name="李 哲" initials="李" lastIdx="0" clrIdx="8"/>
  <p:cmAuthor id="10" name="李坚10077969" initials="李坚10077969" lastIdx="0" clrIdx="9"/>
  <p:cmAuthor id="11" name="zhu" initials="z" lastIdx="0" clrIdx="10"/>
  <p:cmAuthor id="12" name="bokite" initials="b" lastIdx="0" clrIdx="11"/>
  <p:cmAuthor id="13" name="10074243" initials="张禹" lastIdx="0" clrIdx="12"/>
  <p:cmAuthor id="14" name="殷江培10047781" initials="殷江培10047781" lastIdx="0" clrIdx="13"/>
  <p:cmAuthor id="15" name="10247586" initials="Nikodemus" lastIdx="0" clrIdx="14"/>
  <p:cmAuthor id="16" name="10247451" initials="1" lastIdx="0" clrIdx="15"/>
  <p:cmAuthor id="17" name="姚璐" initials="L" lastIdx="0" clrIdx="16"/>
  <p:cmAuthor id="18" name="操进" initials="操" lastIdx="0" clrIdx="17"/>
  <p:cmAuthor id="19" name="李蕾00009994" initials="李蕾00009994" lastIdx="0" clrIdx="18"/>
  <p:cmAuthor id="20" name="XIONGJING" initials="X" lastIdx="0" clrIdx="19"/>
  <p:cmAuthor id="21" name="00065088" initials="0" lastIdx="0" clrIdx="20"/>
  <p:cmAuthor id="22" name="10066351" initials="1" lastIdx="0" clrIdx="21"/>
  <p:cmAuthor id="23" name="蔡建楠" initials="caijianna" lastIdx="0" clrIdx="22"/>
  <p:cmAuthor id="24" name="10009110" initials="1" lastIdx="0" clrIdx="23"/>
  <p:cmAuthor id="25" name="10007438" initials="1" lastIdx="0" clrIdx="24"/>
  <p:cmAuthor id="26" name="杨满" initials="杨" lastIdx="0" clrIdx="25"/>
  <p:cmAuthor id="27" name="亢洪亮" initials="亢" lastIdx="0" clrIdx="26"/>
  <p:cmAuthor id="28" name="王克龙" initials="王" lastIdx="0" clrIdx="27"/>
  <p:cmAuthor id="29" name="赵诚荣10027092" initials="赵" lastIdx="0" clrIdx="28"/>
  <p:cmAuthor id="30" name="王砚青" initials="王" lastIdx="0" clrIdx="29"/>
  <p:cmAuthor id="31" name="李楠10047711" initials="李楠10047711" lastIdx="0" clrIdx="30"/>
  <p:cmAuthor id="32" name="xuefeng cheng" initials="xc" lastIdx="0" clrIdx="31"/>
  <p:cmAuthor id="33" name="jia bao" initials="jb" lastIdx="0" clrIdx="32"/>
  <p:cmAuthor id="34" name="曹永康" initials="曹" lastIdx="0" clrIdx="33"/>
  <p:cmAuthor id="35" name="Author" initials="A" lastIdx="0" clrIdx="34"/>
  <p:cmAuthor id="36" name="关全全10258021" initials="关全全10258021" lastIdx="0" clrIdx="35"/>
  <p:cmAuthor id="37" name="周 文杰" initials="周" lastIdx="0" clrIdx="36"/>
  <p:cmAuthor id="38" name="群智集" initials="群" lastIdx="0" clrIdx="37"/>
  <p:cmAuthor id="39" name="Windows 用户" initials="W用" lastIdx="0" clrIdx="38"/>
  <p:cmAuthor id="40" name="宋玉坤" initials="W用" lastIdx="0" clrIdx="39"/>
  <p:cmAuthor id="41" name="xingwei hou" initials="xh" lastIdx="0" clrIdx="40"/>
  <p:cmAuthor id="42" name="黄 晓贤" initials="黄" lastIdx="0" clrIdx="41"/>
  <p:cmAuthor id="43" name="office" initials="o" lastIdx="0" clrIdx="42"/>
  <p:cmAuthor id="44" name="周姣" initials="1" lastIdx="0" clrIdx="43"/>
  <p:cmAuthor id="45" name="成国强_6jqyBN7N" initials="authorId_8148959" lastIdx="0" clrIdx="44"/>
  <p:cmAuthor id="46" name="骆倩怡_Znauj26B" initials="authorId_382814100" lastIdx="0" clrIdx="45"/>
  <p:cmAuthor id="47" name="86135" initials="8" lastIdx="0" clrIdx="46"/>
  <p:cmAuthor id="48" name="曹军委" initials="L" lastIdx="0" clrIdx="47"/>
  <p:cmAuthor id="49" name="huangjin" initials="" lastIdx="0" clrIdx="48"/>
  <p:cmAuthor id="50" name="17750226060@163.com" initials="1" lastIdx="0" clrIdx="49"/>
  <p:cmAuthor id="51" name="沈霄雷" initials="沈" lastIdx="0" clrIdx="50"/>
  <p:cmAuthor id="52" name="apple" initials="a" lastIdx="0" clrIdx="51"/>
  <p:cmAuthor id="53" name="王乙凯" initials="王" lastIdx="0" clrIdx="52"/>
  <p:cmAuthor id="54" name="孔佳佳" initials="孔" lastIdx="0" clrIdx="53"/>
  <p:cmAuthor id="55" name="刘圣保" initials="刘" lastIdx="0" clrIdx="54"/>
  <p:cmAuthor id="56" name="黄晓平" initials="黄" lastIdx="0" clrIdx="55"/>
  <p:cmAuthor id="57" name="Chun Chung YEH" initials="C" lastIdx="0" clrIdx="56"/>
  <p:cmAuthor id="58" name="Vicky" initials="V" lastIdx="0" clrIdx="57"/>
  <p:cmAuthor id="59" name="刘云轩" initials="刘" lastIdx="0" clrIdx="58"/>
  <p:cmAuthor id="60" name="sharon" initials="s" lastIdx="0" clrIdx="59"/>
  <p:cmAuthor id="61" name="未知的使用者81" initials="未" lastIdx="0" clrIdx="60"/>
  <p:cmAuthor id="62" name="49335" initials="4" lastIdx="0" clrIdx="61"/>
  <p:cmAuthor id="63" name="未知用户111" initials="未" lastIdx="0" clrIdx="62"/>
  <p:cmAuthor id="64" name="未知的使用者75" initials="未" lastIdx="0" clrIdx="63"/>
  <p:cmAuthor id="65" name="未知的使用者77" initials="未" lastIdx="0" clrIdx="64"/>
  <p:cmAuthor id="66" name="未知的使用者78" initials="未" lastIdx="0" clrIdx="65"/>
  <p:cmAuthor id="67" name="未知的使用者79" initials="未" lastIdx="0" clrIdx="66"/>
  <p:cmAuthor id="68" name="未知的使用者80" initials="未" lastIdx="0" clrIdx="67"/>
  <p:cmAuthor id="69" name="未知的使用者82" initials="未" lastIdx="0" clrIdx="68"/>
  <p:cmAuthor id="70" name="未知的使用者83" initials="未" lastIdx="0" clrIdx="69"/>
  <p:cmAuthor id="71" name="未知的使用者84" initials="未" lastIdx="0" clrIdx="70"/>
  <p:cmAuthor id="72" name="未知的使用者85" initials="未" lastIdx="0" clrIdx="71"/>
  <p:cmAuthor id="73" name="未知的使用者87" initials="未" lastIdx="0" clrIdx="72"/>
  <p:cmAuthor id="74" name="未知的使用者90" initials="未" lastIdx="0" clrIdx="73"/>
  <p:cmAuthor id="75" name="未知的使用者91" initials="未" lastIdx="0" clrIdx="74"/>
  <p:cmAuthor id="76" name="CHRISYU" initials="C" lastIdx="0" clrIdx="75"/>
  <p:cmAuthor id="77" name="liucunri" initials="l" lastIdx="0" clrIdx="76"/>
  <p:cmAuthor id="78" name="Unknown User48" initials="U" lastIdx="0" clrIdx="77"/>
  <p:cmAuthor id="79" name="Unknown User52" initials="U" lastIdx="0" clrIdx="78"/>
  <p:cmAuthor id="80" name="Unknown User50" initials="U" lastIdx="0" clrIdx="79"/>
  <p:cmAuthor id="81" name="随丹" initials="随" lastIdx="0" clrIdx="80"/>
  <p:cmAuthor id="82" name="张久久" initials="张" lastIdx="0" clrIdx="81"/>
  <p:cmAuthor id="83" name="未知用户21" initials="未" lastIdx="0" clrIdx="82"/>
  <p:cmAuthor id="84" name="殷格非" initials="殷" lastIdx="0" clrIdx="83"/>
  <p:cmAuthor id="85" name="未知的使用者161" initials="未" lastIdx="0" clrIdx="84"/>
  <p:cmAuthor id="86" name="z r" initials="zr" lastIdx="0" clrIdx="85"/>
  <p:cmAuthor id="87" name="葛洪刚" initials="葛" lastIdx="0" clrIdx="86"/>
  <p:cmAuthor id="88" name="未知的使用者152" initials="未" lastIdx="0" clrIdx="87"/>
  <p:cmAuthor id="89" name="齐登宝" initials="齐" lastIdx="0" clrIdx="88"/>
  <p:cmAuthor id="90" name="张静_QZZvv2Aj" initials="authorId_625078060" lastIdx="0" clrIdx="89"/>
  <p:cmAuthor id="91" name="仇怿俊" initials="仇" lastIdx="0" clrIdx="90"/>
  <p:cmAuthor id="92" name="韩 明宇" initials="韩" lastIdx="0" clrIdx="91"/>
  <p:cmAuthor id="93" name="未知的使用者176" initials="未" lastIdx="0" clrIdx="92"/>
  <p:cmAuthor id="94" name="FrogPrince1121" initials="F" lastIdx="0" clrIdx="93"/>
  <p:cmAuthor id="95" name="冰箱" initials="冰" lastIdx="0" clrIdx="94"/>
  <p:cmAuthor id="96" name="仝德志" initials="仝" lastIdx="0" clrIdx="95"/>
  <p:cmAuthor id="97" name="未知的使用者178" initials="未" lastIdx="0" clrIdx="96"/>
  <p:cmAuthor id="98" name="朱粒" initials="朱" lastIdx="0" clrIdx="97"/>
  <p:cmAuthor id="99" name="未知的使用者179" initials="未" lastIdx="0" clrIdx="98"/>
  <p:cmAuthor id="100" name="stillu" initials="s" lastIdx="0" clrIdx="99"/>
  <p:cmAuthor id="101" name="未知的使用者180" initials="未" lastIdx="0" clrIdx="100"/>
  <p:cmAuthor id="102" name="H1900" initials="H" lastIdx="0" clrIdx="101"/>
  <p:cmAuthor id="103" name="刘海娜|liuhaina" initials="W用" lastIdx="0" clrIdx="102"/>
  <p:cmAuthor id="104" name="Sky123.Org" initials="S" lastIdx="0" clrIdx="103"/>
  <p:cmAuthor id="105" name="viola_yang" initials="" lastIdx="0" clrIdx="104"/>
  <p:cmAuthor id="106" name="CHEN LONG" initials="C" lastIdx="0" clrIdx="105"/>
  <p:cmAuthor id="107" name="彬 罗" initials="彬" lastIdx="0" clrIdx="106"/>
  <p:cmAuthor id="108" name="徐 宁" initials="徐" lastIdx="0" clrIdx="107"/>
  <p:cmAuthor id="109" name="Q Q" initials="Q" lastIdx="0" clrIdx="108"/>
  <p:cmAuthor id="110" name="Mia Vida Villanueva" initials="M" lastIdx="0" clrIdx="109"/>
  <p:cmAuthor id="111" name="崔超" initials="崔" lastIdx="0" clrIdx="110"/>
  <p:cmAuthor id="112" name="邓鹏君" initials="邓" lastIdx="0" clrIdx="111"/>
  <p:cmAuthor id="113" name="宋春华" initials="宋" lastIdx="0" clrIdx="112"/>
  <p:cmAuthor id="114" name="小延魔法师" initials="小" lastIdx="0" clrIdx="113"/>
  <p:cmAuthor id="115" name="wu li" initials="wl" lastIdx="0" clrIdx="114"/>
  <p:cmAuthor id="116" name="史璐瑶" initials="史" lastIdx="0" clrIdx="115"/>
  <p:cmAuthor id="117" name="幺以谦" initials="幺" lastIdx="0" clrIdx="116"/>
  <p:cmAuthor id="118" name="Gallivan, John-Paul {MDAO~Basel}" initials="G" lastIdx="0" clrIdx="117"/>
  <p:cmAuthor id="119" name="朴鹏-lhq" initials="朴" lastIdx="0" clrIdx="118"/>
  <p:cmAuthor id="120" name="柳 先涛" initials="柳" lastIdx="0" clrIdx="119"/>
  <p:cmAuthor id="121" name="86189" initials="8" lastIdx="0" clrIdx="120"/>
  <p:cmAuthor id="122" name="孟芳芳（借调）" initials="V" lastIdx="0" clrIdx="121"/>
  <p:cmAuthor id="123" name="Ball Snow" initials="BS" lastIdx="0" clrIdx="122"/>
  <p:cmAuthor id="124" name="wangxiaoxuan@ha.cmcc" initials="w" lastIdx="0" clrIdx="123"/>
  <p:cmAuthor id="125" name="Li Pengling" initials="LP" lastIdx="0" clrIdx="124"/>
  <p:cmAuthor id="126" name="Elfie" initials="E" lastIdx="0" clrIdx="125"/>
  <p:cmAuthor id="127" name="松 李" initials="松" lastIdx="0" clrIdx="126"/>
  <p:cmAuthor id="128" name="alpha" initials="a" lastIdx="0" clrIdx="127"/>
  <p:cmAuthor id="129" name="周宏達JerryChou" initials="周" lastIdx="0" clrIdx="128"/>
  <p:cmAuthor id="130" name="thomas" initials="t" lastIdx="0" clrIdx="129"/>
  <p:cmAuthor id="131" name="不明使用者20" initials="不" lastIdx="0" clrIdx="130"/>
  <p:cmAuthor id="132" name="jet" initials="j" lastIdx="0" clrIdx="131"/>
  <p:cmAuthor id="133" name="clinchen" initials="c" lastIdx="0" clrIdx="132"/>
  <p:cmAuthor id="134" name="翔 张" initials="翔" lastIdx="0" clrIdx="133"/>
  <p:cmAuthor id="135" name="Charlotte Williams" initials="C" lastIdx="0" clrIdx="134"/>
  <p:cmAuthor id="136" name="Mary Feil-Jacobs" initials="M" lastIdx="0" clrIdx="135"/>
  <p:cmAuthor id="137" name="Calvin G" initials="C" lastIdx="0" clrIdx="136"/>
  <p:cmAuthor id="138" name="MC SYSTEM" initials="M" lastIdx="0" clrIdx="137"/>
  <p:cmAuthor id="139" name="spring_ren" initials="s" lastIdx="0" clrIdx="138"/>
  <p:cmAuthor id="140" name="lianghb" initials="l" lastIdx="0" clrIdx="139"/>
  <p:cmAuthor id="141" name="未知用户19" initials="未" lastIdx="0" clrIdx="140"/>
  <p:cmAuthor id="142" name="李璐---寿险总公司营销管理部" initials="李" lastIdx="0" clrIdx="141"/>
  <p:cmAuthor id="143" name="xuqing" initials="x" lastIdx="0" clrIdx="142"/>
  <p:cmAuthor id="144" name="王顶" initials="王" lastIdx="0" clrIdx="143"/>
  <p:cmAuthor id="145" name="未知用户23" initials="未" lastIdx="0" clrIdx="144"/>
  <p:cmAuthor id="146" name="未知用户56" initials="未" lastIdx="0" clrIdx="145"/>
  <p:cmAuthor id="147" name="未知用户28" initials="未" lastIdx="0" clrIdx="146"/>
  <p:cmAuthor id="148" name="未知用户26" initials="未" lastIdx="0" clrIdx="147"/>
  <p:cmAuthor id="149" name="未知用户16" initials="未" lastIdx="0" clrIdx="148"/>
  <p:cmAuthor id="150" name="未知用户10" initials="未" lastIdx="0" clrIdx="149"/>
  <p:cmAuthor id="151" name="未知用户17" initials="未" lastIdx="0" clrIdx="150"/>
  <p:cmAuthor id="152" name="1 mac" initials="1" lastIdx="0" clrIdx="151"/>
  <p:cmAuthor id="153" name="齐涛" initials="齐" lastIdx="0" clrIdx="152"/>
  <p:cmAuthor id="154" name="王鹏凯" initials="王" lastIdx="0" clrIdx="153"/>
  <p:cmAuthor id="155" name="lixiaosong" initials="l" lastIdx="0" clrIdx="154"/>
  <p:cmAuthor id="156" name="未知用户78" initials="未" lastIdx="0" clrIdx="155"/>
  <p:cmAuthor id="157" name="Codon Medical" initials="C" lastIdx="0" clrIdx="156"/>
  <p:cmAuthor id="158" name="王怀璋" initials="王" lastIdx="0" clrIdx="157"/>
  <p:cmAuthor id="159" name="未知用户34" initials="未" lastIdx="0" clrIdx="158"/>
  <p:cmAuthor id="160" name="Harry xu" initials="H" lastIdx="0" clrIdx="159"/>
  <p:cmAuthor id="161" name="Franca, Ryan {MDAO~Basel}" initials="F" lastIdx="0" clrIdx="160"/>
  <p:cmAuthor id="162" name="未知的使用者60" initials="未" lastIdx="0" clrIdx="161"/>
  <p:cmAuthor id="163" name="张妍" initials="张" lastIdx="0" clrIdx="162"/>
  <p:cmAuthor id="164" name="未知用户47" initials="未" lastIdx="0" clrIdx="163"/>
  <p:cmAuthor id="165" name="未知用户53" initials="未" lastIdx="0" clrIdx="164"/>
  <p:cmAuthor id="166" name="张博" initials="张" lastIdx="0" clrIdx="165"/>
  <p:cmAuthor id="167" name="未知用户49" initials="未" lastIdx="0" clrIdx="166"/>
  <p:cmAuthor id="168" name="董晔" initials="董" lastIdx="0" clrIdx="167"/>
  <p:cmAuthor id="169" name="未知的使用者61" initials="未" lastIdx="0" clrIdx="168"/>
  <p:cmAuthor id="170" name="未知的使用者62" initials="未" lastIdx="0" clrIdx="169"/>
  <p:cmAuthor id="171" name="未知的使用者58" initials="未" lastIdx="0" clrIdx="170"/>
  <p:cmAuthor id="172" name="未知用户50" initials="未" lastIdx="0" clrIdx="171"/>
  <p:cmAuthor id="173" name="18043170808" initials="1" lastIdx="0" clrIdx="172"/>
  <p:cmAuthor id="174" name="刘 念" initials="刘" lastIdx="0" clrIdx="173"/>
  <p:cmAuthor id="175" name="未知的使用者109" initials="未" lastIdx="0" clrIdx="174"/>
  <p:cmAuthor id="176" name="未知用户13" initials="未" lastIdx="0" clrIdx="175"/>
  <p:cmAuthor id="177" name="未知的使用者111" initials="未" lastIdx="0" clrIdx="176"/>
  <p:cmAuthor id="178" name="未知的使用者121" initials="未" lastIdx="0" clrIdx="177"/>
  <p:cmAuthor id="179" name="未知用户18" initials="未" lastIdx="0" clrIdx="178"/>
  <p:cmAuthor id="180" name="未知的使用者122" initials="未" lastIdx="0" clrIdx="179"/>
  <p:cmAuthor id="181" name="未知的使用者123" initials="未" lastIdx="0" clrIdx="180"/>
  <p:cmAuthor id="182" name="未知的使用者124" initials="未" lastIdx="0" clrIdx="181"/>
  <p:cmAuthor id="183" name="未知的使用者125" initials="未" lastIdx="0" clrIdx="182"/>
  <p:cmAuthor id="184" name="未知的使用者118" initials="未" lastIdx="0" clrIdx="183"/>
  <p:cmAuthor id="185" name="未知用户12" initials="未" lastIdx="0" clrIdx="184"/>
  <p:cmAuthor id="186" name="未知用户57" initials="未" lastIdx="0" clrIdx="185"/>
  <p:cmAuthor id="187" name="未知用户58" initials="未" lastIdx="0" clrIdx="186"/>
  <p:cmAuthor id="188" name="未知用户22" initials="未" lastIdx="0" clrIdx="187"/>
  <p:cmAuthor id="189" name="yuexuejun" initials="y" lastIdx="0" clrIdx="188"/>
  <p:cmAuthor id="190" name="未知用户27" initials="未" lastIdx="0" clrIdx="189"/>
  <p:cmAuthor id="191" name="未知的使用者76" initials="未" lastIdx="0" clrIdx="190"/>
  <p:cmAuthor id="192" name="未知的使用者70" initials="未" lastIdx="0" clrIdx="191"/>
  <p:cmAuthor id="193" name="未知的使用者73" initials="未" lastIdx="0" clrIdx="192"/>
  <p:cmAuthor id="194" name="未知的使用者67" initials="未" lastIdx="0" clrIdx="193"/>
  <p:cmAuthor id="195" name="未知的使用者68" initials="未" lastIdx="0" clrIdx="194"/>
  <p:cmAuthor id="196" name="未知的使用者69" initials="未" lastIdx="0" clrIdx="195"/>
  <p:cmAuthor id="197" name="王竑达" initials="王竑达" lastIdx="0" clrIdx="196"/>
  <p:cmAuthor id="198" name="未知的使用者43" initials="未" lastIdx="0" clrIdx="197"/>
  <p:cmAuthor id="199" name="梁鹏" initials="u" lastIdx="0" clrIdx="198"/>
  <p:cmAuthor id="200" name="未知的使用者40" initials="未" lastIdx="0" clrIdx="199"/>
  <p:cmAuthor id="201" name="范 斌" initials="范" lastIdx="0" clrIdx="200"/>
  <p:cmAuthor id="202" name="未知的使用者55" initials="未" lastIdx="0" clrIdx="201"/>
  <p:cmAuthor id="203" name="毕邺" initials="党委办公室" lastIdx="0" clrIdx="202"/>
  <p:cmAuthor id="204" name="未知的使用者52" initials="未" lastIdx="0" clrIdx="203"/>
  <p:cmAuthor id="205" name="jiaru tiger" initials="jt" lastIdx="0" clrIdx="204"/>
  <p:cmAuthor id="206" name="未知的使用者72" initials="未" lastIdx="0" clrIdx="205"/>
  <p:cmAuthor id="207" name="未知的使用者71" initials="未" lastIdx="0" clrIdx="206"/>
  <p:cmAuthor id="208" name="不明使用者21" initials="不" lastIdx="0" clrIdx="207"/>
  <p:cmAuthor id="209" name="不明使用者18" initials="不" lastIdx="0" clrIdx="208"/>
  <p:cmAuthor id="210" name="不明使用者19" initials="不" lastIdx="0" clrIdx="209"/>
  <p:cmAuthor id="211" name="未知用户2" initials="未" lastIdx="0" clrIdx="210"/>
  <p:cmAuthor id="212" name="未知用户93" initials="未" lastIdx="0" clrIdx="211"/>
  <p:cmAuthor id="213" name="未知用户90" initials="未" lastIdx="0" clrIdx="212"/>
  <p:cmAuthor id="214" name="未知用户91" initials="未" lastIdx="0" clrIdx="213"/>
  <p:cmAuthor id="215" name="未知用户92" initials="未" lastIdx="0" clrIdx="214"/>
  <p:cmAuthor id="216" name="未知用户74" initials="未" lastIdx="0" clrIdx="215"/>
  <p:cmAuthor id="217" name="未知用户75" initials="未" lastIdx="0" clrIdx="216"/>
  <p:cmAuthor id="218" name="未知用户76" initials="未" lastIdx="0" clrIdx="217"/>
  <p:cmAuthor id="219" name="未知用户77" initials="未" lastIdx="0" clrIdx="218"/>
  <p:cmAuthor id="220" name="未知用户79" initials="未" lastIdx="0" clrIdx="219"/>
  <p:cmAuthor id="221" name="未知用户80" initials="未" lastIdx="0" clrIdx="220"/>
  <p:cmAuthor id="222" name="未知用户81" initials="未" lastIdx="0" clrIdx="221"/>
  <p:cmAuthor id="223" name="未知的使用者95" initials="未" lastIdx="0" clrIdx="222"/>
  <p:cmAuthor id="224" name="未知的使用者92" initials="未" lastIdx="0" clrIdx="223"/>
  <p:cmAuthor id="225" name="未知的使用者93" initials="未" lastIdx="0" clrIdx="224"/>
  <p:cmAuthor id="226" name="未知的使用者94" initials="未" lastIdx="0" clrIdx="225"/>
  <p:cmAuthor id="227" name="Christina" initials="C" lastIdx="0" clrIdx="226"/>
  <p:cmAuthor id="228" name="未知用户61" initials="未" lastIdx="0" clrIdx="227"/>
  <p:cmAuthor id="229" name="未知用户60" initials="未" lastIdx="0" clrIdx="228"/>
  <p:cmAuthor id="230" name="Unknown User24" initials="U" lastIdx="0" clrIdx="229"/>
  <p:cmAuthor id="231" name="Unknown User25" initials="U" lastIdx="0" clrIdx="230"/>
  <p:cmAuthor id="232" name="Unknown User26" initials="U" lastIdx="0" clrIdx="231"/>
  <p:cmAuthor id="233" name="Unknown User27" initials="U" lastIdx="0" clrIdx="232"/>
  <p:cmAuthor id="234" name="Unknown User28" initials="U" lastIdx="0" clrIdx="233"/>
  <p:cmAuthor id="235" name="Unknown User11" initials="U" lastIdx="0" clrIdx="234"/>
  <p:cmAuthor id="236" name="Unknown User22" initials="U" lastIdx="0" clrIdx="235"/>
  <p:cmAuthor id="237" name="Unknown User23" initials="U" lastIdx="0" clrIdx="236"/>
  <p:cmAuthor id="238" name="未知的使用者112" initials="未" lastIdx="0" clrIdx="237"/>
  <p:cmAuthor id="239" name="未知的使用者107" initials="未" lastIdx="0" clrIdx="238"/>
  <p:cmAuthor id="240" name="未知的使用者108" initials="未" lastIdx="0" clrIdx="239"/>
  <p:cmAuthor id="241" name="未知的使用者98" initials="未" lastIdx="0" clrIdx="240"/>
  <p:cmAuthor id="242" name="未知的使用者145" initials="未" lastIdx="0" clrIdx="241"/>
  <p:cmAuthor id="243" name="未知的使用者146" initials="未" lastIdx="0" clrIdx="242"/>
  <p:cmAuthor id="244" name="未知的使用者147" initials="未" lastIdx="0" clrIdx="243"/>
  <p:cmAuthor id="245" name="未知的使用者144" initials="未" lastIdx="0" clrIdx="244"/>
  <p:cmAuthor id="246" name="未知的使用者133" initials="未" lastIdx="0" clrIdx="245"/>
  <p:cmAuthor id="247" name="未知的使用者134" initials="未" lastIdx="0" clrIdx="246"/>
  <p:cmAuthor id="248" name="未知的使用者135" initials="未" lastIdx="0" clrIdx="247"/>
  <p:cmAuthor id="249" name="未知的使用者136" initials="未" lastIdx="0" clrIdx="248"/>
  <p:cmAuthor id="250" name="未知的使用者137" initials="未" lastIdx="0" clrIdx="249"/>
  <p:cmAuthor id="251" name="未知的使用者138" initials="未" lastIdx="0" clrIdx="250"/>
  <p:cmAuthor id="252" name="未知的使用者139" initials="未" lastIdx="0" clrIdx="251"/>
  <p:cmAuthor id="253" name="未知的使用者140" initials="未" lastIdx="0" clrIdx="252"/>
  <p:cmAuthor id="254" name="未知的使用者197" initials="未" lastIdx="0" clrIdx="253"/>
  <p:cmAuthor id="255" name="未知的使用者162" initials="未" lastIdx="0" clrIdx="254"/>
  <p:cmAuthor id="256" name="未知的使用者163" initials="未" lastIdx="0" clrIdx="255"/>
  <p:cmAuthor id="257" name="未知的使用者170" initials="未" lastIdx="0" clrIdx="256"/>
  <p:cmAuthor id="258" name="未知的使用者165" initials="未" lastIdx="0" clrIdx="257"/>
  <p:cmAuthor id="259" name="未知的使用者158" initials="未" lastIdx="0" clrIdx="258"/>
  <p:cmAuthor id="260" name="未知的使用者148" initials="未" lastIdx="0" clrIdx="259"/>
  <p:cmAuthor id="261" name="未知的使用者149" initials="未" lastIdx="0" clrIdx="260"/>
  <p:cmAuthor id="262" name="未知的使用者150" initials="未" lastIdx="0" clrIdx="261"/>
  <p:cmAuthor id="263" name="未知的使用者166" initials="未" lastIdx="0" clrIdx="262"/>
  <p:cmAuthor id="264" name="未知的使用者167" initials="未" lastIdx="0" clrIdx="263"/>
  <p:cmAuthor id="265" name="未知的使用者159" initials="未" lastIdx="0" clrIdx="264"/>
  <p:cmAuthor id="266" name="未知的使用者160" initials="未" lastIdx="0" clrIdx="265"/>
  <p:cmAuthor id="267" name="未知的使用者168" initials="未" lastIdx="0" clrIdx="266"/>
  <p:cmAuthor id="268" name="未知的使用者169" initials="未" lastIdx="0" clrIdx="267"/>
  <p:cmAuthor id="269" name="未知的使用者117" initials="未" lastIdx="0" clrIdx="268"/>
  <p:cmAuthor id="270" name="未知的使用者115" initials="未" lastIdx="0" clrIdx="269"/>
  <p:cmAuthor id="271" name="未知的使用者119" initials="未" lastIdx="0" clrIdx="270"/>
  <p:cmAuthor id="272" name="未知用户6" initials="未" lastIdx="0" clrIdx="271"/>
  <p:cmAuthor id="273" name="未知用户7" initials="未" lastIdx="0" clrIdx="272"/>
  <p:cmAuthor id="274" name="未知的使用者198" initials="未" lastIdx="0" clrIdx="273"/>
  <p:cmAuthor id="275" name="未知的使用者205" initials="未" lastIdx="0" clrIdx="274"/>
  <p:cmAuthor id="276" name="未知的使用者200" initials="未" lastIdx="0" clrIdx="275"/>
  <p:cmAuthor id="277" name="未知的使用者181" initials="未" lastIdx="0" clrIdx="276"/>
  <p:cmAuthor id="278" name="未知的使用者194" initials="未" lastIdx="0" clrIdx="277"/>
  <p:cmAuthor id="279" name="未知的使用者182" initials="未" lastIdx="0" clrIdx="278"/>
  <p:cmAuthor id="280" name="未知的使用者183" initials="未" lastIdx="0" clrIdx="279"/>
  <p:cmAuthor id="281" name="未知的使用者184" initials="未" lastIdx="0" clrIdx="280"/>
  <p:cmAuthor id="282" name="未知的使用者185" initials="未" lastIdx="0" clrIdx="281"/>
  <p:cmAuthor id="283" name="未知的使用者186" initials="未" lastIdx="0" clrIdx="282"/>
  <p:cmAuthor id="284" name="未知的使用者187" initials="未" lastIdx="0" clrIdx="283"/>
  <p:cmAuthor id="285" name="未知的使用者201" initials="未" lastIdx="0" clrIdx="284"/>
  <p:cmAuthor id="286" name="未知的使用者202" initials="未" lastIdx="0" clrIdx="285"/>
  <p:cmAuthor id="287" name="未知的使用者171" initials="未" lastIdx="0" clrIdx="286"/>
  <p:cmAuthor id="288" name="未知的使用者195" initials="未" lastIdx="0" clrIdx="287"/>
  <p:cmAuthor id="289" name="未知的使用者173" initials="未" lastIdx="0" clrIdx="288"/>
  <p:cmAuthor id="290" name="未知的使用者196" initials="未" lastIdx="0" clrIdx="289"/>
  <p:cmAuthor id="291" name="未知的使用者175" initials="未" lastIdx="0" clrIdx="290"/>
  <p:cmAuthor id="292" name="未知的使用者203" initials="未" lastIdx="0" clrIdx="291"/>
  <p:cmAuthor id="293" name="未知的使用者204" initials="未" lastIdx="0" clrIdx="292"/>
  <p:cmAuthor id="294" name="未知的使用者41" initials="未" lastIdx="0" clrIdx="293"/>
  <p:cmAuthor id="295" name="未知的使用者42" initials="未" lastIdx="0" clrIdx="294"/>
  <p:cmAuthor id="296" name="Evonlin" initials="E" lastIdx="0" clrIdx="295"/>
  <p:cmAuthor id="297" name="未知的使用者39" initials="未" lastIdx="0" clrIdx="296"/>
  <p:cmAuthor id="298" name="未知的使用者38" initials="未" lastIdx="0" clrIdx="297"/>
  <p:cmAuthor id="299" name="未知用户37" initials="未" lastIdx="0" clrIdx="298"/>
  <p:cmAuthor id="300" name="未知用户38" initials="未" lastIdx="0" clrIdx="299"/>
  <p:cmAuthor id="301" name="未知用户39" initials="未" lastIdx="0" clrIdx="300"/>
  <p:cmAuthor id="302" name="未知的使用者64" initials="未" lastIdx="0" clrIdx="301"/>
  <p:cmAuthor id="303" name="未知的使用者65" initials="未" lastIdx="0" clrIdx="302"/>
  <p:cmAuthor id="304" name="未知的使用者66" initials="未" lastIdx="0" clrIdx="303"/>
  <p:cmAuthor id="305" name="未知的使用者57" initials="未" lastIdx="0" clrIdx="304"/>
  <p:cmAuthor id="306" name="未知用户35" initials="未" lastIdx="0" clrIdx="305"/>
  <p:cmAuthor id="307" name="未知用户36" initials="未" lastIdx="0" clrIdx="306"/>
  <p:cmAuthor id="308" name="未知用户29" initials="未" lastIdx="0" clrIdx="307"/>
  <p:cmAuthor id="309" name="未知用户30" initials="未" lastIdx="0" clrIdx="308"/>
  <p:cmAuthor id="310" name="未知用户31" initials="未" lastIdx="0" clrIdx="309"/>
  <p:cmAuthor id="311" name="未知用户32" initials="未" lastIdx="0" clrIdx="310"/>
  <p:cmAuthor id="312" name="未知用户33" initials="未" lastIdx="0" clrIdx="311"/>
  <p:cmAuthor id="313" name="huang gerrard" initials="h" lastIdx="0" clrIdx="312"/>
  <p:cmAuthor id="314" name="未知用户98" initials="未" lastIdx="0" clrIdx="313"/>
  <p:cmAuthor id="315" name="未知用户100" initials="未" lastIdx="0" clrIdx="314"/>
  <p:cmAuthor id="316" name="未知用户101" initials="未" lastIdx="0" clrIdx="315"/>
  <p:cmAuthor id="317" name="未知用户42" initials="未" lastIdx="0" clrIdx="316"/>
  <p:cmAuthor id="318" name="李保印" initials="李" lastIdx="0" clrIdx="317"/>
  <p:cmAuthor id="319" name="admin" initials="w" lastIdx="0" clrIdx="318"/>
  <p:cmAuthor id="320" name="PC" initials="P" lastIdx="0" clrIdx="319"/>
  <p:cmAuthor id="321" name="程学峰" initials="xuefeng" lastIdx="0" clrIdx="320"/>
  <p:cmAuthor id="322" name="Xmj" initials="X" lastIdx="0" clrIdx="321"/>
  <p:cmAuthor id="323" name="Admin" initials="A" lastIdx="0" clrIdx="322"/>
  <p:cmAuthor id="324" name="ZJGS" initials="Z" lastIdx="0" clrIdx="323"/>
  <p:cmAuthor id="325" name="江曦鹏" initials="" lastIdx="0" clrIdx="324"/>
  <p:cmAuthor id="326" name="8310" initials="8" lastIdx="0" clrIdx="325"/>
  <p:cmAuthor id="327" name="Aqf" initials="A" lastIdx="0" clrIdx="326"/>
  <p:cmAuthor id="328" name="goforever814" initials="g" lastIdx="0" clrIdx="327"/>
  <p:cmAuthor id="329" name="Deanna Schuler (Bookey Consulting)" initials="" lastIdx="0" clrIdx="328"/>
  <p:cmAuthor id="330" name="未知用户106" initials="未" lastIdx="0" clrIdx="329"/>
  <p:cmAuthor id="331" name="沙俊杰00140688" initials="沙俊杰00140688" lastIdx="0" clrIdx="330"/>
  <p:cmAuthor id="332" name="黄静" initials="h" lastIdx="0" clrIdx="331"/>
  <p:cmAuthor id="333" name="未知用户154" initials="" lastIdx="0" clrIdx="332"/>
  <p:cmAuthor id="334" name="未知用户72" initials="" lastIdx="0" clrIdx="333"/>
  <p:cmAuthor id="335" name="未知用户73" initials="" lastIdx="0" clrIdx="334"/>
  <p:cmAuthor id="336" name="未知用户96" initials="" lastIdx="0" clrIdx="335"/>
  <p:cmAuthor id="337" name="未知用户97" initials="" lastIdx="0" clrIdx="336"/>
  <p:cmAuthor id="338" name="未知用户40" initials="" lastIdx="0" clrIdx="337"/>
  <p:cmAuthor id="339" name="未知用户43" initials="" lastIdx="0" clrIdx="338"/>
  <p:cmAuthor id="340" name="韩雨" initials="韩" lastIdx="0" clrIdx="339"/>
  <p:cmAuthor id="341" name="10099398" initials="1" lastIdx="0" clrIdx="340"/>
  <p:cmAuthor id="342" name="未知的使用者9" initials="" lastIdx="0" clrIdx="341"/>
  <p:cmAuthor id="343" name="muzi wei" initials="" lastIdx="0" clrIdx="342"/>
  <p:cmAuthor id="344" name="任涛10036216" initials="任涛10036216" lastIdx="0" clrIdx="343"/>
  <p:cmAuthor id="345" name="未知用户155" initials="" lastIdx="0" clrIdx="344"/>
  <p:cmAuthor id="346" name="未知用户65" initials="" lastIdx="0" clrIdx="345"/>
  <p:cmAuthor id="347" name="未知用户52" initials="" lastIdx="0" clrIdx="346"/>
  <p:cmAuthor id="348" name="未知用户48" initials="" lastIdx="0" clrIdx="347"/>
  <p:cmAuthor id="349" name="xugj" initials="x" lastIdx="0" clrIdx="348"/>
  <p:cmAuthor id="350" name="郭 浩" initials="郭" lastIdx="0" clrIdx="349"/>
  <p:cmAuthor id="351" name="明现 郭" initials="明郭" lastIdx="0" clrIdx="350"/>
  <p:cmAuthor id="352" name="zhangmh@httz.cc" initials="z" lastIdx="0" clrIdx="351"/>
  <p:cmAuthor id="353" name="孙 笑庆" initials="孙" lastIdx="0" clrIdx="352"/>
  <p:cmAuthor id="354" name="yang.yuan" initials="y" lastIdx="0" clrIdx="353"/>
  <p:cmAuthor id="355" name="王娟" initials="1" lastIdx="0" clrIdx="354"/>
  <p:cmAuthor id="356" name="唐芸" initials="唐" lastIdx="0" clrIdx="355"/>
  <p:cmAuthor id="357" name="范汗杰10197873" initials="范" lastIdx="0" clrIdx="356"/>
  <p:cmAuthor id="358" name="HP" initials="H" lastIdx="0" clrIdx="357"/>
  <p:cmAuthor id="359" name="李艳" initials="李" lastIdx="0" clrIdx="358"/>
  <p:cmAuthor id="360" name="朱雨成" initials="朱" lastIdx="0" clrIdx="359"/>
  <p:cmAuthor id="361" name="微信用户" initials="微" lastIdx="0" clrIdx="360"/>
  <p:cmAuthor id="362" name="包珊珊" initials="包" lastIdx="0" clrIdx="361"/>
  <p:cmAuthor id="363" name="郑汝鸿" initials="郑" lastIdx="0" clrIdx="362"/>
  <p:cmAuthor id="364" name="未知用户381" initials="未" lastIdx="0" clrIdx="363"/>
  <p:cmAuthor id="365" name="未知用户382" initials="未" lastIdx="0" clrIdx="364"/>
  <p:cmAuthor id="366" name="未知用户383" initials="未" lastIdx="0" clrIdx="365"/>
  <p:cmAuthor id="367" name="未知用户384" initials="未" lastIdx="0" clrIdx="366"/>
  <p:cmAuthor id="368" name="未知用户294" initials="未" lastIdx="0" clrIdx="367"/>
  <p:cmAuthor id="369" name="未知用户385" initials="未" lastIdx="0" clrIdx="368"/>
  <p:cmAuthor id="370" name="未知用户386" initials="未" lastIdx="0" clrIdx="369"/>
  <p:cmAuthor id="371" name="未知用户429" initials="未" lastIdx="0" clrIdx="370"/>
  <p:cmAuthor id="372" name="未知用户348" initials="未" lastIdx="0" clrIdx="371"/>
  <p:cmAuthor id="373" name="未知用户430" initials="未" lastIdx="0" clrIdx="372"/>
  <p:cmAuthor id="374" name="未知用户389" initials="未" lastIdx="0" clrIdx="373"/>
  <p:cmAuthor id="375" name="未知用户350" initials="未" lastIdx="0" clrIdx="374"/>
  <p:cmAuthor id="376" name="未知用户431" initials="未" lastIdx="0" clrIdx="375"/>
  <p:cmAuthor id="377" name="未知用户351" initials="未" lastIdx="0" clrIdx="376"/>
  <p:cmAuthor id="378" name="未知用户432" initials="未" lastIdx="0" clrIdx="377"/>
  <p:cmAuthor id="379" name="未知用户392" initials="未" lastIdx="0" clrIdx="378"/>
  <p:cmAuthor id="380" name="未知用户433" initials="未" lastIdx="0" clrIdx="379"/>
  <p:cmAuthor id="381" name="未知用户434" initials="未" lastIdx="0" clrIdx="380"/>
  <p:cmAuthor id="382" name="未知用户393" initials="未" lastIdx="0" clrIdx="381"/>
  <p:cmAuthor id="383" name="未知用户435" initials="未" lastIdx="0" clrIdx="382"/>
  <p:cmAuthor id="384" name="未知用户356" initials="未" lastIdx="0" clrIdx="383"/>
  <p:cmAuthor id="385" name="未知用户436" initials="未" lastIdx="0" clrIdx="384"/>
  <p:cmAuthor id="386" name="未知用户396" initials="未" lastIdx="0" clrIdx="385"/>
  <p:cmAuthor id="387" name="未知用户437" initials="未" lastIdx="0" clrIdx="386"/>
  <p:cmAuthor id="388" name="未知用户397" initials="未" lastIdx="0" clrIdx="387"/>
  <p:cmAuthor id="389" name="未知用户419" initials="未" lastIdx="0" clrIdx="388"/>
  <p:cmAuthor id="390" name="未知用户399" initials="未" lastIdx="0" clrIdx="389"/>
  <p:cmAuthor id="391" name="未知用户438" initials="未" lastIdx="0" clrIdx="390"/>
  <p:cmAuthor id="392" name="未知用户401" initials="未" lastIdx="0" clrIdx="391"/>
  <p:cmAuthor id="393" name="未知用户402" initials="未" lastIdx="0" clrIdx="392"/>
  <p:cmAuthor id="394" name="未知用户403" initials="未" lastIdx="0" clrIdx="393"/>
  <p:cmAuthor id="395" name="未知用户327" initials="未" lastIdx="0" clrIdx="394"/>
  <p:cmAuthor id="396" name="未知用户404" initials="未" lastIdx="0" clrIdx="395"/>
  <p:cmAuthor id="397" name="未知用户405" initials="未" lastIdx="0" clrIdx="396"/>
  <p:cmAuthor id="398" name="未知用户439" initials="未" lastIdx="0" clrIdx="397"/>
  <p:cmAuthor id="399" name="未知用户406" initials="未" lastIdx="0" clrIdx="398"/>
  <p:cmAuthor id="400" name="未知用户440" initials="未" lastIdx="0" clrIdx="399"/>
  <p:cmAuthor id="401" name="未知用户441" initials="未" lastIdx="0" clrIdx="400"/>
  <p:cmAuthor id="402" name="未知用户442" initials="未" lastIdx="0" clrIdx="401"/>
  <p:cmAuthor id="403" name="未知用户409" initials="未" lastIdx="0" clrIdx="402"/>
  <p:cmAuthor id="404" name="未知用户443" initials="未" lastIdx="0" clrIdx="403"/>
  <p:cmAuthor id="405" name="未知用户411" initials="未" lastIdx="0" clrIdx="404"/>
  <p:cmAuthor id="406" name="未知用户444" initials="未" lastIdx="0" clrIdx="405"/>
  <p:cmAuthor id="407" name="未知用户413" initials="未" lastIdx="0" clrIdx="406"/>
  <p:cmAuthor id="408" name="未知用户445" initials="未" lastIdx="0" clrIdx="407"/>
  <p:cmAuthor id="409" name="未知用户446" initials="未" lastIdx="0" clrIdx="408"/>
  <p:cmAuthor id="410" name="未知用户447" initials="未" lastIdx="0" clrIdx="409"/>
  <p:cmAuthor id="411" name="未知用户448" initials="未" lastIdx="0" clrIdx="410"/>
  <p:cmAuthor id="412" name="未知用户333" initials="未" lastIdx="0" clrIdx="411"/>
  <p:cmAuthor id="413" name="未知用户417" initials="未" lastIdx="0" clrIdx="412"/>
  <p:cmAuthor id="414" name="未知用户449" initials="未" lastIdx="0" clrIdx="413"/>
  <p:cmAuthor id="415" name="未知用户418" initials="未" lastIdx="0" clrIdx="414"/>
  <p:cmAuthor id="416" name="未知用户450" initials="未" lastIdx="0" clrIdx="415"/>
  <p:cmAuthor id="417" name="未知用户423" initials="未" lastIdx="0" clrIdx="416"/>
  <p:cmAuthor id="418" name="未知用户424" initials="未" lastIdx="0" clrIdx="417"/>
  <p:cmAuthor id="419" name="未知用户425" initials="未" lastIdx="0" clrIdx="418"/>
  <p:cmAuthor id="420" name="未知用户451" initials="未" lastIdx="0" clrIdx="419"/>
  <p:cmAuthor id="421" name="未知用户452" initials="未" lastIdx="0" clrIdx="420"/>
  <p:cmAuthor id="422" name="未知用户453" initials="未" lastIdx="0" clrIdx="421"/>
  <p:cmAuthor id="423" name="未知用户454" initials="未" lastIdx="0" clrIdx="422"/>
  <p:cmAuthor id="424" name="未知用户455" initials="未" lastIdx="0" clrIdx="423"/>
  <p:cmAuthor id="425" name="未知用户456" initials="未" lastIdx="0" clrIdx="424"/>
  <p:cmAuthor id="426" name="未知用户457" initials="未" lastIdx="0" clrIdx="425"/>
  <p:cmAuthor id="427" name="未知用户458" initials="未" lastIdx="0" clrIdx="426"/>
  <p:cmAuthor id="428" name="風輕 雲淡" initials="風輕" lastIdx="0" clrIdx="427"/>
  <p:cmAuthor id="429" name="liu yuhang" initials="ly" lastIdx="0" clrIdx="428"/>
  <p:cmAuthor id="430" name="亮" initials="亮" lastIdx="0" clrIdx="429"/>
  <p:cmAuthor id="431" name="未知的使用者102" initials="未" lastIdx="0" clrIdx="430"/>
  <p:cmAuthor id="432" name="10210843" initials="1" lastIdx="0" clrIdx="431"/>
  <p:cmAuthor id="433" name="未知的使用者114" initials="未" lastIdx="0" clrIdx="432"/>
  <p:cmAuthor id="434" name="未知的使用者227" initials="未" lastIdx="0" clrIdx="433"/>
  <p:cmAuthor id="435" name="未知用户204" initials="未" lastIdx="0" clrIdx="434"/>
  <p:cmAuthor id="436" name="未知的使用者141" initials="未" lastIdx="0" clrIdx="435"/>
  <p:cmAuthor id="437" name="未知的使用者142" initials="未" lastIdx="0" clrIdx="436"/>
  <p:cmAuthor id="438" name="未知的使用者143" initials="未" lastIdx="0" clrIdx="437"/>
  <p:cmAuthor id="439" name="未知用户113" initials="未知用户113" lastIdx="0" clrIdx="438"/>
  <p:cmAuthor id="440" name="未知用户130" initials="未" lastIdx="0" clrIdx="439"/>
  <p:cmAuthor id="441" name="未知用户131" initials="未" lastIdx="0" clrIdx="440"/>
  <p:cmAuthor id="442" name="未知用户132" initials="未" lastIdx="0" clrIdx="441"/>
  <p:cmAuthor id="443" name="未知用户133" initials="未" lastIdx="0" clrIdx="442"/>
  <p:cmAuthor id="444" name="未知用户134" initials="未" lastIdx="0" clrIdx="443"/>
  <p:cmAuthor id="445" name="未知用户135" initials="未" lastIdx="0" clrIdx="444"/>
  <p:cmAuthor id="446" name="未知用户136" initials="未" lastIdx="0" clrIdx="445"/>
  <p:cmAuthor id="447" name="王长青" initials="王长青" lastIdx="0" clrIdx="446"/>
  <p:cmAuthor id="448" name="Yoyo Wu" initials="Y" lastIdx="0" clrIdx="447"/>
  <p:cmAuthor id="449" name="zhangbin" initials="z" lastIdx="0" clrIdx="448"/>
  <p:cmAuthor id="450" name="单 善" initials="单" lastIdx="0" clrIdx="449"/>
  <p:cmAuthor id="451" name="Unknown User112" initials="U" lastIdx="0" clrIdx="450"/>
  <p:cmAuthor id="452" name="Unknown User59" initials="U" lastIdx="0" clrIdx="451"/>
  <p:cmAuthor id="453" name="Unknown User113" initials="U" lastIdx="0" clrIdx="452"/>
  <p:cmAuthor id="454" name="未知的使用者225" initials="" lastIdx="0" clrIdx="453"/>
  <p:cmAuthor id="455" name="未知的使用者226" initials="" lastIdx="0" clrIdx="454"/>
  <p:cmAuthor id="456" name="未知的使用者218" initials="" lastIdx="0" clrIdx="455"/>
  <p:cmAuthor id="457" name="未知的使用者219" initials="" lastIdx="0" clrIdx="456"/>
  <p:cmAuthor id="458" name="未知的使用者220" initials="" lastIdx="0" clrIdx="457"/>
  <p:cmAuthor id="459" name="未知的使用者228" initials="" lastIdx="0" clrIdx="458"/>
  <p:cmAuthor id="460" name="未知的使用者229" initials="" lastIdx="0" clrIdx="459"/>
  <p:cmAuthor id="461" name="未知的使用者230" initials="" lastIdx="0" clrIdx="460"/>
  <p:cmAuthor id="462" name="未知的使用者231" initials="" lastIdx="0" clrIdx="461"/>
  <p:cmAuthor id="463" name="未知的使用者232" initials="" lastIdx="0" clrIdx="462"/>
  <p:cmAuthor id="464" name="raymond luan" initials="r" lastIdx="0" clrIdx="463"/>
  <p:cmAuthor id="465" name="Unknown User114" initials="U" lastIdx="0" clrIdx="464"/>
  <p:cmAuthor id="466" name="Unknown User111" initials="U" lastIdx="0" clrIdx="465"/>
  <p:cmAuthor id="467" name="未知的使用者131" initials="" lastIdx="0" clrIdx="466"/>
  <p:cmAuthor id="468" name="未知的使用者132" initials="" lastIdx="0" clrIdx="467"/>
  <p:cmAuthor id="469" name="未知用户118" initials="未" lastIdx="0" clrIdx="468"/>
  <p:cmAuthor id="470" name="未知的使用者235" initials="" lastIdx="0" clrIdx="469"/>
  <p:cmAuthor id="471" name="未知的使用者236" initials="" lastIdx="0" clrIdx="470"/>
  <p:cmAuthor id="472" name="未知的使用者237" initials="" lastIdx="0" clrIdx="471"/>
  <p:cmAuthor id="473" name="未知的使用者239" initials="" lastIdx="0" clrIdx="472"/>
  <p:cmAuthor id="474" name="未知用户194" initials="未" lastIdx="0" clrIdx="473"/>
  <p:cmAuthor id="475" name="未知的使用者206" initials="" lastIdx="0" clrIdx="474"/>
  <p:cmAuthor id="476" name="未知的使用者207" initials="" lastIdx="0" clrIdx="475"/>
  <p:cmAuthor id="477" name="未知的使用者208" initials="" lastIdx="0" clrIdx="476"/>
  <p:cmAuthor id="478" name="未知的使用者209" initials="" lastIdx="0" clrIdx="477"/>
  <p:cmAuthor id="479" name="未知的使用者210" initials="" lastIdx="0" clrIdx="478"/>
  <p:cmAuthor id="480" name="未知的使用者211" initials="" lastIdx="0" clrIdx="479"/>
  <p:cmAuthor id="481" name="未知的使用者212" initials="" lastIdx="0" clrIdx="480"/>
  <p:cmAuthor id="482" name="未知的使用者213" initials="" lastIdx="0" clrIdx="481"/>
  <p:cmAuthor id="483" name="未知的使用者214" initials="" lastIdx="0" clrIdx="482"/>
  <p:cmAuthor id="484" name="未知的使用者215" initials="" lastIdx="0" clrIdx="483"/>
  <p:cmAuthor id="485" name="未知用户121" initials="未" lastIdx="0" clrIdx="484"/>
  <p:cmAuthor id="486" name="王 黎黎" initials="王" lastIdx="0" clrIdx="485"/>
  <p:cmAuthor id="487" name="未知用户162" initials="未" lastIdx="0" clrIdx="486"/>
  <p:cmAuthor id="488" name="未知用户188" initials="未" lastIdx="0" clrIdx="487"/>
  <p:cmAuthor id="489" name="未知用户120" initials="未" lastIdx="0" clrIdx="488"/>
  <p:cmAuthor id="490" name="未知用户122" initials="未" lastIdx="0" clrIdx="489"/>
  <p:cmAuthor id="491" name="未知用户139" initials="未" lastIdx="0" clrIdx="490"/>
  <p:cmAuthor id="492" name="未知用户141" initials="未" lastIdx="0" clrIdx="491"/>
  <p:cmAuthor id="493" name="未知用户143" initials="未" lastIdx="0" clrIdx="492"/>
  <p:cmAuthor id="494" name="未知用户144" initials="未" lastIdx="0" clrIdx="493"/>
  <p:cmAuthor id="495" name="未知用户145" initials="未" lastIdx="0" clrIdx="494"/>
  <p:cmAuthor id="496" name="未知用户119" initials="未" lastIdx="0" clrIdx="495"/>
  <p:cmAuthor id="497" name="未知用户140" initials="未" lastIdx="0" clrIdx="496"/>
  <p:cmAuthor id="498" name="未知用户142" initials="未" lastIdx="0" clrIdx="497"/>
  <p:cmAuthor id="499" name="未知用户146" initials="未" lastIdx="0" clrIdx="498"/>
  <p:cmAuthor id="500" name="未知用户147" initials="未" lastIdx="0" clrIdx="499"/>
  <p:cmAuthor id="501" name="未知用户148" initials="未" lastIdx="0" clrIdx="500"/>
  <p:cmAuthor id="502" name="未知用户195" initials="未" lastIdx="0" clrIdx="501"/>
  <p:cmAuthor id="503" name="未知用户207" initials="未" lastIdx="0" clrIdx="502"/>
  <p:cmAuthor id="504" name="未知用户208" initials="未" lastIdx="0" clrIdx="503"/>
  <p:cmAuthor id="505" name="未知用户198" initials="未" lastIdx="0" clrIdx="504"/>
  <p:cmAuthor id="506" name="未知用户209" initials="未" lastIdx="0" clrIdx="505"/>
  <p:cmAuthor id="507" name="未知用户206" initials="未" lastIdx="0" clrIdx="506"/>
  <p:cmAuthor id="508" name="未知用户46" initials="未" lastIdx="0" clrIdx="507"/>
  <p:cmAuthor id="509" name="未知的使用者188" initials="未" lastIdx="0" clrIdx="508"/>
  <p:cmAuthor id="510" name="未知的使用者189" initials="未" lastIdx="0" clrIdx="509"/>
  <p:cmAuthor id="511" name="未知的使用者190" initials="未" lastIdx="0" clrIdx="510"/>
  <p:cmAuthor id="512" name="未知的使用者191" initials="未" lastIdx="0" clrIdx="511"/>
  <p:cmAuthor id="513" name="未知的使用者192" initials="未" lastIdx="0" clrIdx="512"/>
  <p:cmAuthor id="514" name="未知的使用者193" initials="未" lastIdx="0" clrIdx="513"/>
  <p:cmAuthor id="515" name="未知的使用者153" initials="未" lastIdx="0" clrIdx="514"/>
  <p:cmAuthor id="516" name="未知的使用者154" initials="未" lastIdx="0" clrIdx="515"/>
  <p:cmAuthor id="517" name="未知的使用者157" initials="未" lastIdx="0" clrIdx="516"/>
  <p:cmAuthor id="518" name="未知的使用者129" initials="未" lastIdx="0" clrIdx="517"/>
  <p:cmAuthor id="519" name="未知的使用者164" initials="未" lastIdx="0" clrIdx="518"/>
  <p:cmAuthor id="520" name="未知的使用者172" initials="未" lastIdx="0" clrIdx="519"/>
  <p:cmAuthor id="521" name="未知的使用者174" initials="未" lastIdx="0" clrIdx="520"/>
  <p:cmAuthor id="522" name="未知的使用者247" initials="未" lastIdx="0" clrIdx="521"/>
  <p:cmAuthor id="523" name="未知的使用者249" initials="未" lastIdx="0" clrIdx="522"/>
  <p:cmAuthor id="524" name="未知的使用者250" initials="未" lastIdx="0" clrIdx="523"/>
  <p:cmAuthor id="525" name="未知的使用者251" initials="未" lastIdx="0" clrIdx="524"/>
  <p:cmAuthor id="526" name="未知的使用者246" initials="未" lastIdx="0" clrIdx="525"/>
  <p:cmAuthor id="527" name="未知的使用者252" initials="未" lastIdx="0" clrIdx="526"/>
  <p:cmAuthor id="528" name="未知的使用者253" initials="未" lastIdx="0" clrIdx="527"/>
  <p:cmAuthor id="529" name="未知的使用者254" initials="未" lastIdx="0" clrIdx="528"/>
  <p:cmAuthor id="530" name="未知的使用者255" initials="未" lastIdx="0" clrIdx="529"/>
  <p:cmAuthor id="531" name="未知的使用者270" initials="未" lastIdx="0" clrIdx="530"/>
  <p:cmAuthor id="532" name="未知的使用者256" initials="未" lastIdx="0" clrIdx="531"/>
  <p:cmAuthor id="533" name="未知的使用者257" initials="未" lastIdx="0" clrIdx="532"/>
  <p:cmAuthor id="534" name="未知的使用者240" initials="未" lastIdx="0" clrIdx="533"/>
  <p:cmAuthor id="535" name="未知的使用者241" initials="未" lastIdx="0" clrIdx="534"/>
  <p:cmAuthor id="536" name="未知的使用者242" initials="未" lastIdx="0" clrIdx="535"/>
  <p:cmAuthor id="537" name="未知的使用者243" initials="未" lastIdx="0" clrIdx="536"/>
  <p:cmAuthor id="538" name="未知的使用者258" initials="未" lastIdx="0" clrIdx="537"/>
  <p:cmAuthor id="539" name="未知的使用者259" initials="未" lastIdx="0" clrIdx="538"/>
  <p:cmAuthor id="540" name="未知的使用者260" initials="未" lastIdx="0" clrIdx="539"/>
  <p:cmAuthor id="541" name="未知的使用者261" initials="未" lastIdx="0" clrIdx="540"/>
  <p:cmAuthor id="542" name="未知的使用者262" initials="未" lastIdx="0" clrIdx="541"/>
  <p:cmAuthor id="543" name="未知的使用者263" initials="未" lastIdx="0" clrIdx="542"/>
  <p:cmAuthor id="544" name="未知的使用者264" initials="未" lastIdx="0" clrIdx="543"/>
  <p:cmAuthor id="545" name="未知的使用者265" initials="未" lastIdx="0" clrIdx="544"/>
  <p:cmAuthor id="546" name="未知的使用者266" initials="未" lastIdx="0" clrIdx="545"/>
  <p:cmAuthor id="547" name="未知的使用者267" initials="未" lastIdx="0" clrIdx="546"/>
  <p:cmAuthor id="548" name="未知的使用者268" initials="未" lastIdx="0" clrIdx="547"/>
  <p:cmAuthor id="549" name="未知的使用者269" initials="未" lastIdx="0" clrIdx="548"/>
  <p:cmAuthor id="550" name="lillian" initials="l" lastIdx="0" clrIdx="549"/>
  <p:cmAuthor id="551" name="未知用户197" initials="未" lastIdx="0" clrIdx="550"/>
  <p:cmAuthor id="552" name="未知用户157" initials="未" lastIdx="0" clrIdx="551"/>
  <p:cmAuthor id="553" name="未知用户158" initials="未" lastIdx="0" clrIdx="552"/>
  <p:cmAuthor id="554" name="未知用户159" initials="未" lastIdx="0" clrIdx="553"/>
  <p:cmAuthor id="555" name="未知用户160" initials="未" lastIdx="0" clrIdx="554"/>
  <p:cmAuthor id="556" name="未知用户168" initials="未" lastIdx="0" clrIdx="555"/>
  <p:cmAuthor id="557" name="順天" initials="順" lastIdx="0" clrIdx="556"/>
  <p:cmAuthor id="558" name="未知用户246" initials="未" lastIdx="0" clrIdx="557"/>
  <p:cmAuthor id="559" name="未知用户166" initials="未" lastIdx="0" clrIdx="558"/>
  <p:cmAuthor id="560" name="未知的使用者224" initials="未" lastIdx="0" clrIdx="559"/>
  <p:cmAuthor id="561" name="未知用户268" initials="未" lastIdx="0" clrIdx="560"/>
  <p:cmAuthor id="562" name="未知用户269" initials="未" lastIdx="0" clrIdx="561"/>
  <p:cmAuthor id="563" name="未知用户20" initials="未" lastIdx="0" clrIdx="562"/>
  <p:cmAuthor id="564" name="未知用户250" initials="未" lastIdx="0" clrIdx="563"/>
  <p:cmAuthor id="565" name="曾蓓/贝贝" initials="曾" lastIdx="0" clrIdx="564"/>
  <p:cmAuthor id="566" name="未知的使用者217" initials="未" lastIdx="0" clrIdx="565"/>
  <p:cmAuthor id="567" name="Charley" initials="C" lastIdx="0" clrIdx="566"/>
  <p:cmAuthor id="568" name="lilan" initials="l" lastIdx="0" clrIdx="567"/>
  <p:cmAuthor id="569" name="未知用户345" initials="未" lastIdx="0" clrIdx="568"/>
  <p:cmAuthor id="570" name="hmwang" initials="dsc" lastIdx="0" clrIdx="569"/>
  <p:cmAuthor id="571" name="未知用户346" initials="未" lastIdx="0" clrIdx="570"/>
  <p:cmAuthor id="572" name="未知的使用者151" initials="未" lastIdx="0" clrIdx="571"/>
  <p:cmAuthor id="573" name="未知的使用者216" initials="未" lastIdx="0" clrIdx="572"/>
  <p:cmAuthor id="574" name="user" initials="u" lastIdx="0" clrIdx="573"/>
  <p:cmAuthor id="575" name="未知的使用者130" initials="未" lastIdx="0" clrIdx="574"/>
  <p:cmAuthor id="576" name="未知的使用者234" initials="未" lastIdx="0" clrIdx="575"/>
  <p:cmAuthor id="577" name="未知用户256" initials="未" lastIdx="0" clrIdx="576"/>
  <p:cmAuthor id="578" name="dell" initials="d" lastIdx="0" clrIdx="577"/>
  <p:cmAuthor id="579" name="super" initials="s" lastIdx="0" clrIdx="578"/>
  <p:cmAuthor id="580" name="未知的使用者238" initials="未" lastIdx="0" clrIdx="579"/>
  <p:cmAuthor id="581" name="未知的使用者97" initials="未" lastIdx="0" clrIdx="580"/>
  <p:cmAuthor id="582" name="未知用户280" initials="未" lastIdx="0" clrIdx="581"/>
  <p:cmAuthor id="583" name="未知用户200" initials="未知用户200" lastIdx="0" clrIdx="582"/>
  <p:cmAuthor id="584" name="刘晖" initials="刘" lastIdx="0" clrIdx="583"/>
  <p:cmAuthor id="585" name="未知用户190" initials="未" lastIdx="0" clrIdx="584"/>
  <p:cmAuthor id="586" name="Stacy Chiang" initials="S" lastIdx="0" clrIdx="585"/>
  <p:cmAuthor id="587" name="Xia Ting" initials="X" lastIdx="0" clrIdx="586"/>
  <p:cmAuthor id="588" name="未知用户180" initials="未" lastIdx="0" clrIdx="587"/>
  <p:cmAuthor id="589" name="不明使用者54" initials="不" lastIdx="0" clrIdx="588"/>
  <p:cmAuthor id="590" name="未知用户94" initials="未" lastIdx="0" clrIdx="589"/>
  <p:cmAuthor id="591" name="未知用户321" initials="未" lastIdx="0" clrIdx="590"/>
  <p:cmAuthor id="592" name="未知用户320" initials="未" lastIdx="0" clrIdx="591"/>
  <p:cmAuthor id="593" name="FanJQ" initials="F" lastIdx="0" clrIdx="592"/>
  <p:cmAuthor id="594" name="未知用户211" initials="未" lastIdx="0" clrIdx="593"/>
  <p:cmAuthor id="595" name="未知用户212" initials="未" lastIdx="0" clrIdx="594"/>
  <p:cmAuthor id="596" name="未知用户293" initials="未" lastIdx="0" clrIdx="595"/>
  <p:cmAuthor id="597" name="未知用户201" initials="未" lastIdx="0" clrIdx="596"/>
  <p:cmAuthor id="598" name="未知用户161" initials="未" lastIdx="0" clrIdx="597"/>
  <p:cmAuthor id="599" name="未知用户183" initials="未" lastIdx="0" clrIdx="598"/>
  <p:cmAuthor id="600" name="nancy" initials="n" lastIdx="0" clrIdx="599"/>
  <p:cmAuthor id="601" name="未知用户163" initials="未" lastIdx="0" clrIdx="600"/>
  <p:cmAuthor id="602" name="未知的使用者233" initials="未" lastIdx="0" clrIdx="601"/>
  <p:cmAuthor id="603" name="ll z" initials="l" lastIdx="0" clrIdx="602"/>
  <p:cmAuthor id="604" name="未知用户191" initials="未" lastIdx="0" clrIdx="603"/>
  <p:cmAuthor id="605" name="未知用户167" initials="未" lastIdx="0" clrIdx="604"/>
  <p:cmAuthor id="606" name="guanhh" initials="g" lastIdx="0" clrIdx="605"/>
  <p:cmAuthor id="607" name="未知用户169" initials="未" lastIdx="0" clrIdx="606"/>
  <p:cmAuthor id="608" name="未知用户192" initials="未" lastIdx="0" clrIdx="607"/>
  <p:cmAuthor id="609" name="未知用户203" initials="未" lastIdx="0" clrIdx="608"/>
  <p:cmAuthor id="610" name="未知用户175" initials="未" lastIdx="0" clrIdx="609"/>
  <p:cmAuthor id="611" name="未知用户176" initials="未" lastIdx="0" clrIdx="610"/>
  <p:cmAuthor id="612" name="未知用户177" initials="未" lastIdx="0" clrIdx="611"/>
  <p:cmAuthor id="613" name="未知用户184" initials="未" lastIdx="0" clrIdx="612"/>
  <p:cmAuthor id="614" name="施普希（菜菜）" initials="施" lastIdx="0" clrIdx="613"/>
  <p:cmAuthor id="615" name="未知用户179" initials="未" lastIdx="0" clrIdx="614"/>
  <p:cmAuthor id="616" name="yu 1" initials="y1" lastIdx="0" clrIdx="615"/>
  <p:cmAuthor id="617" name="未知用户185" initials="未" lastIdx="0" clrIdx="616"/>
  <p:cmAuthor id="618" name="未知用户181" initials="未" lastIdx="0" clrIdx="617"/>
  <p:cmAuthor id="619" name="ye gusong" initials="y" lastIdx="0" clrIdx="618"/>
  <p:cmAuthor id="620" name="wei muzi" initials="w" lastIdx="0" clrIdx="619"/>
  <p:cmAuthor id="621" name="孙" initials="孙" lastIdx="0" clrIdx="620"/>
  <p:cmAuthor id="622" name="未知用户187" initials="未" lastIdx="0" clrIdx="621"/>
  <p:cmAuthor id="623" name="王嘉偉" initials="王" lastIdx="0" clrIdx="622"/>
  <p:cmAuthor id="624" name="catherine" initials="c" lastIdx="0" clrIdx="623"/>
  <p:cmAuthor id="625" name="未知的使用者88" initials="未" lastIdx="0" clrIdx="624"/>
  <p:cmAuthor id="626" name="未知的使用者89" initials="未" lastIdx="0" clrIdx="625"/>
  <p:cmAuthor id="627" name="未知用户287" initials="未" lastIdx="0" clrIdx="626"/>
  <p:cmAuthor id="628" name="未知用户288" initials="未" lastIdx="0" clrIdx="627"/>
  <p:cmAuthor id="629" name="未知用户289" initials="未" lastIdx="0" clrIdx="628"/>
  <p:cmAuthor id="630" name="未知用户290" initials="未" lastIdx="0" clrIdx="629"/>
  <p:cmAuthor id="631" name="未知用户291" initials="未" lastIdx="0" clrIdx="630"/>
  <p:cmAuthor id="632" name="未知用户292" initials="未" lastIdx="0" clrIdx="631"/>
  <p:cmAuthor id="633" name="未知用户295" initials="未" lastIdx="0" clrIdx="632"/>
  <p:cmAuthor id="634" name="未知用户297" initials="未" lastIdx="0" clrIdx="633"/>
  <p:cmAuthor id="635" name="未知用户310" initials="未" lastIdx="0" clrIdx="634"/>
  <p:cmAuthor id="636" name="未知用户215" initials="未" lastIdx="0" clrIdx="635"/>
  <p:cmAuthor id="637" name="未知用户216" initials="未" lastIdx="0" clrIdx="636"/>
  <p:cmAuthor id="638" name="未知用户243" initials="未" lastIdx="0" clrIdx="637"/>
  <p:cmAuthor id="639" name="未知用户282" initials="未" lastIdx="0" clrIdx="638"/>
  <p:cmAuthor id="640" name="未知用户283" initials="未" lastIdx="0" clrIdx="639"/>
  <p:cmAuthor id="641" name="未知用户213" initials="未" lastIdx="0" clrIdx="640"/>
  <p:cmAuthor id="642" name="未知用户279" initials="未" lastIdx="0" clrIdx="641"/>
  <p:cmAuthor id="643" name="未知用户281" initials="未" lastIdx="0" clrIdx="642"/>
  <p:cmAuthor id="644" name="未知用户284" initials="未" lastIdx="0" clrIdx="643"/>
  <p:cmAuthor id="645" name="Ying Lou" initials="Y" lastIdx="0" clrIdx="644"/>
  <p:cmAuthor id="646" name="未知用户174" initials="未" lastIdx="0" clrIdx="645"/>
  <p:cmAuthor id="647" name="刘佳佳" initials="刘" lastIdx="0" clrIdx="646"/>
  <p:cmAuthor id="648" name="未知用户233" initials="未" lastIdx="0" clrIdx="647"/>
  <p:cmAuthor id="649" name="未知用户234" initials="未" lastIdx="0" clrIdx="648"/>
  <p:cmAuthor id="650" name="未知用户235" initials="未" lastIdx="0" clrIdx="649"/>
  <p:cmAuthor id="651" name="未知用户236" initials="未" lastIdx="0" clrIdx="650"/>
  <p:cmAuthor id="652" name="未知用户237" initials="未" lastIdx="0" clrIdx="651"/>
  <p:cmAuthor id="653" name="未知用户240" initials="未" lastIdx="0" clrIdx="652"/>
  <p:cmAuthor id="654" name="未知用户221" initials="未" lastIdx="0" clrIdx="653"/>
  <p:cmAuthor id="655" name="王 辰斌" initials="王" lastIdx="0" clrIdx="654"/>
  <p:cmAuthor id="656" name="未知用户89" initials="未" lastIdx="0" clrIdx="655"/>
  <p:cmAuthor id="657" name="Carol Kelly" initials="C" lastIdx="0" clrIdx="656"/>
  <p:cmAuthor id="658" name="Unknown User58" initials="U" lastIdx="0" clrIdx="657"/>
  <p:cmAuthor id="659" name="Unknown User55" initials="U" lastIdx="0" clrIdx="658"/>
  <p:cmAuthor id="660" name="Huipeng Cao" initials="H" lastIdx="0" clrIdx="659"/>
  <p:cmAuthor id="661" name="李 雷雨" initials="李" lastIdx="0" clrIdx="660"/>
  <p:cmAuthor id="662" name="91257" initials="9" lastIdx="0" clrIdx="661"/>
  <p:cmAuthor id="663" name="未知用户228" initials="未" lastIdx="0" clrIdx="662"/>
  <p:cmAuthor id="664" name="vicky" initials="v" lastIdx="0" clrIdx="663"/>
  <p:cmAuthor id="665" name="jerrychou" initials="j" lastIdx="0" clrIdx="664"/>
  <p:cmAuthor id="666" name="不明使用者12" initials="不" lastIdx="0" clrIdx="665"/>
  <p:cmAuthor id="667" name="不明使用者1" initials="不" lastIdx="0" clrIdx="666"/>
  <p:cmAuthor id="668" name="不明使用者2" initials="不" lastIdx="0" clrIdx="667"/>
  <p:cmAuthor id="669" name="不明使用者3" initials="不" lastIdx="0" clrIdx="668"/>
  <p:cmAuthor id="670" name="不明使用者4" initials="不" lastIdx="0" clrIdx="669"/>
  <p:cmAuthor id="671" name="不明使用者6" initials="不" lastIdx="0" clrIdx="670"/>
  <p:cmAuthor id="672" name="不明使用者5" initials="不" lastIdx="0" clrIdx="671"/>
  <p:cmAuthor id="673" name="不明使用者7" initials="不" lastIdx="0" clrIdx="672"/>
  <p:cmAuthor id="674" name="不明使用者8" initials="不" lastIdx="0" clrIdx="673"/>
  <p:cmAuthor id="675" name="不明使用者9" initials="不" lastIdx="0" clrIdx="674"/>
  <p:cmAuthor id="676" name="不明使用者10" initials="不" lastIdx="0" clrIdx="675"/>
  <p:cmAuthor id="677" name="不明使用者11" initials="不" lastIdx="0" clrIdx="676"/>
  <p:cmAuthor id="678" name="Carol Wu" initials="C" lastIdx="0" clrIdx="677"/>
  <p:cmAuthor id="679" name="Think" initials="T" lastIdx="0" clrIdx="678"/>
  <p:cmAuthor id="680" name="未知用户303" initials="未" lastIdx="0" clrIdx="679"/>
  <p:cmAuthor id="681" name="未知用户304" initials="未" lastIdx="0" clrIdx="680"/>
  <p:cmAuthor id="682" name="win7" initials="w" lastIdx="0" clrIdx="681"/>
  <p:cmAuthor id="683" name="敢 王" initials="敢" lastIdx="0" clrIdx="682"/>
  <p:cmAuthor id="684" name="邓 勇" initials="邓" lastIdx="0" clrIdx="683"/>
  <p:cmAuthor id="685" name="陈城" initials="陈" lastIdx="0" clrIdx="684"/>
  <p:cmAuthor id="686" name="Sharon" initials="S" lastIdx="0" clrIdx="685"/>
  <p:cmAuthor id="687" name="蓝礼健" initials="蓝" lastIdx="0" clrIdx="686"/>
  <p:cmAuthor id="688" name="未知用户311" initials="未" lastIdx="0" clrIdx="687"/>
  <p:cmAuthor id="689" name="未知用户312" initials="未" lastIdx="0" clrIdx="688"/>
  <p:cmAuthor id="690" name="shenbina" initials="s" lastIdx="0" clrIdx="689"/>
  <p:cmAuthor id="691" name="未知用户314" initials="未" lastIdx="0" clrIdx="690"/>
  <p:cmAuthor id="692" name="晓  曲" initials="晓" lastIdx="0" clrIdx="691"/>
  <p:cmAuthor id="693" name="未知用户230" initials="未" lastIdx="0" clrIdx="692"/>
  <p:cmAuthor id="694" name="frankyang" initials="f" lastIdx="0" clrIdx="693"/>
  <p:cmAuthor id="695" name="孟连磊" initials="孟" lastIdx="0" clrIdx="694"/>
  <p:cmAuthor id="696" name="未知用户182" initials="未" lastIdx="0" clrIdx="695"/>
  <p:cmAuthor id="697" name="未知的使用者177" initials="未" lastIdx="0" clrIdx="696"/>
  <p:cmAuthor id="698" name="mei shuo" initials="mei shuo" lastIdx="0" clrIdx="697"/>
  <p:cmAuthor id="699" name="未知用户354" initials="未" lastIdx="0" clrIdx="698"/>
  <p:cmAuthor id="700" name="dengwanting" initials="d" lastIdx="0" clrIdx="699"/>
  <p:cmAuthor id="701" name="未知的使用者221" initials="未" lastIdx="0" clrIdx="700"/>
  <p:cmAuthor id="702" name="273679546@qq.com" initials="2" lastIdx="0" clrIdx="701"/>
  <p:cmAuthor id="703" name="未知的使用者222" initials="未" lastIdx="0" clrIdx="702"/>
  <p:cmAuthor id="704" name="winner1 chan" initials="wc" lastIdx="0" clrIdx="703"/>
  <p:cmAuthor id="705" name="未知用户332" initials="未" lastIdx="0" clrIdx="704"/>
  <p:cmAuthor id="706" name="未知用户217" initials="未" lastIdx="0" clrIdx="705"/>
  <p:cmAuthor id="707" name="未知用户272" initials="未" lastIdx="0" clrIdx="706"/>
  <p:cmAuthor id="708" name="俊晔 邱" initials="俊" lastIdx="0" clrIdx="707"/>
  <p:cmAuthor id="709" name="annie.gts@outlook.com" initials="a" lastIdx="0" clrIdx="708"/>
  <p:cmAuthor id="710" name="杨 升格" initials="杨" lastIdx="0" clrIdx="709"/>
  <p:cmAuthor id="711" name="cy" initials="c" lastIdx="0" clrIdx="710"/>
  <p:cmAuthor id="712" name="未知用户222" initials="未" lastIdx="0" clrIdx="711"/>
  <p:cmAuthor id="713" name="璇 安" initials="璇" lastIdx="0" clrIdx="712"/>
  <p:cmAuthor id="714" name="未知用户214" initials="未" lastIdx="0" clrIdx="713"/>
  <p:cmAuthor id="715" name="lxm" initials="l" lastIdx="0" clrIdx="714"/>
  <p:cmAuthor id="716" name="未知用户231" initials="未" lastIdx="0" clrIdx="715"/>
  <p:cmAuthor id="717" name="yesg" initials="y" lastIdx="0" clrIdx="716"/>
  <p:cmAuthor id="718" name="艾启明" initials="A" lastIdx="0" clrIdx="717"/>
  <p:cmAuthor id="719" name="未知用户277" initials="未" lastIdx="0" clrIdx="718"/>
  <p:cmAuthor id="720" name="soling" initials="s" lastIdx="0" clrIdx="719"/>
  <p:cmAuthor id="721" name="李 骁" initials="李" lastIdx="0" clrIdx="720"/>
  <p:cmAuthor id="722" name="未知用户258" initials="未" lastIdx="0" clrIdx="721"/>
  <p:cmAuthor id="723" name="未知的使用者96" initials="未" lastIdx="0" clrIdx="722"/>
  <p:cmAuthor id="724" name="未知用户260" initials="未" lastIdx="0" clrIdx="723"/>
  <p:cmAuthor id="725" name="未知用户261" initials="未" lastIdx="0" clrIdx="724"/>
  <p:cmAuthor id="726" name="未知用户262" initials="未" lastIdx="0" clrIdx="725"/>
  <p:cmAuthor id="727" name="未知用户263" initials="未" lastIdx="0" clrIdx="726"/>
  <p:cmAuthor id="728" name="未知用户248" initials="未" lastIdx="0" clrIdx="727"/>
  <p:cmAuthor id="729" name="未知用户249" initials="未" lastIdx="0" clrIdx="728"/>
  <p:cmAuthor id="730" name="未知用户315" initials="未" lastIdx="0" clrIdx="729"/>
  <p:cmAuthor id="731" name="未知用户316" initials="未" lastIdx="0" clrIdx="730"/>
  <p:cmAuthor id="732" name="未知用户317" initials="未" lastIdx="0" clrIdx="731"/>
  <p:cmAuthor id="733" name="未知用户318" initials="未" lastIdx="0" clrIdx="732"/>
  <p:cmAuthor id="734" name="未知用户319" initials="未" lastIdx="0" clrIdx="733"/>
  <p:cmAuthor id="735" name="chen hui" initials="c" lastIdx="0" clrIdx="734"/>
  <p:cmAuthor id="736" name="未知用户244" initials="未" lastIdx="0" clrIdx="735"/>
  <p:cmAuthor id="737" name="未知用户322" initials="未" lastIdx="0" clrIdx="736"/>
  <p:cmAuthor id="738" name="未知用户323" initials="未" lastIdx="0" clrIdx="737"/>
  <p:cmAuthor id="739" name="未知用户324" initials="未" lastIdx="0" clrIdx="738"/>
  <p:cmAuthor id="740" name="wangxinhui" initials="w" lastIdx="0" clrIdx="739"/>
  <p:cmAuthor id="741" name="未知用户363" initials="未" lastIdx="0" clrIdx="740"/>
  <p:cmAuthor id="742" name="未知用户459" initials="未" lastIdx="0" clrIdx="741"/>
  <p:cmAuthor id="743" name="未知用户470" initials="未" lastIdx="0" clrIdx="742"/>
  <p:cmAuthor id="744" name="未知用户325" initials="未" lastIdx="0" clrIdx="743"/>
  <p:cmAuthor id="745" name="未知用户326" initials="未" lastIdx="0" clrIdx="744"/>
  <p:cmAuthor id="746" name="未知用户365" initials="未" lastIdx="0" clrIdx="745"/>
  <p:cmAuthor id="747" name="未知用户460" initials="未" lastIdx="0" clrIdx="746"/>
  <p:cmAuthor id="748" name="未知用户366" initials="未" lastIdx="0" clrIdx="747"/>
  <p:cmAuthor id="749" name="未知用户461" initials="未" lastIdx="0" clrIdx="748"/>
  <p:cmAuthor id="750" name="未知用户367" initials="未" lastIdx="0" clrIdx="749"/>
  <p:cmAuthor id="751" name="未知用户462" initials="未" lastIdx="0" clrIdx="750"/>
  <p:cmAuthor id="752" name="未知用户463" initials="未" lastIdx="0" clrIdx="751"/>
  <p:cmAuthor id="753" name="未知用户368" initials="未" lastIdx="0" clrIdx="752"/>
  <p:cmAuthor id="754" name="未知用户464" initials="未" lastIdx="0" clrIdx="753"/>
  <p:cmAuthor id="755" name="未知用户369" initials="未" lastIdx="0" clrIdx="754"/>
  <p:cmAuthor id="756" name="未知用户465" initials="未" lastIdx="0" clrIdx="755"/>
  <p:cmAuthor id="757" name="未知用户466" initials="未" lastIdx="0" clrIdx="756"/>
  <p:cmAuthor id="758" name="未知用户467" initials="未" lastIdx="0" clrIdx="757"/>
  <p:cmAuthor id="759" name="未知用户468" initials="未" lastIdx="0" clrIdx="758"/>
  <p:cmAuthor id="760" name="未知用户426" initials="未" lastIdx="0" clrIdx="759"/>
  <p:cmAuthor id="761" name="未知用户371" initials="未" lastIdx="0" clrIdx="760"/>
  <p:cmAuthor id="762" name="未知用户372" initials="未" lastIdx="0" clrIdx="761"/>
  <p:cmAuthor id="763" name="未知用户373" initials="未" lastIdx="0" clrIdx="762"/>
  <p:cmAuthor id="764" name="未知用户374" initials="未" lastIdx="0" clrIdx="763"/>
  <p:cmAuthor id="765" name="未知用户469" initials="未" lastIdx="0" clrIdx="764"/>
  <p:cmAuthor id="766" name="未知用户427" initials="未" lastIdx="0" clrIdx="765"/>
  <p:cmAuthor id="767" name="未知用户375" initials="未" lastIdx="0" clrIdx="766"/>
  <p:cmAuthor id="768" name="未知用户376" initials="未" lastIdx="0" clrIdx="767"/>
  <p:cmAuthor id="769" name="未知用户377" initials="未" lastIdx="0" clrIdx="768"/>
  <p:cmAuthor id="770" name="未知用户428" initials="未" lastIdx="0" clrIdx="769"/>
  <p:cmAuthor id="771" name="未知用户378" initials="未" lastIdx="0" clrIdx="770"/>
  <p:cmAuthor id="772" name="未知用户379" initials="未" lastIdx="0" clrIdx="771"/>
  <p:cmAuthor id="773" name="未知用户339" initials="未" lastIdx="0" clrIdx="772"/>
  <p:cmAuthor id="774" name="未知用户380" initials="未" lastIdx="0" clrIdx="773"/>
  <p:cmAuthor id="775" name="胡陵宽(省公司一)" initials="胡" lastIdx="0" clrIdx="774"/>
  <p:cmAuthor id="776" name="高阳" initials="高" lastIdx="0" clrIdx="775"/>
  <p:cmAuthor id="777" name="宋晓龙" initials="宋" lastIdx="0" clrIdx="776"/>
  <p:cmAuthor id="778" name="安广翔" initials="安" lastIdx="0" clrIdx="777"/>
  <p:cmAuthor id="779" name="zhangjing" initials="z" lastIdx="0" clrIdx="778"/>
  <p:cmAuthor id="780" name="未知用户138" initials="未" lastIdx="0" clrIdx="779"/>
  <p:cmAuthor id="781" name="未知用户137" initials="未" lastIdx="0" clrIdx="780"/>
  <p:cmAuthor id="782" name="B" initials="B" lastIdx="0" clrIdx="781"/>
  <p:cmAuthor id="783" name="刘锦娣" initials="刘" lastIdx="0" clrIdx="782"/>
  <p:cmAuthor id="784" name="王林杰" initials="王" lastIdx="0" clrIdx="783"/>
  <p:cmAuthor id="785" name="高飞" initials="高" lastIdx="0" clrIdx="784"/>
  <p:cmAuthor id="786" name="xzb1" initials="x" lastIdx="0" clrIdx="785"/>
  <p:cmAuthor id="787" name="10039985" initials="1" lastIdx="0" clrIdx="786"/>
  <p:cmAuthor id="788" name="10223621" initials="1" lastIdx="0" clrIdx="787"/>
  <p:cmAuthor id="789" name="00001457" initials="0" lastIdx="0" clrIdx="788"/>
  <p:cmAuthor id="790" name="张静_Anua7Nne" initials="张" lastIdx="0" clrIdx="789"/>
  <p:cmAuthor id="791" name="MA YOU" initials="M" lastIdx="0" clrIdx="790"/>
  <p:cmAuthor id="792" name="席琛" initials="" lastIdx="0" clrIdx="791"/>
  <p:cmAuthor id="793" name="李 嘉" initials="李" lastIdx="0" clrIdx="792"/>
  <p:cmAuthor id="794" name="梦逍遥" initials="梦" lastIdx="0" clrIdx="793"/>
  <p:cmAuthor id="795" name="钟 潇文" initials="钟" lastIdx="0" clrIdx="794"/>
  <p:cmAuthor id="796" name="邢绍文" initials="邢" lastIdx="0" clrIdx="795"/>
  <p:cmAuthor id="797" name="红旗的理想" initials="红" lastIdx="0" clrIdx="796"/>
  <p:cmAuthor id="798" name="shq316" initials="s" lastIdx="0" clrIdx="797"/>
  <p:cmAuthor id="799" name="shq316@vod365.com" initials="s" lastIdx="0" clrIdx="798"/>
  <p:cmAuthor id="800" name="yang fengyu" initials="yf" lastIdx="0" clrIdx="799"/>
  <p:cmAuthor id="801" name="陈伟" initials="陈" lastIdx="0" clrIdx="800"/>
  <p:cmAuthor id="802" name="Teloseness" initials="T" lastIdx="0" clrIdx="801"/>
  <p:cmAuthor id="803" name="Jiaxi Wang" initials="JW" lastIdx="0" clrIdx="802"/>
  <p:cmAuthor id="804" name="汪罡" initials="汪" lastIdx="0" clrIdx="803"/>
  <p:cmAuthor id="805" name="田维康" initials="田" lastIdx="0" clrIdx="804"/>
  <p:cmAuthor id="806" name="zdl" initials="z" lastIdx="0" clrIdx="805"/>
  <p:cmAuthor id="807" name="gus9@chinaunicom.cn" initials="g" lastIdx="0" clrIdx="806"/>
  <p:cmAuthor id="808" name="zhao jia" initials="zj" lastIdx="0" clrIdx="807"/>
  <p:cmAuthor id="809" name="韩剑侠" initials="P" lastIdx="0" clrIdx="808"/>
  <p:cmAuthor id="810" name="姚琳" initials="姚" lastIdx="0" clrIdx="809"/>
  <p:cmAuthor id="811" name="chen" initials="c" lastIdx="0" clrIdx="810"/>
  <p:cmAuthor id="812" name="10115734" initials="1" lastIdx="0" clrIdx="811"/>
  <p:cmAuthor id="813" name="00021840" initials="0" lastIdx="0" clrIdx="812"/>
  <p:cmAuthor id="814" name="Vincent" initials="VZ" lastIdx="0" clrIdx="813"/>
  <p:cmAuthor id="815" name="10073055" initials="1" lastIdx="0" clrIdx="814"/>
  <p:cmAuthor id="816" name="李林林" initials="李" lastIdx="0" clrIdx="815"/>
  <p:cmAuthor id="817" name="lin li" initials="ll" lastIdx="0" clrIdx="816"/>
  <p:cmAuthor id="818" name="595434287@qq.com" initials="5" lastIdx="0" clrIdx="817"/>
  <p:cmAuthor id="819" name="345175348@qq.com" initials="3" lastIdx="0" clrIdx="818"/>
  <p:cmAuthor id="820" name="李 奕霖" initials="李" lastIdx="0" clrIdx="819"/>
  <p:cmAuthor id="821" name="敬泉 李" initials="敬泉" lastIdx="0" clrIdx="820"/>
  <p:cmAuthor id="822" name="未知用户70" initials="未" lastIdx="0" clrIdx="821"/>
  <p:cmAuthor id="823" name="未知的使用者1" initials="未" lastIdx="0" clrIdx="822"/>
  <p:cmAuthor id="824" name="不明使用者57" initials="不" lastIdx="0" clrIdx="823"/>
  <p:cmAuthor id="825" name="怪咕隆咚" initials="怪" lastIdx="0" clrIdx="824"/>
  <p:cmAuthor id="826" name="李慧" initials="李" lastIdx="0" clrIdx="825"/>
  <p:cmAuthor id="827" name="小碰" initials="小" lastIdx="0" clrIdx="826"/>
  <p:cmAuthor id="828" name="未知用户86" initials="未" lastIdx="0" clrIdx="827"/>
  <p:cmAuthor id="829" name="未知用户218" initials="未" lastIdx="0" clrIdx="828"/>
  <p:cmAuthor id="830" name="未知用户63" initials="未" lastIdx="0" clrIdx="829"/>
  <p:cmAuthor id="831" name="Ted Su" initials="T" lastIdx="0" clrIdx="830"/>
  <p:cmAuthor id="832" name="未知用户129" initials="未" lastIdx="0" clrIdx="831"/>
  <p:cmAuthor id="833" name="未知用户125" initials="未" lastIdx="0" clrIdx="832"/>
  <p:cmAuthor id="834" name="庆芳 许" initials="庆" lastIdx="0" clrIdx="833"/>
  <p:cmAuthor id="835" name="林" initials="林" lastIdx="0" clrIdx="834"/>
  <p:cmAuthor id="836" name="未知的使用者155" initials="未" lastIdx="0" clrIdx="835"/>
  <p:cmAuthor id="837" name="未知用户110" initials="未" lastIdx="0" clrIdx="836"/>
  <p:cmAuthor id="838" name="未知用户343" initials="未" lastIdx="0" clrIdx="837"/>
  <p:cmAuthor id="839" name="A.God" initials="A" lastIdx="0" clrIdx="838"/>
  <p:cmAuthor id="840" name="没事偷着乐" initials="没" lastIdx="0" clrIdx="839"/>
  <p:cmAuthor id="841" name="晶 王" initials="晶王" lastIdx="0" clrIdx="840"/>
  <p:cmAuthor id="842" name="未知用户471" initials="未" lastIdx="0" clrIdx="841"/>
  <p:cmAuthor id="843" name="未知用户472" initials="未" lastIdx="0" clrIdx="842"/>
  <p:cmAuthor id="844" name="未知用户473" initials="未" lastIdx="0" clrIdx="843"/>
  <p:cmAuthor id="845" name="未知用户474" initials="未" lastIdx="0" clrIdx="844"/>
  <p:cmAuthor id="846" name="未知用户475" initials="未" lastIdx="0" clrIdx="845"/>
  <p:cmAuthor id="847" name="未知用户476" initials="未" lastIdx="0" clrIdx="846"/>
  <p:cmAuthor id="848" name="未知用户489" initials="未" lastIdx="0" clrIdx="847"/>
  <p:cmAuthor id="849" name="未知用户488" initials="未" lastIdx="0" clrIdx="848"/>
  <p:cmAuthor id="850" name="未知用户490" initials="未" lastIdx="0" clrIdx="849"/>
  <p:cmAuthor id="851" name="未知用户477" initials="未" lastIdx="0" clrIdx="850"/>
  <p:cmAuthor id="852" name="未知用户478" initials="未" lastIdx="0" clrIdx="851"/>
  <p:cmAuthor id="853" name="未知用户479" initials="未" lastIdx="0" clrIdx="852"/>
  <p:cmAuthor id="854" name="未知用户480" initials="未" lastIdx="0" clrIdx="853"/>
  <p:cmAuthor id="855" name="未知用户481" initials="未" lastIdx="0" clrIdx="854"/>
  <p:cmAuthor id="856" name="未知用户482" initials="未" lastIdx="0" clrIdx="855"/>
  <p:cmAuthor id="857" name="未知用户483" initials="未" lastIdx="0" clrIdx="856"/>
  <p:cmAuthor id="858" name="未知用户484" initials="未" lastIdx="0" clrIdx="857"/>
  <p:cmAuthor id="859" name="未知用户485" initials="未" lastIdx="0" clrIdx="858"/>
  <p:cmAuthor id="860" name="未知用户486" initials="未" lastIdx="0" clrIdx="859"/>
  <p:cmAuthor id="861" name="未知用户487" initials="未" lastIdx="0" clrIdx="860"/>
  <p:cmAuthor id="862" name="seki" initials="s" lastIdx="0" clrIdx="861"/>
  <p:cmAuthor id="863" name="пользователь Microsoft Office" initials="п" lastIdx="0" clrIdx="862"/>
  <p:cmAuthor id="864" name="刘淼" initials="刘" lastIdx="0" clrIdx="863"/>
  <p:cmAuthor id="865" name="程学春 cxc" initials="程" lastIdx="0" clrIdx="864"/>
  <p:cmAuthor id="866" name="刘岸亮" initials="刘" lastIdx="0" clrIdx="865"/>
  <p:cmAuthor id="867" name="雍中婧" initials="雍" lastIdx="0" clrIdx="866"/>
  <p:cmAuthor id="868" name="任斐" initials="任" lastIdx="0" clrIdx="867"/>
  <p:cmAuthor id="869" name="肖 雷" initials="肖" lastIdx="0" clrIdx="868"/>
  <p:cmAuthor id="870" name="lin lin" initials="l" lastIdx="0" clrIdx="869"/>
  <p:cmAuthor id="871" name="邓蓉榕" initials="邓" lastIdx="0" clrIdx="870"/>
  <p:cmAuthor id="872" name="Sky.Wang" initials="S" lastIdx="0" clrIdx="871"/>
  <p:cmAuthor id="873" name="时方赛" initials="时" lastIdx="0" clrIdx="872"/>
  <p:cmAuthor id="874" name="李明强" initials="李" lastIdx="0" clrIdx="873"/>
  <p:cmAuthor id="875" name="zhangbw18" initials="z" lastIdx="0" clrIdx="874"/>
  <p:cmAuthor id="876" name="zhangchenghua" initials="z" lastIdx="0" clrIdx="875"/>
  <p:cmAuthor id="877" name="水静犹明" initials="水" lastIdx="0" clrIdx="876"/>
  <p:cmAuthor id="878" name="严之" initials="严" lastIdx="0" clrIdx="877"/>
  <p:cmAuthor id="879" name="86139" initials="8" lastIdx="0" clrIdx="878"/>
  <p:cmAuthor id="880" name="未知用户152" initials="未" lastIdx="0" clrIdx="879"/>
  <p:cmAuthor id="881" name="未知用户164" initials="未" lastIdx="0" clrIdx="880"/>
  <p:cmAuthor id="882" name="未知用户153" initials="未" lastIdx="0" clrIdx="881"/>
  <p:cmAuthor id="883" name="哒哒 熊猫" initials="哒" lastIdx="0" clrIdx="882"/>
  <p:cmAuthor id="884" name="Yun-Ting Tseng" initials="Y" lastIdx="0" clrIdx="883"/>
  <p:cmAuthor id="885" name="CodonMedical" initials="C" lastIdx="0" clrIdx="884"/>
  <p:cmAuthor id="886" name="Helen Keyworth (HI)" initials="H" lastIdx="0" clrIdx="885"/>
  <p:cmAuthor id="887" name="Louise Adamson (HI)" initials="L" lastIdx="0" clrIdx="886"/>
  <p:cmAuthor id="888" name="未知用户165" initials="未" lastIdx="0" clrIdx="887"/>
  <p:cmAuthor id="889" name="alen" initials="a" lastIdx="0" clrIdx="888"/>
  <p:cmAuthor id="890" name="Well Li" initials="W" lastIdx="0" clrIdx="889"/>
  <p:cmAuthor id="891" name="任俊宣" initials="任" lastIdx="0" clrIdx="890"/>
  <p:cmAuthor id="892" name="未知用户337" initials="未" lastIdx="0" clrIdx="891"/>
  <p:cmAuthor id="893" name="李 鑫" initials="李" lastIdx="0" clrIdx="892"/>
  <p:cmAuthor id="894" name="未知用户407" initials="未" lastIdx="0" clrIdx="893"/>
  <p:cmAuthor id="895" name="杨强" initials="杨" lastIdx="0" clrIdx="894"/>
  <p:cmAuthor id="896" name="檀晟 陈" initials="檀晟" lastIdx="0" clrIdx="895"/>
  <p:cmAuthor id="897" name="本拉～邓" initials="本" lastIdx="0" clrIdx="896"/>
  <p:cmAuthor id="898" name="破晓" initials="破" lastIdx="0" clrIdx="897"/>
  <p:cmAuthor id="899" name="WPS_1679281038" initials="W" lastIdx="0" clrIdx="898"/>
  <p:cmAuthor id="900" name="tonghailan" initials="t" lastIdx="0" clrIdx="899"/>
  <p:cmAuthor id="901" name="王丰_aE3uARfm" initials="authorId_383357774" lastIdx="0" clrIdx="900"/>
  <p:cmAuthor id="902" name="方少_UbQfrimU" initials="authorId_442114952" lastIdx="0" clrIdx="901"/>
  <p:cmAuthor id="903" name="叶盛_Q3A3IfEf" initials="authorId_506280334" lastIdx="0" clrIdx="902"/>
  <p:cmAuthor id="904" name="Harley._bEJrUJ7r" initials="authorId_432156705" lastIdx="0" clrIdx="903"/>
  <p:cmAuthor id="905" name="罗平_VB7vJb2E" initials="authorId_305049361" lastIdx="0" clrIdx="904"/>
  <p:cmAuthor id="906" name="xixi_nUjqe22E" initials="authorId_359229261" lastIdx="0" clrIdx="905"/>
  <p:cmAuthor id="907" name="黄崑" initials="HK" lastIdx="0" clrIdx="906"/>
  <p:cmAuthor id="908" name="安安_zm6nYnYZ" initials="authorId_347340296" lastIdx="0" clrIdx="907"/>
  <p:cmAuthor id="909" name="周君_MfIffYra" initials="authorId_375419134" lastIdx="0" clrIdx="908"/>
  <p:cmAuthor id="910" name="╰醉爱‘’" initials="╰" lastIdx="0" clrIdx="909"/>
  <p:cmAuthor id="911" name="未知用户87" initials="未" lastIdx="0" clrIdx="910"/>
  <p:cmAuthor id="912" name="张青山" initials="张青山" lastIdx="0" clrIdx="911"/>
  <p:cmAuthor id="913" name="未知用户259" initials="未" lastIdx="0" clrIdx="912"/>
  <p:cmAuthor id="914" name="未知用户270" initials="未" lastIdx="0" clrIdx="913"/>
  <p:cmAuthor id="915" name="Nero" initials="N" lastIdx="0" clrIdx="914"/>
  <p:cmAuthor id="916" name="yifan song" initials="y" lastIdx="0" clrIdx="915"/>
  <p:cmAuthor id="917" name="莊安君" initials="莊" lastIdx="0" clrIdx="916"/>
  <p:cmAuthor id="918" name="陳建璋" initials="陳" lastIdx="0" clrIdx="917"/>
  <p:cmAuthor id="919" name="建璋" initials="建" lastIdx="0" clrIdx="918"/>
  <p:cmAuthor id="920" name="77482" initials="7" lastIdx="0" clrIdx="919"/>
  <p:cmAuthor id="921" name="未知用户265" initials="未" lastIdx="0" clrIdx="920"/>
  <p:cmAuthor id="922" name="未知用户267" initials="未" lastIdx="0" clrIdx="921"/>
  <p:cmAuthor id="923" name="未知用户241" initials="未" lastIdx="0" clrIdx="922"/>
  <p:cmAuthor id="924" name="未知用户242" initials="未" lastIdx="0" clrIdx="923"/>
  <p:cmAuthor id="925" name="未知用户227" initials="未" lastIdx="0" clrIdx="924"/>
  <p:cmAuthor id="926" name="未知用户298" initials="未" lastIdx="0" clrIdx="925"/>
  <p:cmAuthor id="927" name="未知用户299" initials="未" lastIdx="0" clrIdx="926"/>
  <p:cmAuthor id="928" name="未知用户302" initials="未" lastIdx="0" clrIdx="927"/>
  <p:cmAuthor id="929" name="許詩婕" initials="許" lastIdx="0" clrIdx="928"/>
  <p:cmAuthor id="930" name="minil" initials="m" lastIdx="0" clrIdx="929"/>
  <p:cmAuthor id="931" name="15106" initials="1" lastIdx="0" clrIdx="930"/>
  <p:cmAuthor id="932" name="Zhu, Hawk" initials="Z" lastIdx="0" clrIdx="931"/>
  <p:cmAuthor id="933" name="tanjp" initials="t" lastIdx="0" clrIdx="932"/>
  <p:cmAuthor id="934" name="YS" initials="Y" lastIdx="0" clrIdx="933"/>
  <p:cmAuthor id="935" name="Jdi" initials="J" lastIdx="0" clrIdx="934"/>
  <p:cmAuthor id="936" name="未知用户239" initials="未" lastIdx="0" clrIdx="935"/>
  <p:cmAuthor id="937" name="chenmh" initials="c" lastIdx="0" clrIdx="936"/>
  <p:cmAuthor id="938" name="CVTEr" initials="C" lastIdx="0" clrIdx="937"/>
  <p:cmAuthor id="939" name="June C" initials="J" lastIdx="0" clrIdx="938"/>
  <p:cmAuthor id="940" name="00270" initials="0" lastIdx="0" clrIdx="939"/>
  <p:cmAuthor id="941" name="IBM_USER" initials="I" lastIdx="0" clrIdx="940"/>
  <p:cmAuthor id="942" name="aa" initials="a" lastIdx="0" clrIdx="941"/>
  <p:cmAuthor id="943" name="shinevin liu" initials="s" lastIdx="0" clrIdx="942"/>
  <p:cmAuthor id="944" name="Davidpeng" initials="D" lastIdx="0" clrIdx="943"/>
  <p:cmAuthor id="945" name="dbc" initials="d" lastIdx="0" clrIdx="944"/>
  <p:cmAuthor id="946" name="吴军影" initials="吴" lastIdx="0" clrIdx="945"/>
  <p:cmAuthor id="947" name="冯学沛" initials="冯" lastIdx="0" clrIdx="946"/>
  <p:cmAuthor id="948" name="杨 超" initials="杨" lastIdx="0" clrIdx="947"/>
  <p:cmAuthor id="949" name="Rex" initials="R" lastIdx="0" clrIdx="948"/>
  <p:cmAuthor id="950" name="10311315" initials="1" lastIdx="0" clrIdx="949"/>
  <p:cmAuthor id="951" name="jialuo" initials="j" lastIdx="0" clrIdx="950"/>
  <p:cmAuthor id="952" name="源 王" initials="源王" lastIdx="0" clrIdx="951"/>
  <p:cmAuthor id="953" name="刘浩" initials="刘" lastIdx="0" clrIdx="952"/>
  <p:cmAuthor id="954" name="Vivian Liu" initials="VL" lastIdx="0" clrIdx="953"/>
  <p:cmAuthor id="955" name="谢学斌" initials="谢" lastIdx="0" clrIdx="954"/>
  <p:cmAuthor id="956" name="Unknown User80" initials="U" lastIdx="0" clrIdx="955"/>
  <p:cmAuthor id="957" name="陳珮琪" initials="陳珮琪" lastIdx="0" clrIdx="956"/>
  <p:cmAuthor id="958" name="妞妞妹儿" initials="妞" lastIdx="0" clrIdx="957"/>
  <p:cmAuthor id="959" name="赵鸿程" initials="A" lastIdx="0" clrIdx="958"/>
  <p:cmAuthor id="960" name="无" initials="无" lastIdx="0" clrIdx="959"/>
  <p:cmAuthor id="961" name="filly" initials="f" lastIdx="0" clrIdx="960"/>
  <p:cmAuthor id="962" name="WPS_1695519641" initials="W" lastIdx="0" clrIdx="961"/>
  <p:cmAuthor id="963" name="Zen" initials="Z" lastIdx="0" clrIdx="962"/>
  <p:cmAuthor id="964" name="Mr.Torment" initials="M" lastIdx="0" clrIdx="963"/>
  <p:cmAuthor id="965" name="唐小唐" initials="唐" lastIdx="0" clrIdx="964"/>
  <p:cmAuthor id="966" name="WPS_1591100732" initials="W" lastIdx="0" clrIdx="965"/>
  <p:cmAuthor id="967" name="nature_emInFJF7" initials="authorId_313163542" lastIdx="0" clrIdx="966"/>
  <p:cmAuthor id="968" name="杨思思_VNjyvY7j" initials="authorId_430925712" lastIdx="0" clrIdx="967"/>
  <p:cmAuthor id="969" name="原全新" initials="原" lastIdx="0" clrIdx="968"/>
  <p:cmAuthor id="970" name="guoning" initials="g" lastIdx="0" clrIdx="969"/>
  <p:cmAuthor id="971" name="林桦桦" initials="林" lastIdx="0" clrIdx="970"/>
  <p:cmAuthor id="972" name="小明" initials="小" lastIdx="0" clrIdx="971"/>
  <p:cmAuthor id="973" name="小耳朵图图" initials="小" lastIdx="0" clrIdx="972"/>
  <p:cmAuthor id="974" name="未知用户421" initials="未" lastIdx="0" clrIdx="973"/>
  <p:cmAuthor id="975" name="he zhirui" initials="hz" lastIdx="0" clrIdx="974"/>
  <p:cmAuthor id="976" name="伟哥" initials="伟哥" lastIdx="0" clrIdx="975"/>
  <p:cmAuthor id="977" name="孙 澍" initials="孙" lastIdx="0" clrIdx="976"/>
  <p:cmAuthor id="978" name="Laptop Go" initials="L" lastIdx="0" clrIdx="977"/>
  <p:cmAuthor id="979" name="郑骏" initials="郑骏" lastIdx="0" clrIdx="978"/>
  <p:cmAuthor id="980" name="佳" initials="佳" lastIdx="0" clrIdx="979"/>
  <p:cmAuthor id="981" name="孙 鹏" initials="孙" lastIdx="0" clrIdx="980"/>
  <p:cmAuthor id="982" name="肖琼" initials="肖琼" lastIdx="0" clrIdx="981"/>
  <p:cmAuthor id="983" name="部室管理员/软件开发中心/总行机关/ABC" initials="部" lastIdx="0" clrIdx="982"/>
  <p:cmAuthor id="984" name="zilong.li" initials="z" lastIdx="0" clrIdx="983"/>
  <p:cmAuthor id="985" name="James Conard" initials="J" lastIdx="0" clrIdx="984"/>
  <p:cmAuthor id="986" name="TaiKang" initials="T" lastIdx="0" clrIdx="985"/>
  <p:cmAuthor id="987" name="22010" initials="2" lastIdx="0" clrIdx="986"/>
  <p:cmAuthor id="988" name="daliang xu" initials="d" lastIdx="0" clrIdx="987"/>
  <p:cmAuthor id="989" name="3930" initials="3" lastIdx="0" clrIdx="988"/>
  <p:cmAuthor id="990" name="Bo" initials="B" lastIdx="0" clrIdx="989"/>
  <p:cmAuthor id="991" name="M7100z-win7" initials="M" lastIdx="0" clrIdx="990"/>
  <p:cmAuthor id="992" name="李昀东" initials="李" lastIdx="0" clrIdx="991"/>
  <p:cmAuthor id="993" name="liuhao24" initials="l" lastIdx="0" clrIdx="992"/>
  <p:cmAuthor id="994" name="理者" initials="理" lastIdx="0" clrIdx="993"/>
  <p:cmAuthor id="995" name="t-1i-caiwu" initials="t" lastIdx="0" clrIdx="994"/>
  <p:cmAuthor id="996" name="zhaoyue46" initials="z" lastIdx="0" clrIdx="995"/>
  <p:cmAuthor id="997" name="shenxin03" initials="s" lastIdx="0" clrIdx="996"/>
  <p:cmAuthor id="998" name="黄梅" initials="黄" lastIdx="0" clrIdx="997"/>
  <p:cmAuthor id="999" name="xq" initials="x" lastIdx="0" clrIdx="998"/>
  <p:cmAuthor id="1000" name="hasee" initials="h" lastIdx="0" clrIdx="999"/>
  <p:cmAuthor id="1001" name="贝贝ai猪" initials="贝" lastIdx="0" clrIdx="1000"/>
  <p:cmAuthor id="1002" name="Xin Wang" initials="X" lastIdx="0" clrIdx="1001"/>
  <p:cmAuthor id="1003" name="马靖松" initials="马" lastIdx="0" clrIdx="1002"/>
  <p:cmAuthor id="1004" name="张晓燕(内蒙古巴彦淖尔)" initials="张" lastIdx="0" clrIdx="1003"/>
  <p:cmAuthor id="1005" name="沈琪-pbj" initials="沈" lastIdx="0" clrIdx="1004"/>
  <p:cmAuthor id="1006" name="LUO CHENG" initials="L" lastIdx="0" clrIdx="1005"/>
  <p:cmAuthor id="1007" name="scx" initials="s" lastIdx="0" clrIdx="1006"/>
  <p:cmAuthor id="1008" name="shenyanning-001" initials="s" lastIdx="0" clrIdx="1007"/>
  <p:cmAuthor id="1009" name="lipengfei01111@outlook.com" initials="l" lastIdx="0" clrIdx="1008"/>
  <p:cmAuthor id="1010" name="Evander Wan" initials="E" lastIdx="0" clrIdx="1009"/>
  <p:cmAuthor id="1011" name="Simon Camp" initials="S" lastIdx="0" clrIdx="1010"/>
  <p:cmAuthor id="1012" name="郭佳宏" initials="郭" lastIdx="0" clrIdx="1011"/>
  <p:cmAuthor id="1013" name="王书珍" initials="王" lastIdx="0" clrIdx="1012"/>
  <p:cmAuthor id="1014" name="何兴胜" initials="何" lastIdx="0" clrIdx="1013"/>
  <p:cmAuthor id="1015" name="bing" initials="b" lastIdx="0" clrIdx="1014"/>
  <p:cmAuthor id="1016" name="hh" initials="h" lastIdx="0" clrIdx="1015"/>
  <p:cmAuthor id="1017" name="273839920@qq.com" initials="2" lastIdx="0" clrIdx="1016"/>
  <p:cmAuthor id="1018" name="用户" initials="用" lastIdx="0" clrIdx="1017"/>
  <p:cmAuthor id="1019" name="Hope0187" initials="H" lastIdx="0" clrIdx="1018"/>
  <p:cmAuthor id="1020" name="靖千 罗" initials="靖" lastIdx="0" clrIdx="1019"/>
  <p:cmAuthor id="1021" name="舒迪" initials="舒" lastIdx="0" clrIdx="1020"/>
  <p:cmAuthor id="1022" name="qianyang03" initials="1" lastIdx="0" clrIdx="1021"/>
  <p:cmAuthor id="1023" name="张 美红" initials="张" lastIdx="0" clrIdx="1022"/>
  <p:cmAuthor id="1024" name="8613607323127" initials="8" lastIdx="0" clrIdx="1023"/>
  <p:cmAuthor id="1025" name="hanwen luo" initials="h" lastIdx="0" clrIdx="1024"/>
  <p:cmAuthor id="1026" name="Cpic" initials="C" lastIdx="0" clrIdx="1025"/>
  <p:cmAuthor id="1027" name="小田" initials="小" lastIdx="0" clrIdx="1026"/>
  <p:cmAuthor id="1028" name="Wangzhi gang" initials="W" lastIdx="0" clrIdx="1027"/>
  <p:cmAuthor id="1029" name="庄伟铭zwm136200" initials="庄" lastIdx="0" clrIdx="1028"/>
  <p:cmAuthor id="1030" name="张 凯" initials="张" lastIdx="0" clrIdx="1029"/>
  <p:cmAuthor id="1031" name="喰?" initials="喰" lastIdx="0" clrIdx="1030"/>
  <p:cmAuthor id="1032" name="CNTP" initials="C" lastIdx="0" clrIdx="1031"/>
  <p:cmAuthor id="1033" name="李柯然" initials="李" lastIdx="0" clrIdx="1032"/>
  <p:cmAuthor id="1034" name="LENOVO" initials="L" lastIdx="0" clrIdx="1033"/>
  <p:cmAuthor id="1035" name="li hw" initials="l" lastIdx="0" clrIdx="1034"/>
  <p:cmAuthor id="1036" name="王玉" initials="王" lastIdx="0" clrIdx="1035"/>
  <p:cmAuthor id="1037" name="Ming Zuo" initials="M" lastIdx="0" clrIdx="1036"/>
  <p:cmAuthor id="1038" name="FR" initials="F" lastIdx="0" clrIdx="1037"/>
  <p:cmAuthor id="1039" name="Office User" initials="O" lastIdx="0" clrIdx="1038"/>
  <p:cmAuthor id="1040" name="张星-lgd" initials="张" lastIdx="0" clrIdx="1039"/>
  <p:cmAuthor id="1041" name="dreamsummit" initials="d" lastIdx="0" clrIdx="1040"/>
  <p:cmAuthor id="1042" name="张 博" initials="张" lastIdx="0" clrIdx="1041"/>
  <p:cmAuthor id="1043" name="LS" initials="L" lastIdx="0" clrIdx="1042"/>
  <p:cmAuthor id="1044" name="2819264246@qq.com" initials="2" lastIdx="0" clrIdx="1043"/>
  <p:cmAuthor id="1045" name="Morgan, Aaron" initials="M" lastIdx="0" clrIdx="1044"/>
  <p:cmAuthor id="1046" name="weige" initials="w" lastIdx="0" clrIdx="1045"/>
  <p:cmAuthor id="1047" name="李 俊琦" initials="李" lastIdx="0" clrIdx="1046"/>
  <p:cmAuthor id="1048" name="沈 鹤" initials="沈" lastIdx="0" clrIdx="1047"/>
  <p:cmAuthor id="1049" name="jilin" initials="j" lastIdx="0" clrIdx="1048"/>
  <p:cmAuthor id="1050" name="王保青-pah" initials="王" lastIdx="0" clrIdx="1049"/>
  <p:cmAuthor id="1051" name="Luo Mingjie" initials="L" lastIdx="0" clrIdx="1050"/>
  <p:cmAuthor id="1052" name="Jason Li" initials="J" lastIdx="0" clrIdx="1051"/>
  <p:cmAuthor id="1053" name="duxingge" initials="d" lastIdx="0" clrIdx="1052"/>
  <p:cmAuthor id="1054" name="yingchao xi" initials="y" lastIdx="0" clrIdx="1053"/>
  <p:cmAuthor id="1055" name="depeng diao" initials="d" lastIdx="0" clrIdx="1054"/>
  <p:cmAuthor id="1056" name="amyzhang" initials="a" lastIdx="0" clrIdx="1055"/>
  <p:cmAuthor id="1057" name="Miranda Bi" initials="M" lastIdx="0" clrIdx="1056"/>
  <p:cmAuthor id="1058" name="JerryW" initials="J" lastIdx="0" clrIdx="1057"/>
  <p:cmAuthor id="1059" name="shenyy" initials="s" lastIdx="0" clrIdx="1058"/>
  <p:cmAuthor id="1060" name="Jason Cheung" initials="J" lastIdx="0" clrIdx="1059"/>
  <p:cmAuthor id="1061" name="刘笑" initials="刘" lastIdx="0" clrIdx="1060"/>
  <p:cmAuthor id="1062" name="admini" initials="a" lastIdx="0" clrIdx="1061"/>
  <p:cmAuthor id="1063" name="Sylan♈️、" initials="S" lastIdx="0" clrIdx="1062"/>
  <p:cmAuthor id="1064" name="Maggie" initials="M" lastIdx="0" clrIdx="1063"/>
  <p:cmAuthor id="1065" name="王灏" initials="王灏" lastIdx="0" clrIdx="1064"/>
  <p:cmAuthor id="1066" name="刘筱晔" initials="LXY" lastIdx="0" clrIdx="1065"/>
  <p:cmAuthor id="1067" name="G.S.7" initials="G" lastIdx="0" clrIdx="1066"/>
  <p:cmAuthor id="1068" name="徐旸" initials="徐" lastIdx="0" clrIdx="1067"/>
  <p:cmAuthor id="1069" name="☜心蓝☞" initials="☜" lastIdx="0" clrIdx="1068"/>
  <p:cmAuthor id="1070" name="袁正海" initials="袁" lastIdx="0" clrIdx="1069"/>
  <p:cmAuthor id="1071" name="刘莎_Rnie2Mv6" initials="authorId_1390812686" lastIdx="0" clrIdx="1070"/>
  <p:cmAuthor id="1072" name="肖婧" initials="肖" lastIdx="0" clrIdx="1071"/>
  <p:cmAuthor id="1073" name="未知用户338" initials="未" lastIdx="0" clrIdx="1072"/>
  <p:cmAuthor id="1074" name="沙瑞金书记" initials="沙" lastIdx="0" clrIdx="1073"/>
  <p:cmAuthor id="1075" name="WPS_1601968133" initials="W" lastIdx="0" clrIdx="1074"/>
  <p:cmAuthor id="1076" name="chenjy1018@outlook.com" initials="c" lastIdx="0" clrIdx="1075"/>
  <p:cmAuthor id="1077" name="zhums" initials="z" lastIdx="0" clrIdx="1076"/>
  <p:cmAuthor id="1078" name="kp l" initials="k" lastIdx="0" clrIdx="1077"/>
  <p:cmAuthor id="1079" name="姜文静" initials="姜" lastIdx="0" clrIdx="1078"/>
  <p:cmAuthor id="1080" name="王航" initials="王" lastIdx="0" clrIdx="1079"/>
  <p:cmAuthor id="1081" name="lidanni" initials="l" lastIdx="0" clrIdx="1080"/>
  <p:cmAuthor id="1082" name="A-似水娇阳" initials="A" lastIdx="0" clrIdx="1081"/>
  <p:cmAuthor id="1083" name="carrie魏" initials="c" lastIdx="0" clrIdx="1082"/>
  <p:cmAuthor id="1084" name="周建成" initials="周" lastIdx="0" clrIdx="1083"/>
  <p:cmAuthor id="1085" name="张道伟" initials="张" lastIdx="0" clrIdx="1084"/>
  <p:cmAuthor id="1086" name="未知用户285" initials="未" lastIdx="0" clrIdx="1085"/>
  <p:cmAuthor id="1087" name="颂德勤" initials="颂" lastIdx="0" clrIdx="1086"/>
  <p:cmAuthor id="1088" name="dd" initials="d" lastIdx="0" clrIdx="1087"/>
  <p:cmAuthor id="1089" name="未知用户266" initials="未" lastIdx="0" clrIdx="1088"/>
  <p:cmAuthor id="1090" name="未知用户276" initials="未" lastIdx="0" clrIdx="1089"/>
  <p:cmAuthor id="1091" name="Mingming Cai" initials="MC" lastIdx="0" clrIdx="1090"/>
  <p:cmAuthor id="1092" name="未知用户156" initials="未" lastIdx="0" clrIdx="1091"/>
  <p:cmAuthor id="1093" name="Machackova, Zuzana {MDAO~Basel}" initials="M" lastIdx="0" clrIdx="1092"/>
  <p:cmAuthor id="1094" name="Bart Baranowski (HI)" initials="B" lastIdx="0" clrIdx="1093"/>
  <p:cmAuthor id="1095" name="万 春羽" initials="万" lastIdx="0" clrIdx="1094"/>
  <p:cmAuthor id="1096" name="李金金" initials="李金金" lastIdx="0" clrIdx="1095"/>
  <p:cmAuthor id="1097" name="能力运营中心（产品组）(市场部)" initials="A" lastIdx="0" clrIdx="1096"/>
  <p:cmAuthor id="1098" name="宝玉 张" initials="宝张" lastIdx="0" clrIdx="1097"/>
  <p:cmAuthor id="1099" name="德辰 李" initials="德李" lastIdx="0" clrIdx="1098"/>
  <p:cmAuthor id="1100" name="王 久发" initials="王" lastIdx="0" clrIdx="1099"/>
  <p:cmAuthor id="1101" name="肖 雪" initials="肖" lastIdx="0" clrIdx="1100"/>
  <p:cmAuthor id="1102" name="ssx" initials="ssx" lastIdx="0" clrIdx="1101"/>
  <p:cmAuthor id="1103" name="lily" initials="l" lastIdx="0" clrIdx="1102"/>
  <p:cmAuthor id="1104" name="刘 金环" initials="刘" lastIdx="0" clrIdx="1103"/>
  <p:cmAuthor id="1105" name="翔 姚" initials="翔" lastIdx="0" clrIdx="1104"/>
  <p:cmAuthor id="1106" name="ming qiu" initials="m" lastIdx="0" clrIdx="1105"/>
  <p:cmAuthor id="1107" name="lenovo" initials="l" lastIdx="0" clrIdx="1106"/>
  <p:cmAuthor id="1108" name="周凌志" initials="周" lastIdx="0" clrIdx="1107"/>
  <p:cmAuthor id="1109" name="caijiali" initials="c" lastIdx="0" clrIdx="1108"/>
  <p:cmAuthor id="1110" name="常悠悠" initials="changyy" lastIdx="0" clrIdx="1109"/>
  <p:cmAuthor id="1111" name="John" initials="J" lastIdx="0" clrIdx="1110"/>
  <p:cmAuthor id="1112" name="10025093" initials="1" lastIdx="0" clrIdx="1111"/>
  <p:cmAuthor id="1113" name="10078380" initials="1" lastIdx="0" clrIdx="1112"/>
  <p:cmAuthor id="1114" name="00035181" initials="0" lastIdx="0" clrIdx="1113"/>
  <p:cmAuthor id="1115" name="z jj" initials="zj" lastIdx="0" clrIdx="1114"/>
  <p:cmAuthor id="1116" name="卢hongyan" initials="卢" lastIdx="0" clrIdx="1115"/>
  <p:cmAuthor id="1117" name="10088663" initials="1" lastIdx="0" clrIdx="1116"/>
  <p:cmAuthor id="1118" name="10073006" initials="yd" lastIdx="0" clrIdx="1117"/>
  <p:cmAuthor id="1119" name="Hou Yingfeng" initials="H" lastIdx="0" clrIdx="1118"/>
  <p:cmAuthor id="1120" name="10056791" initials="ZTE" lastIdx="0" clrIdx="1119"/>
  <p:cmAuthor id="1121" name="10045953" initials="1" lastIdx="0" clrIdx="1120"/>
  <p:cmAuthor id="1122" name="冯贤瑞" initials="冯贤瑞" lastIdx="0" clrIdx="1121"/>
  <p:cmAuthor id="1123" name="政企事业部" initials="政" lastIdx="0" clrIdx="1122"/>
  <p:cmAuthor id="1124" name="张颖" initials="张" lastIdx="0" clrIdx="1123"/>
  <p:cmAuthor id="1125" name="应成剑" initials="应成剑" lastIdx="0" clrIdx="1124"/>
  <p:cmAuthor id="1126" name="江莉萍|jiangliping" initials="W用" lastIdx="0" clrIdx="1125"/>
  <p:cmAuthor id="1127" name="吕和凯" initials="l" lastIdx="0" clrIdx="1126"/>
  <p:cmAuthor id="1128" name="Kiko" initials="K" lastIdx="0" clrIdx="1127"/>
  <p:cmAuthor id="1129" name="xj" initials="x" lastIdx="0" clrIdx="1128"/>
  <p:cmAuthor id="1130" name="曹宁" initials="曹" lastIdx="0" clrIdx="1129"/>
  <p:cmAuthor id="1131" name="55" initials="5" lastIdx="0" clrIdx="1130"/>
  <p:cmAuthor id="1132" name="PRO" initials="P" lastIdx="0" clrIdx="1131"/>
  <p:cmAuthor id="1133" name="张燕" initials="张" lastIdx="0" clrIdx="1132"/>
  <p:cmAuthor id="1134" name="Saku Uchikawa" initials="S" lastIdx="0" clrIdx="1133"/>
  <p:cmAuthor id="1135" name="朱常宝10028539" initials="朱" lastIdx="0" clrIdx="1134"/>
  <p:cmAuthor id="1136" name="YanHong" initials="Y" lastIdx="0" clrIdx="1135"/>
  <p:cmAuthor id="1137" name="lijq" initials="l" lastIdx="0" clrIdx="1136"/>
  <p:cmAuthor id="1138" name="赵琦" initials="赵" lastIdx="0" clrIdx="1137"/>
  <p:cmAuthor id="1139" name="朱绍春" initials="朱" lastIdx="0" clrIdx="1138"/>
  <p:cmAuthor id="1140" name="未知用户14" initials="未" lastIdx="0" clrIdx="1139"/>
  <p:cmAuthor id="1141" name="未知用户15" initials="未" lastIdx="0" clrIdx="1140"/>
  <p:cmAuthor id="1142" name="郝崇" initials="郝" lastIdx="0" clrIdx="1141"/>
  <p:cmAuthor id="1143" name="吴杰" initials="吴" lastIdx="0" clrIdx="1142"/>
  <p:cmAuthor id="1144" name="刘丽仙" initials="刘" lastIdx="0" clrIdx="1143"/>
  <p:cmAuthor id="1145" name="杨艳霞" initials="杨" lastIdx="0" clrIdx="1144"/>
  <p:cmAuthor id="1146" name="未定义" initials="未" lastIdx="0" clrIdx="1145"/>
  <p:cmAuthor id="1147" name="rq fan" initials="r" lastIdx="0" clrIdx="1146"/>
  <p:cmAuthor id="1148" name="dingbo" initials="d" lastIdx="0" clrIdx="1147"/>
  <p:cmAuthor id="1149" name="未知用户24" initials="未" lastIdx="0" clrIdx="1148"/>
  <p:cmAuthor id="1150" name="未知用户25" initials="未" lastIdx="0" clrIdx="1149"/>
  <p:cmAuthor id="1151" name="陈尚文" initials="陈" lastIdx="0" clrIdx="1150"/>
  <p:cmAuthor id="1152" name="张宏伟" initials="张" lastIdx="0" clrIdx="1151"/>
  <p:cmAuthor id="1153" name="Yuan Hu" initials="Y" lastIdx="0" clrIdx="1152"/>
  <p:cmAuthor id="1154" name="Pei" initials="P" lastIdx="0" clrIdx="1153"/>
  <p:cmAuthor id="1155" name="Ying Li" initials="Y" lastIdx="0" clrIdx="1154"/>
  <p:cmAuthor id="1156" name="李威" initials="李" lastIdx="0" clrIdx="1155"/>
  <p:cmAuthor id="1157" name="范作霖" initials="范" lastIdx="0" clrIdx="1156"/>
  <p:cmAuthor id="1158" name="李百秋" initials="李" lastIdx="0" clrIdx="1157"/>
  <p:cmAuthor id="1159" name="张立鑫" initials="张" lastIdx="0" clrIdx="1158"/>
  <p:cmAuthor id="1160" name="杨静" initials="杨" lastIdx="0" clrIdx="1159"/>
  <p:cmAuthor id="1161" name="YuQing" initials="Y" lastIdx="0" clrIdx="1160"/>
  <p:cmAuthor id="1162" name="Youwen Sun" initials="Y" lastIdx="0" clrIdx="1161"/>
  <p:cmAuthor id="1163" name="�ǲ�����" initials="�" lastIdx="0" clrIdx="1162"/>
  <p:cmAuthor id="1164" name="牛宏民" initials="牛" lastIdx="0" clrIdx="1163"/>
  <p:cmAuthor id="1165" name="毛香勤" initials="毛" lastIdx="0" clrIdx="1164"/>
  <p:cmAuthor id="1166" name="dadi" initials="d" lastIdx="0" clrIdx="1165"/>
  <p:cmAuthor id="1167" name="郑廷东" initials="郑" lastIdx="0" clrIdx="1166"/>
  <p:cmAuthor id="1168" name="张田田" initials="张" lastIdx="0" clrIdx="1167"/>
  <p:cmAuthor id="1169" name="杨彦伟" initials="杨" lastIdx="0" clrIdx="1168"/>
  <p:cmAuthor id="1170" name="徐光宇" initials="徐" lastIdx="0" clrIdx="1169"/>
  <p:cmAuthor id="1171" name="mac" initials="m" lastIdx="0" clrIdx="1170"/>
  <p:cmAuthor id="1172" name="刘豹" initials="刘" lastIdx="0" clrIdx="1171"/>
  <p:cmAuthor id="1173" name="张艳芳" initials="张" lastIdx="0" clrIdx="1172"/>
  <p:cmAuthor id="1174" name="王志刚" initials="王" lastIdx="0" clrIdx="1173"/>
  <p:cmAuthor id="1175" name="孙大威" initials="孙" lastIdx="0" clrIdx="1174"/>
  <p:cmAuthor id="1176" name="徐杰" initials="徐" lastIdx="0" clrIdx="1175"/>
  <p:cmAuthor id="1177" name="席美娟" initials="席" lastIdx="0" clrIdx="1176"/>
  <p:cmAuthor id="1178" name="朱海平" initials="朱" lastIdx="0" clrIdx="1177"/>
  <p:cmAuthor id="1179" name="王景红" initials="王" lastIdx="0" clrIdx="1178"/>
  <p:cmAuthor id="1180" name="席金煜" initials="席" lastIdx="0" clrIdx="1179"/>
  <p:cmAuthor id="1181" name="樊佳佳" initials="樊" lastIdx="0" clrIdx="1180"/>
  <p:cmAuthor id="1182" name="fgx" initials="f" lastIdx="0" clrIdx="1181"/>
  <p:cmAuthor id="1183" name="杨秀丰" initials="杨" lastIdx="0" clrIdx="1182"/>
  <p:cmAuthor id="1184" name="惠莲" initials="惠" lastIdx="0" clrIdx="1183"/>
  <p:cmAuthor id="1185" name="邢辰凤" initials="邢" lastIdx="0" clrIdx="1184"/>
  <p:cmAuthor id="1186" name="liang ma" initials="l" lastIdx="0" clrIdx="1185"/>
  <p:cmAuthor id="1187" name="高永刚" initials="高" lastIdx="0" clrIdx="1186"/>
  <p:cmAuthor id="1188" name="未知用户51" initials="未" lastIdx="0" clrIdx="1187"/>
  <p:cmAuthor id="1189" name="未知用户54" initials="未" lastIdx="0" clrIdx="1188"/>
  <p:cmAuthor id="1190" name="未知用户55" initials="未" lastIdx="0" clrIdx="1189"/>
  <p:cmAuthor id="1191" name="未知用户59" initials="未" lastIdx="0" clrIdx="1190"/>
  <p:cmAuthor id="1192" name="光启" initials="光" lastIdx="0" clrIdx="1191"/>
  <p:cmAuthor id="1193" name="侯雪飞" initials="侯" lastIdx="0" clrIdx="1192"/>
  <p:cmAuthor id="1194" name="太海峰" initials="太" lastIdx="0" clrIdx="1193"/>
  <p:cmAuthor id="1195" name="hk z" initials="hz" lastIdx="0" clrIdx="1194"/>
  <p:cmAuthor id="1196" name="2657471778@qq.com" initials="2" lastIdx="0" clrIdx="1195"/>
  <p:cmAuthor id="1197" name="郝珺曼" initials="郝" lastIdx="0" clrIdx="1196"/>
  <p:cmAuthor id="1198" name="朱晓瑜" initials="朱" lastIdx="0" clrIdx="1197"/>
  <p:cmAuthor id="1199" name="張秀娟" initials="張" lastIdx="0" clrIdx="1198"/>
  <p:cmAuthor id="1200" name="未知的使用者74" initials="未" lastIdx="0" clrIdx="1199"/>
  <p:cmAuthor id="1201" name="陈晓凤00012695" initials="陈晓凤00012695" lastIdx="0" clrIdx="1200"/>
  <p:cmAuthor id="1202" name="未知用户41" initials="" lastIdx="0" clrIdx="1201"/>
  <p:cmAuthor id="1203" name="未知用户44" initials="" lastIdx="0" clrIdx="1202"/>
  <p:cmAuthor id="1204" name="未知用户45" initials="" lastIdx="0" clrIdx="1203"/>
  <p:cmAuthor id="1205" name="未知用户103" initials="" lastIdx="0" clrIdx="1204"/>
  <p:cmAuthor id="1206" name="未知的使用者31" initials="" lastIdx="0" clrIdx="1205"/>
  <p:cmAuthor id="1207" name="未知用户115" initials="" lastIdx="0" clrIdx="1206"/>
  <p:cmAuthor id="1208" name="1034695240@qq.com" initials="1" lastIdx="0" clrIdx="1207"/>
  <p:cmAuthor id="1209" name="侯敏" initials="侯敏" lastIdx="0" clrIdx="1208"/>
  <p:cmAuthor id="1210" name="MA15" initials="" lastIdx="0" clrIdx="1209"/>
  <p:cmAuthor id="1211" name="王春旻(dx21349)" initials="王" lastIdx="0" clrIdx="1210"/>
  <p:cmAuthor id="1212" name="高肖梅" initials="高" lastIdx="0" clrIdx="1211"/>
  <p:cmAuthor id="1213" name="未知用户84" initials="未知用户84" lastIdx="0" clrIdx="1212"/>
  <p:cmAuthor id="1214" name="18937034561@189.cn" initials="1" lastIdx="0" clrIdx="1213"/>
  <p:cmAuthor id="1215" name="刘春杰10244342" initials="刘" lastIdx="0" clrIdx="1214"/>
  <p:cmAuthor id="1216" name="13709759491@139.com" initials="1" lastIdx="0" clrIdx="1215"/>
  <p:cmAuthor id="1217" name="李永丰" initials="李" lastIdx="0" clrIdx="1216"/>
  <p:cmAuthor id="1218" name="Chenqiuchen" initials="CQC" lastIdx="0" clrIdx="1217"/>
  <p:cmAuthor id="1219" name="wang" initials="wang" lastIdx="0" clrIdx="1218"/>
  <p:cmAuthor id="1220" name="Microsoft Office User" initials="MOU" lastIdx="0" clrIdx="1219"/>
  <p:cmAuthor id="1221" name="罗 罗" initials="罗" lastIdx="0" clrIdx="1220"/>
  <p:cmAuthor id="1222" name="毛杨" initials="毛" lastIdx="0" clrIdx="1221"/>
  <p:cmAuthor id="1223" name="binhui zhou" initials="bz" lastIdx="0" clrIdx="1222"/>
  <p:cmAuthor id="1224" name="未知用户71" initials="未" lastIdx="0" clrIdx="1223"/>
  <p:cmAuthor id="1225" name="孟轩君" initials="孟" lastIdx="0" clrIdx="1224"/>
  <p:cmAuthor id="1226" name="miaott" initials="m" lastIdx="0" clrIdx="1225"/>
  <p:cmAuthor id="1227" name="zhaoby01" initials="z" lastIdx="0" clrIdx="1226"/>
  <p:cmAuthor id="1228" name="Lydia" initials="L" lastIdx="0" clrIdx="1227"/>
  <p:cmAuthor id="1229" name="fengyuan03" initials="f" lastIdx="0" clrIdx="1228"/>
  <p:cmAuthor id="1230" name="陈益新" initials="陈" lastIdx="0" clrIdx="1229"/>
  <p:cmAuthor id="1231" name="何富军" initials="何" lastIdx="0" clrIdx="1230"/>
  <p:cmAuthor id="1232" name="闫秀丽" initials="闫" lastIdx="0" clrIdx="1231"/>
  <p:cmAuthor id="1233" name="qatr130" initials="q" lastIdx="0" clrIdx="1232"/>
  <p:cmAuthor id="1234" name="未知用户95" initials="未" lastIdx="0" clrIdx="1233"/>
  <p:cmAuthor id="1235" name="JIAQI" initials="J" lastIdx="0" clrIdx="1234"/>
  <p:cmAuthor id="1236" name="韩永超(省公司一)" initials="韩" lastIdx="0" clrIdx="1235"/>
  <p:cmAuthor id="1237" name="未知用户271" initials="未" lastIdx="0" clrIdx="1236"/>
  <p:cmAuthor id="1238" name="过 去" initials="过" lastIdx="0" clrIdx="1237"/>
  <p:cmAuthor id="1239" name="未知用户202" initials="未" lastIdx="0" clrIdx="1238"/>
  <p:cmAuthor id="1240" name="未知用户205" initials="未" lastIdx="0" clrIdx="1239"/>
  <p:cmAuthor id="1241" name="mouse zz" initials="mz" lastIdx="0" clrIdx="1240"/>
  <p:cmAuthor id="1242" name="未知用户422" initials="未" lastIdx="0" clrIdx="1241"/>
  <p:cmAuthor id="1243" name="杨 贺春" initials="杨" lastIdx="0" clrIdx="1242"/>
  <p:cmAuthor id="1244" name="wlj352" initials="w" lastIdx="0" clrIdx="1243"/>
  <p:cmAuthor id="1245" name="朗 月" initials="朗" lastIdx="0" clrIdx="1244"/>
  <p:cmAuthor id="1246" name="未知用户85" initials="未" lastIdx="0" clrIdx="1245"/>
  <p:cmAuthor id="1247" name=" " initials="" lastIdx="0" clrIdx="1246"/>
  <p:cmAuthor id="1248" name="未知用户178" initials="未" lastIdx="0" clrIdx="1247"/>
  <p:cmAuthor id="1249" name="Miss 豆" initials="M" lastIdx="0" clrIdx="1248"/>
  <p:cmAuthor id="1250" name="G" initials="G" lastIdx="0" clrIdx="1249"/>
  <p:cmAuthor id="1251" name="lchen" initials="l" lastIdx="0" clrIdx="1250"/>
  <p:cmAuthor id="1252" name="百里 长青" initials="百" lastIdx="0" clrIdx="1251"/>
  <p:cmAuthor id="1253" name="烨 陈" initials="烨" lastIdx="0" clrIdx="1252"/>
  <p:cmAuthor id="1254" name="Office 365" initials="O" lastIdx="0" clrIdx="1253"/>
  <p:cmAuthor id="1255" name="yangysh" initials="y" lastIdx="0" clrIdx="1254"/>
  <p:cmAuthor id="1256" name="ZZC" initials="Z" lastIdx="0" clrIdx="1255"/>
  <p:cmAuthor id="1257" name="Dizzy" initials="D" lastIdx="0" clrIdx="1256"/>
  <p:cmAuthor id="1258" name="未知用户173" initials="未" lastIdx="0" clrIdx="1257"/>
  <p:cmAuthor id="1259" name="未知用户336" initials="未" lastIdx="0" clrIdx="1258"/>
  <p:cmAuthor id="1260" name="Wubba lubba dub dub" initials="W" lastIdx="0" clrIdx="1259"/>
  <p:cmAuthor id="1261" name="田凯" initials="田" lastIdx="0" clrIdx="1260"/>
  <p:cmAuthor id="1262" name="玥玥" initials="玥" lastIdx="0" clrIdx="1261"/>
  <p:cmAuthor id="1263" name="WPS_1710760586" initials="W" lastIdx="0" clrIdx="1262"/>
  <p:cmAuthor id="1264" name="晓&amp;琪" initials="晓" lastIdx="0" clrIdx="1263"/>
  <p:cmAuthor id="1265" name="汪 丹丹" initials="汪" lastIdx="0" clrIdx="1264"/>
  <p:cmAuthor id="1266" name="448097321@qq.com" initials="4" lastIdx="0" clrIdx="1265"/>
  <p:cmAuthor id="1267" name="li yx" initials="ly" lastIdx="0" clrIdx="1266"/>
  <p:cmAuthor id="1268" name="未知用户171" initials="未" lastIdx="0" clrIdx="1267"/>
  <p:cmAuthor id="1269" name="Wenwen" initials="" lastIdx="0" clrIdx="1268"/>
  <p:cmAuthor id="1270" name="未知的使用者33" initials="" lastIdx="0" clrIdx="1269"/>
  <p:cmAuthor id="1271" name="yuanzh" initials="" lastIdx="0" clrIdx="1270"/>
  <p:cmAuthor id="1272" name="刘 尊顺" initials="刘" lastIdx="0" clrIdx="1271"/>
  <p:cmAuthor id="1273" name="Xia Meng 00049798" initials="Mandy" lastIdx="0" clrIdx="1272"/>
  <p:cmAuthor id="1274" name="章丽娟" initials="lz" lastIdx="0" clrIdx="1273"/>
  <p:cmAuthor id="1275" name="S 风" initials="S风" lastIdx="0" clrIdx="1274"/>
  <p:cmAuthor id="1276" name="程玉珍" initials="程" lastIdx="0" clrIdx="1275"/>
  <p:cmAuthor id="1277" name="929494587@qq.com" initials="9" lastIdx="0" clrIdx="1276"/>
  <p:cmAuthor id="1278" name="佚名" initials="1" lastIdx="0" clrIdx="1277"/>
  <p:cmAuthor id="1279" name="sk" initials="s" lastIdx="0" clrIdx="1278"/>
  <p:cmAuthor id="1280" name="余森" initials="余森" lastIdx="0" clrIdx="1279"/>
  <p:cmAuthor id="1281" name="赵博洋(L. D.)" initials="赵" lastIdx="0" clrIdx="1280"/>
  <p:cmAuthor id="1282" name="李静" initials="李" lastIdx="0" clrIdx="1281"/>
  <p:cmAuthor id="1283" name="贲春刚" initials="贲" lastIdx="0" clrIdx="1282"/>
  <p:cmAuthor id="1284" name="杜 洋" initials="杜" lastIdx="0" clrIdx="1283"/>
  <p:cmAuthor id="1285" name="hee-lhb" initials="h" lastIdx="0" clrIdx="1284"/>
  <p:cmAuthor id="1286" name="郑由星_外网" initials="郑" lastIdx="0" clrIdx="1285"/>
  <p:cmAuthor id="1287" name="雕刻时光 1987" initials="雕" lastIdx="0" clrIdx="1286"/>
  <p:cmAuthor id="1288" name="xingxf" initials="x" lastIdx="0" clrIdx="1287"/>
  <p:cmAuthor id="1289" name="王 婧" initials="王" lastIdx="0" clrIdx="1288"/>
  <p:cmAuthor id="1290" name="翔宇" initials="翔" lastIdx="0" clrIdx="1289"/>
  <p:cmAuthor id="1291" name="未知用户112" initials="未" lastIdx="0" clrIdx="1290"/>
  <p:cmAuthor id="1292" name="康炳振" initials="康" lastIdx="0" clrIdx="1291"/>
  <p:cmAuthor id="1293" name="Eileen Yi" initials="E" lastIdx="0" clrIdx="1292"/>
  <p:cmAuthor id="1294" name="未知用户410" initials="未" lastIdx="0" clrIdx="1293"/>
  <p:cmAuthor id="1295" name="wangqi01-lhe" initials="w" lastIdx="0" clrIdx="1294"/>
  <p:cmAuthor id="1296" name="ae2000" initials="a" lastIdx="0" clrIdx="1295"/>
  <p:cmAuthor id="1297" name="蔡静敏" initials="蔡" lastIdx="0" clrIdx="1296"/>
  <p:cmAuthor id="1298" name="李珔暐" initials="李" lastIdx="0" clrIdx="1297"/>
  <p:cmAuthor id="1299" name="康玮华" initials="康" lastIdx="0" clrIdx="1298"/>
  <p:cmAuthor id="1300" name="tpuser" initials="t" lastIdx="0" clrIdx="1299"/>
  <p:cmAuthor id="1301" name="wang xin" initials="w" lastIdx="0" clrIdx="1300"/>
  <p:cmAuthor id="1302" name="Virginia" initials="V" lastIdx="0" clrIdx="1301"/>
  <p:cmAuthor id="1303" name="tk-taiyuan" initials="t" lastIdx="0" clrIdx="1302"/>
  <p:cmAuthor id="1304" name="chenzheng4" initials="c" lastIdx="0" clrIdx="1303"/>
  <p:cmAuthor id="1305" name="王 震环" initials="王" lastIdx="0" clrIdx="1304"/>
  <p:cmAuthor id="1306" name="马琛琛" initials="马" lastIdx="0" clrIdx="1305"/>
  <p:cmAuthor id="1307" name="THINPAD" initials="T" lastIdx="0" clrIdx="1306"/>
  <p:cmAuthor id="1308" name="bc" initials="b" lastIdx="0" clrIdx="1307"/>
  <p:cmAuthor id="1309" name="林慧娴" initials="林" lastIdx="0" clrIdx="1308"/>
  <p:cmAuthor id="1310" name="Localadmin" initials="L" lastIdx="0" clrIdx="1309"/>
  <p:cmAuthor id="1311" name="刘 帅" initials="刘" lastIdx="0" clrIdx="1310"/>
  <p:cmAuthor id="1312" name="martin" initials="m" lastIdx="0" clrIdx="1311"/>
  <p:cmAuthor id="1313" name="qin yu" initials="q" lastIdx="0" clrIdx="1312"/>
  <p:cmAuthor id="1314" name="李建阳（内蒙古英才管培生）" initials="李" lastIdx="0" clrIdx="1313"/>
  <p:cmAuthor id="1315" name="pingchangxin@outlook.com LI" initials="p" lastIdx="0" clrIdx="1314"/>
  <p:cmAuthor id="1316" name="daiyi06" initials="d" lastIdx="0" clrIdx="1315"/>
  <p:cmAuthor id="1317" name="滕杰" initials="滕" lastIdx="0" clrIdx="1316"/>
  <p:cmAuthor id="1318" name="龚平-lcq" initials="龚" lastIdx="0" clrIdx="1317"/>
  <p:cmAuthor id="1319" name="hp" initials="h" lastIdx="0" clrIdx="1318"/>
  <p:cmAuthor id="1320" name="韩喆权" initials="韩" lastIdx="0" clrIdx="1319"/>
  <p:cmAuthor id="1321" name="McGlasson, Louise" initials="M" lastIdx="0" clrIdx="1320"/>
  <p:cmAuthor id="1322" name="付东升" initials="付" lastIdx="0" clrIdx="1321"/>
  <p:cmAuthor id="1323" name="71077" initials="7" lastIdx="0" clrIdx="1322"/>
  <p:cmAuthor id="1324" name="10033224" initials="1" lastIdx="0" clrIdx="1323"/>
  <p:cmAuthor id="1325" name="August" initials="A" lastIdx="0" clrIdx="1324"/>
  <p:cmAuthor id="1326" name="Unknown User8" initials="U" lastIdx="0" clrIdx="1325"/>
  <p:cmAuthor id="1327" name="陈 建伟" initials="陈" lastIdx="0" clrIdx="1326"/>
  <p:cmAuthor id="1328" name="luxu" initials="l" lastIdx="0" clrIdx="1327"/>
  <p:cmAuthor id="1329" name="LY" initials="L" lastIdx="0" clrIdx="1328"/>
  <p:cmAuthor id="1330" name="郎蕊" initials="郎" lastIdx="0" clrIdx="1329"/>
  <p:cmAuthor id="1331" name="cony" initials="c" lastIdx="0" clrIdx="1330"/>
  <p:cmAuthor id="1332" name="阳朔" initials="阳" lastIdx="0" clrIdx="1331"/>
  <p:cmAuthor id="1333" name="ʚ龙凝ɞ   " initials="ʚ" lastIdx="0" clrIdx="1332"/>
  <p:cmAuthor id="1334" name="侯 林" initials="侯" lastIdx="0" clrIdx="1333"/>
  <p:cmAuthor id="1335" name="15305" initials="1" lastIdx="0" clrIdx="1334"/>
  <p:cmAuthor id="1336" name="刘云" initials="刘" lastIdx="0" clrIdx="1335"/>
  <p:cmAuthor id="1337" name="曹懿" initials="曹" lastIdx="0" clrIdx="1336"/>
  <p:cmAuthor id="1338" name="89264" initials="8" lastIdx="0" clrIdx="1337"/>
  <p:cmAuthor id="1339" name="熊先奎10009191" initials="熊先奎10009191" lastIdx="0" clrIdx="1338"/>
  <p:cmAuthor id="1340" name="10107538" initials="1" lastIdx="0" clrIdx="1339"/>
  <p:cmAuthor id="1341" name="Baty xiao" initials="Bx" lastIdx="0" clrIdx="1340"/>
  <p:cmAuthor id="1342" name="Microsoft Office 用户" initials="M" lastIdx="0" clrIdx="1341"/>
  <p:cmAuthor id="1343" name="未知的使用者24" initials="未" lastIdx="0" clrIdx="1342"/>
  <p:cmAuthor id="1344" name="wangll132" initials="w" lastIdx="0" clrIdx="1343"/>
  <p:cmAuthor id="1345" name="zxj" initials="z" lastIdx="0" clrIdx="1344"/>
  <p:cmAuthor id="1346" name="剑碧 颜" initials="剑颜" lastIdx="0" clrIdx="1345"/>
  <p:cmAuthor id="1347" name="NTKO" initials="a" lastIdx="0" clrIdx="1346"/>
  <p:cmAuthor id="1348" name="未知的使用者46" initials="" lastIdx="0" clrIdx="1347"/>
  <p:cmAuthor id="1349" name="唐可欣" initials="" lastIdx="0" clrIdx="1348"/>
  <p:cmAuthor id="1350" name="R affer" initials="" lastIdx="0" clrIdx="1349"/>
  <p:cmAuthor id="1351" name="未知用户127" initials="未" lastIdx="0" clrIdx="1350"/>
  <p:cmAuthor id="1352" name="USER" initials="U" lastIdx="0" clrIdx="1351"/>
  <p:cmAuthor id="1353" name="王 一鸣" initials="王" lastIdx="0" clrIdx="1352"/>
  <p:cmAuthor id="1354" name="未知用户360" initials="未" lastIdx="0" clrIdx="1353"/>
  <p:cmAuthor id="1355" name="符 承锋" initials="符" lastIdx="0" clrIdx="1354"/>
  <p:cmAuthor id="1356" name="刘辉" initials="刘" lastIdx="0" clrIdx="1355"/>
  <p:cmAuthor id="1357" name="ZCB" initials="Z" lastIdx="0" clrIdx="1356"/>
  <p:cmAuthor id="1358" name="ning" initials="n" lastIdx="0" clrIdx="1357"/>
  <p:cmAuthor id="1359" name="zhang" initials="z" lastIdx="0" clrIdx="1358"/>
  <p:cmAuthor id="1360" name="WPS_1678268919" initials="W" lastIdx="0" clrIdx="1359"/>
  <p:cmAuthor id="1361" name="qiuyn" initials="q" lastIdx="0" clrIdx="1360"/>
  <p:cmAuthor id="1362" name="WPS_1715507865" initials="W" lastIdx="0" clrIdx="1361"/>
  <p:cmAuthor id="1363" name="cV Vc" initials="cV" lastIdx="0" clrIdx="1362"/>
  <p:cmAuthor id="1364" name="李冕婷" initials="李" lastIdx="0" clrIdx="1363"/>
  <p:cmAuthor id="1365" name="黄定江" initials="黄" lastIdx="0" clrIdx="1364"/>
  <p:cmAuthor id="1366" name="Rotar Valky" initials="RV" lastIdx="0" clrIdx="1365"/>
  <p:cmAuthor id="1367" name="提笔忘字" initials="提" lastIdx="0" clrIdx="1366"/>
  <p:cmAuthor id="1368" name="廖爽亚" initials="廖" lastIdx="0" clrIdx="1367"/>
  <p:cmAuthor id="1369" name="刘凯欣" initials="刘" lastIdx="0" clrIdx="1368"/>
  <p:cmAuthor id="1370" name="dellwin" initials="d" lastIdx="0" clrIdx="1369"/>
  <p:cmAuthor id="1371" name="Abel" initials="A" lastIdx="0" clrIdx="1370"/>
  <p:cmAuthor id="1372" name="guoge" initials="g" lastIdx="0" clrIdx="1371"/>
  <p:cmAuthor id="1373" name="王凯" initials="王" lastIdx="0" clrIdx="1372"/>
  <p:cmAuthor id="1374" name="杨二叔" initials="杨" lastIdx="0" clrIdx="1373"/>
  <p:cmAuthor id="1375" name="碎声" initials="碎" lastIdx="0" clrIdx="1374"/>
  <p:cmAuthor id="1376" name="claire绘" initials="c" lastIdx="0" clrIdx="1375"/>
  <p:cmAuthor id="1377" name="jx p" initials="jp" lastIdx="0" clrIdx="1376"/>
  <p:cmAuthor id="1378" name="ZZN" initials="Z" lastIdx="0" clrIdx="1377"/>
  <p:cmAuthor id="1379" name="张莹" initials="U" lastIdx="0" clrIdx="1378"/>
  <p:cmAuthor id="1380" name="huang" initials="h" lastIdx="0" clrIdx="1379"/>
  <p:cmAuthor id="1381" name="66030012@UE" initials="w" lastIdx="0" clrIdx="1380"/>
  <p:cmAuthor id="1382" name="TF013070" initials="T" lastIdx="0" clrIdx="1381"/>
  <p:cmAuthor id="1383" name="李洁瑾" initials="李" lastIdx="0" clrIdx="1382"/>
  <p:cmAuthor id="1384" name="电信集成" initials="电" lastIdx="0" clrIdx="1383"/>
  <p:cmAuthor id="1385" name="wyz" initials="w" lastIdx="0" clrIdx="1384"/>
  <p:cmAuthor id="1386" name="zrf" initials="zrf" lastIdx="0" clrIdx="1385"/>
  <p:cmAuthor id="1387" name="胡慧瑶" initials="胡" lastIdx="0" clrIdx="1386"/>
  <p:cmAuthor id="1388" name="赵依飞" initials="赵" lastIdx="0" clrIdx="1387"/>
  <p:cmAuthor id="1389" name="庞亮亮10166231" initials="庞亮亮10166231" lastIdx="0" clrIdx="1388"/>
  <p:cmAuthor id="1390" name="Y Y" initials="YY" lastIdx="0" clrIdx="1389"/>
  <p:cmAuthor id="1391" name="未知的使用者15" initials="未" lastIdx="0" clrIdx="1390"/>
  <p:cmAuthor id="1392" name="黄珂10009187" initials="黄珂10009187" lastIdx="0" clrIdx="1391"/>
  <p:cmAuthor id="1393" name="10206899" initials="1" lastIdx="0" clrIdx="1392"/>
  <p:cmAuthor id="1394" name="15051" initials="1" lastIdx="0" clrIdx="1393"/>
  <p:cmAuthor id="1395" name="廖麗華" initials="廖" lastIdx="0" clrIdx="1394"/>
  <p:cmAuthor id="1396" name="wangchao" initials="w" lastIdx="0" clrIdx="1395"/>
  <p:cmAuthor id="1397" name="Ella Dong" initials="ED" lastIdx="0" clrIdx="1396"/>
  <p:cmAuthor id="1398" name="朱红新10208100" initials="朱红新10208100" lastIdx="0" clrIdx="1397"/>
  <p:cmAuthor id="1399" name="琳 李" initials="琳" lastIdx="0" clrIdx="1398"/>
  <p:cmAuthor id="1400" name="Am'be'r" initials="A" lastIdx="0" clrIdx="1399"/>
  <p:cmAuthor id="1401" name="李岩" initials="李" lastIdx="0" clrIdx="1400"/>
  <p:cmAuthor id="1402" name="企业用户_961007891" initials="企" lastIdx="0" clrIdx="1401"/>
  <p:cmAuthor id="1403" name="China" initials="C" lastIdx="0" clrIdx="1402"/>
  <p:cmAuthor id="1404" name="qzuser" initials="q" lastIdx="0" clrIdx="1403"/>
  <p:cmAuthor id="1405" name="闲鱼学长" initials="闲" lastIdx="0" clrIdx="1404"/>
  <p:cmAuthor id="1406" name="zhangbingqing" initials="z" lastIdx="0" clrIdx="1405"/>
  <p:cmAuthor id="1407" name="志刚 赵" initials="志" lastIdx="0" clrIdx="1406"/>
  <p:cmAuthor id="1408" name="catlaohu" initials="c" lastIdx="0" clrIdx="1407"/>
  <p:cmAuthor id="1409" name="张逸晨" initials="张" lastIdx="0" clrIdx="1408"/>
  <p:cmAuthor id="1410" name="zz" initials="z" lastIdx="0" clrIdx="1409"/>
  <p:cmAuthor id="1411" name="雨林木风" initials="雨" lastIdx="0" clrIdx="1410"/>
  <p:cmAuthor id="1412" name="张洁01-lhq" initials="张" lastIdx="0" clrIdx="1411"/>
  <p:cmAuthor id="1413" name="池依曼" initials="池" lastIdx="0" clrIdx="1412"/>
  <p:cmAuthor id="1414" name="未知用户219" initials="未" lastIdx="0" clrIdx="1413"/>
  <p:cmAuthor id="1415" name="未知用户232" initials="未" lastIdx="0" clrIdx="1414"/>
  <p:cmAuthor id="1416" name="未知用户226" initials="未" lastIdx="0" clrIdx="1415"/>
  <p:cmAuthor id="1417" name="刘付平" initials="刘" lastIdx="0" clrIdx="1416"/>
  <p:cmAuthor id="1418" name="lp" initials="l" lastIdx="0" clrIdx="1417"/>
  <p:cmAuthor id="1419" name="张正明" initials="张" lastIdx="0" clrIdx="1418"/>
  <p:cmAuthor id="1420" name="FANG SUN" initials="F" lastIdx="0" clrIdx="1419"/>
  <p:cmAuthor id="1421" name="富德生命人寿" initials="富" lastIdx="0" clrIdx="1420"/>
  <p:cmAuthor id="1422" name="袁缘" initials="袁" lastIdx="0" clrIdx="1421"/>
  <p:cmAuthor id="1423" name="未知用户416" initials="未" lastIdx="0" clrIdx="1422"/>
  <p:cmAuthor id="1424" name="WPS_123584044" initials="W" lastIdx="0" clrIdx="1423"/>
  <p:cmAuthor id="1425" name="未知用户412" initials="未" lastIdx="0" clrIdx="1424"/>
  <p:cmAuthor id="1426" name="未知用户414" initials="未" lastIdx="0" clrIdx="1425"/>
  <p:cmAuthor id="1427" name="未知用户415" initials="未" lastIdx="0" clrIdx="1426"/>
  <p:cmAuthor id="1428" name="张旸旸" initials="张" lastIdx="0" clrIdx="1427"/>
  <p:cmAuthor id="1429" name="未知用户370" initials="未" lastIdx="0" clrIdx="1428"/>
  <p:cmAuthor id="1430" name="未知用户286" initials="未" lastIdx="0" clrIdx="1429"/>
  <p:cmAuthor id="1431" name="未知用户353" initials="未" lastIdx="0" clrIdx="1430"/>
  <p:cmAuthor id="1432" name="未知用户355" initials="未" lastIdx="0" clrIdx="1431"/>
  <p:cmAuthor id="1433" name="未知用户357" initials="未" lastIdx="0" clrIdx="1432"/>
  <p:cmAuthor id="1434" name="未知用户362" initials="未" lastIdx="0" clrIdx="1433"/>
  <p:cmAuthor id="1435" name="Xzjd" initials="X" lastIdx="0" clrIdx="1434"/>
  <p:cmAuthor id="1436" name="a1270005862@outlook.com" initials="a" lastIdx="0" clrIdx="1435"/>
  <p:cmAuthor id="1437" name="Iris 西瓜" initials="I西" lastIdx="0" clrIdx="1436"/>
  <p:cmAuthor id="1438" name="陈媛媛" initials="c" lastIdx="0" clrIdx="1437"/>
  <p:cmAuthor id="1439" name="梁慧敏" initials="梁" lastIdx="0" clrIdx="1438"/>
  <p:cmAuthor id="1440" name="陈永刚/信息技术部/Zmcc" initials="陈永刚" lastIdx="0" clrIdx="1439"/>
  <p:cmAuthor id="1441" name="李若露" initials="1" lastIdx="0" clrIdx="1440"/>
  <p:cmAuthor id="1442" name="蒋俊瑶" initials="微软用户" lastIdx="0" clrIdx="1441"/>
  <p:cmAuthor id="1443" name="User" initials="U" lastIdx="0" clrIdx="1442"/>
  <p:cmAuthor id="1444" name="姜吴江" initials="z" lastIdx="0" clrIdx="1443"/>
  <p:cmAuthor id="1445" name="赵新豫" initials="赵" lastIdx="0" clrIdx="1444"/>
  <p:cmAuthor id="1446" name="jeffr" initials="j" lastIdx="0" clrIdx="1445"/>
  <p:cmAuthor id="1447" name="王安琪" initials="王" lastIdx="0" clrIdx="1446"/>
  <p:cmAuthor id="1448" name="BF-20170419OGBF" initials="B" lastIdx="0" clrIdx="1447"/>
  <p:cmAuthor id="1449" name="Kingson" initials="K" lastIdx="0" clrIdx="1448"/>
  <p:cmAuthor id="1450" name="Hangaojian" initials="H" lastIdx="0" clrIdx="1449"/>
  <p:cmAuthor id="1451" name="CN=沈川/OU=河南/O=chtc" initials="C" lastIdx="0" clrIdx="1450"/>
  <p:cmAuthor id="1452" name="马云飞10014438" initials="马" lastIdx="0" clrIdx="1451"/>
  <p:cmAuthor id="1453" name="10077969" initials="10077969" lastIdx="0" clrIdx="1452"/>
  <p:cmAuthor id="1454" name="CN=林毅/OU=河南/O=chtc" initials="蓝影论坛" lastIdx="0" clrIdx="1453"/>
  <p:cmAuthor id="1455" name="郭兆乾" initials="郭" lastIdx="0" clrIdx="1454"/>
  <p:cmAuthor id="1456" name="陈 静" initials="陈" lastIdx="0" clrIdx="1455"/>
  <p:cmAuthor id="1457" name="桂 卓" initials="桂" lastIdx="0" clrIdx="1456"/>
  <p:cmAuthor id="1458" name="Lenovo" initials="L" lastIdx="0" clrIdx="1457"/>
  <p:cmAuthor id="1459" name="王路_6ze2rae6" initials="authorId_1297-4175380" lastIdx="0" clrIdx="1458"/>
  <p:cmAuthor id="1460" name="49778" initials="4" lastIdx="0" clrIdx="1459"/>
  <p:cmAuthor id="1461" name="肖凯" initials="肖" lastIdx="0" clrIdx="1460"/>
  <p:cmAuthor id="1462" name="Norton" initials="N" lastIdx="0" clrIdx="1461"/>
  <p:cmAuthor id="1463" name="D-N" initials="D" lastIdx="0" clrIdx="1462"/>
  <p:cmAuthor id="1464" name="胡成飞" initials="胡" lastIdx="0" clrIdx="1463"/>
  <p:cmAuthor id="1465" name="Xin Wang (IB)" initials="X" lastIdx="0" clrIdx="1464"/>
  <p:cmAuthor id="1466" name="mi" initials="m" lastIdx="0" clrIdx="1465"/>
  <p:cmAuthor id="1467" name="刘现民" initials="刘" lastIdx="0" clrIdx="1466"/>
  <p:cmAuthor id="1468" name="wuminghao" initials="w" lastIdx="0" clrIdx="1467"/>
  <p:cmAuthor id="1469" name="孟楚" initials="孟" lastIdx="0" clrIdx="1468"/>
  <p:cmAuthor id="1470" name="ymf" initials="y" lastIdx="0" clrIdx="1469"/>
  <p:cmAuthor id="1471" name="凯 毛" initials="凯" lastIdx="0" clrIdx="1470"/>
  <p:cmAuthor id="1472" name="liling.jh" initials="liling.jh" lastIdx="0" clrIdx="1471"/>
  <p:cmAuthor id="1473" name="daphne" initials="d" lastIdx="0" clrIdx="1472"/>
  <p:cmAuthor id="1474" name="1090026863@qq.com" initials="1" lastIdx="0" clrIdx="1473"/>
  <p:cmAuthor id="1475" name="gaobu" initials="g" lastIdx="0" clrIdx="1474"/>
  <p:cmAuthor id="1476" name="Office" initials="O" lastIdx="0" clrIdx="1475"/>
  <p:cmAuthor id="1477" name="t18221" initials="t" lastIdx="0" clrIdx="1476"/>
  <p:cmAuthor id="1478" name="MSI" initials="M" lastIdx="0" clrIdx="1477"/>
  <p:cmAuthor id="1479" name="23934" initials="23934" lastIdx="0" clrIdx="1478"/>
  <p:cmAuthor id="1480" name="渠沛" initials="渠" lastIdx="0" clrIdx="1479"/>
  <p:cmAuthor id="1481" name="ZQ" initials="Z" lastIdx="0" clrIdx="1480"/>
  <p:cmAuthor id="1482" name="谢美娟00091379" initials="谢" lastIdx="0" clrIdx="1481"/>
  <p:cmAuthor id="1483" name="00284818" initials="0" lastIdx="0" clrIdx="1482"/>
  <p:cmAuthor id="1484" name="bu" initials="b" lastIdx="0" clrIdx="1483"/>
  <p:cmAuthor id="1485" name="�Ÿ�" initials="�" lastIdx="0" clrIdx="1484"/>
  <p:cmAuthor id="1486" name="Johnny Hsieh" initials="J" lastIdx="0" clrIdx="1485"/>
  <p:cmAuthor id="1487" name="俊呈 賴" initials="俊" lastIdx="0" clrIdx="1486"/>
  <p:cmAuthor id="1488" name="WANGZF" initials="W" lastIdx="0" clrIdx="1487"/>
  <p:cmAuthor id="1489" name="梅芬 吳" initials="梅" lastIdx="0" clrIdx="1488"/>
  <p:cmAuthor id="1490" name="li hui" initials="lh" lastIdx="0" clrIdx="1489"/>
  <p:cmAuthor id="1491" name="路璐" initials="A" lastIdx="0" clrIdx="1490"/>
  <p:cmAuthor id="1492" name="中国 电信" initials="中国" lastIdx="0" clrIdx="1491"/>
  <p:cmAuthor id="1493" name="周显" initials="1" lastIdx="0" clrIdx="1492"/>
  <p:cmAuthor id="1494" name="10008729" initials="whb" lastIdx="0" clrIdx="1493"/>
  <p:cmAuthor id="1495" name="潘孝峰" initials="潘" lastIdx="0" clrIdx="1494"/>
  <p:cmAuthor id="1496" name="梅晓冬" initials="x" lastIdx="0" clrIdx="1495"/>
  <p:cmAuthor id="1497" name="吴胜天10004945" initials="吴胜天10004945" lastIdx="0" clrIdx="1496"/>
  <p:cmAuthor id="1498" name="王波10142735" initials="王" lastIdx="0" clrIdx="1497"/>
  <p:cmAuthor id="1499" name="Rita" initials="R" lastIdx="0" clrIdx="1498"/>
  <p:cmAuthor id="1500" name="李强" initials="" lastIdx="0" clrIdx="1499"/>
  <p:cmAuthor id="1501" name="Hans Neff" initials="" lastIdx="0" clrIdx="1500"/>
  <p:cmAuthor id="1502" name="10270945" initials="" lastIdx="0" clrIdx="1501"/>
  <p:cmAuthor id="1503" name="未知用户1" initials="未知用户1" lastIdx="0" clrIdx="1502"/>
  <p:cmAuthor id="1504" name="hl sun" initials="h" lastIdx="0" clrIdx="1503"/>
  <p:cmAuthor id="1505" name="qihua-DCMS" initials="q" lastIdx="0" clrIdx="1504"/>
  <p:cmAuthor id="1506" name="YUMINGNJ" initials="Y" lastIdx="0" clrIdx="1505"/>
  <p:cmAuthor id="1507" name="AutoBVT" initials="A" lastIdx="0" clrIdx="1506"/>
  <p:cmAuthor id="1508" name="许 志军" initials="许" lastIdx="0" clrIdx="1507"/>
  <p:cmAuthor id="1509" name="曾红" initials="曾" lastIdx="0" clrIdx="1508"/>
  <p:cmAuthor id="1510" name="徐琳00159163" initials="徐琳00159163" lastIdx="0" clrIdx="1509"/>
  <p:cmAuthor id="1511" name="未知的使用者37" initials="未" lastIdx="0" clrIdx="1510"/>
  <p:cmAuthor id="1512" name="未知的使用者59" initials="未" lastIdx="0" clrIdx="1511"/>
  <p:cmAuthor id="1513" name="未知的使用者54" initials="未" lastIdx="0" clrIdx="1512"/>
  <p:cmAuthor id="1514" name="未知的使用者56" initials="未" lastIdx="0" clrIdx="1513"/>
  <p:cmAuthor id="1515" name="未知的使用者120" initials="未" lastIdx="0" clrIdx="1514"/>
  <p:cmAuthor id="1516" name="未知的使用者110" initials="未" lastIdx="0" clrIdx="1515"/>
  <p:cmAuthor id="1517" name="未知的使用者113" initials="未" lastIdx="0" clrIdx="1516"/>
  <p:cmAuthor id="1518" name="未知的使用者126" initials="未" lastIdx="0" clrIdx="1517"/>
  <p:cmAuthor id="1519" name="未知用户172" initials="" lastIdx="0" clrIdx="1518"/>
  <p:cmAuthor id="1520" name="tianan" initials="t" lastIdx="0" clrIdx="1519"/>
  <p:cmAuthor id="1521" name="朱雪松" initials="朱" lastIdx="0" clrIdx="1520"/>
  <p:cmAuthor id="1522" name="lixun" initials="l" lastIdx="0" clrIdx="1521"/>
  <p:cmAuthor id="1523" name="左 麟" initials="左" lastIdx="0" clrIdx="1522"/>
  <p:cmAuthor id="1524" name="吴江" initials="吴" lastIdx="0" clrIdx="1523"/>
  <p:cmAuthor id="1525" name="未知用户193" initials="未" lastIdx="0" clrIdx="1524"/>
  <p:cmAuthor id="1526" name="未知用户329" initials="未" lastIdx="0" clrIdx="1525"/>
  <p:cmAuthor id="1527" name="未知用户341" initials="未" lastIdx="0" clrIdx="1526"/>
  <p:cmAuthor id="1528" name="未知用户342" initials="未" lastIdx="0" clrIdx="1527"/>
  <p:cmAuthor id="1529" name="未知用户344" initials="未" lastIdx="0" clrIdx="1528"/>
  <p:cmAuthor id="1530" name="宋洁然" initials="" lastIdx="0" clrIdx="1529"/>
  <p:cmAuthor id="1531" name="Peng Rui" initials="PR" lastIdx="0" clrIdx="1530"/>
  <p:cmAuthor id="1532" name="未知的使用者25" initials="未" lastIdx="0" clrIdx="1531"/>
  <p:cmAuthor id="1533" name="未知的使用者26" initials="未" lastIdx="0" clrIdx="1532"/>
  <p:cmAuthor id="1534" name="未知用户5" initials="未" lastIdx="0" clrIdx="1533"/>
  <p:cmAuthor id="1535" name="未知用户8" initials="未" lastIdx="0" clrIdx="1534"/>
  <p:cmAuthor id="1536" name="Unknown User7" initials="U" lastIdx="0" clrIdx="1535"/>
  <p:cmAuthor id="1537" name="Jason Wang" initials="J" lastIdx="0" clrIdx="1536"/>
  <p:cmAuthor id="1538" name="未知的使用者3" initials="未" lastIdx="0" clrIdx="1537"/>
  <p:cmAuthor id="1539" name="qiantong" initials="q" lastIdx="0" clrIdx="1538"/>
  <p:cmAuthor id="1540" name="18956002089@chinatelecom.cn" initials="1" lastIdx="0" clrIdx="1539"/>
  <p:cmAuthor id="1541" name="王莉" initials="K" lastIdx="0" clrIdx="1540"/>
  <p:cmAuthor id="1542" name="Gu" initials="Y" lastIdx="0" clrIdx="1541"/>
  <p:cmAuthor id="1543" name="未知的使用者53" initials="未" lastIdx="0" clrIdx="1542"/>
  <p:cmAuthor id="1544" name="mm" initials="m" lastIdx="0" clrIdx="1543"/>
  <p:cmAuthor id="1545" name="liupeng" initials="l" lastIdx="0" clrIdx="1544"/>
  <p:cmAuthor id="1546" name="未知的使用者50" initials="未" lastIdx="0" clrIdx="1545"/>
  <p:cmAuthor id="1547" name="未知的使用者48" initials="未" lastIdx="0" clrIdx="1546"/>
  <p:cmAuthor id="1548" name="未知的使用者49" initials="未" lastIdx="0" clrIdx="1547"/>
  <p:cmAuthor id="1549" name="djj" initials="d" lastIdx="0" clrIdx="1548"/>
  <p:cmAuthor id="1550" name="Shawna Strickland" initials="S" lastIdx="0" clrIdx="1549"/>
  <p:cmAuthor id="1551" name="linyd" initials="l" lastIdx="0" clrIdx="1550"/>
  <p:cmAuthor id="1552" name="Ashley Eberenz" initials="A" lastIdx="0" clrIdx="1551"/>
  <p:cmAuthor id="1553" name="周元元" initials="" lastIdx="0" clrIdx="1552"/>
  <p:cmAuthor id="1554" name="LeeElva" initials="L" lastIdx="0" clrIdx="1553"/>
  <p:cmAuthor id="1555" name="未知的使用者36" initials="未" lastIdx="0" clrIdx="1554"/>
  <p:cmAuthor id="1556" name="未知的使用者35" initials="未" lastIdx="0" clrIdx="1555"/>
  <p:cmAuthor id="1557" name="未知的使用者34" initials="未" lastIdx="0" clrIdx="1556"/>
  <p:cmAuthor id="1558" name="未知用户66" initials="" lastIdx="0" clrIdx="1557"/>
  <p:cmAuthor id="1559" name="侯顺民" initials="A" lastIdx="0" clrIdx="1558"/>
  <p:cmAuthor id="1560" name="赵柏羽_rQBre2e6" initials="authorId_246418103" lastIdx="0" clrIdx="1559"/>
  <p:cmAuthor id="1561" name="甘源" initials="甘" lastIdx="0" clrIdx="1560"/>
  <p:cmAuthor id="1562" name="许 爽" initials="许" lastIdx="0" clrIdx="1561"/>
  <p:cmAuthor id="1563" name="范日怀" initials="范" lastIdx="0" clrIdx="1562"/>
  <p:cmAuthor id="1564" name="s" initials="s" lastIdx="0" clrIdx="1563"/>
  <p:cmAuthor id="1565" name="未知的使用者12" initials="未" lastIdx="0" clrIdx="1564"/>
  <p:cmAuthor id="1566" name="未知的使用者13" initials="未" lastIdx="0" clrIdx="1565"/>
  <p:cmAuthor id="1567" name="cui yun" initials="cy" lastIdx="0" clrIdx="1566"/>
  <p:cmAuthor id="1568" name="未知的使用者11" initials="未" lastIdx="0" clrIdx="1567"/>
  <p:cmAuthor id="1569" name="未知的使用者28" initials="未" lastIdx="0" clrIdx="1568"/>
  <p:cmAuthor id="1570" name="未知的使用者29" initials="未" lastIdx="0" clrIdx="1569"/>
  <p:cmAuthor id="1571" name="未知的使用者21" initials="未" lastIdx="0" clrIdx="1570"/>
  <p:cmAuthor id="1572" name="未知的使用者22" initials="未" lastIdx="0" clrIdx="1571"/>
  <p:cmAuthor id="1573" name="未知的使用者23" initials="未" lastIdx="0" clrIdx="1572"/>
  <p:cmAuthor id="1574" name="李晨曦" initials="李" lastIdx="0" clrIdx="1573"/>
  <p:cmAuthor id="1575" name="yaoxiaojun" initials="y" lastIdx="0" clrIdx="1574"/>
  <p:cmAuthor id="1576" name="Vagun Vagun" initials="V" lastIdx="0" clrIdx="1575"/>
  <p:cmAuthor id="1577" name="程诗媛" initials="程" lastIdx="0" clrIdx="1576"/>
  <p:cmAuthor id="1578" name="Isabella" initials="I" lastIdx="0" clrIdx="1577"/>
  <p:cmAuthor id="1579" name="KK Yoda" initials="K" lastIdx="0" clrIdx="1578"/>
  <p:cmAuthor id="1580" name="未知用户151" initials="未" lastIdx="0" clrIdx="1579"/>
  <p:cmAuthor id="1581" name="未知用户149" initials="未" lastIdx="0" clrIdx="1580"/>
  <p:cmAuthor id="1582" name="刘仕俭" initials="刘" lastIdx="0" clrIdx="1581"/>
  <p:cmAuthor id="1583" name="Changing Zhuang" initials="C" lastIdx="0" clrIdx="1582"/>
  <p:cmAuthor id="1584" name="未知用户186" initials="未" lastIdx="0" clrIdx="1583"/>
  <p:cmAuthor id="1585" name="我" initials="我" lastIdx="0" clrIdx="1584"/>
  <p:cmAuthor id="1586" name="??" initials="?" lastIdx="0" clrIdx="1585"/>
  <p:cmAuthor id="1587" name="未知用户108" initials="未" lastIdx="0" clrIdx="1586"/>
  <p:cmAuthor id="1588" name="熘?" initials="熘" lastIdx="0" clrIdx="1587"/>
  <p:cmAuthor id="1589" name="cpic" initials="c" lastIdx="0" clrIdx="1588"/>
  <p:cmAuthor id="1590" name="谷雨" initials="谷" lastIdx="0" clrIdx="1589"/>
  <p:cmAuthor id="1591" name="taowei" initials="t" lastIdx="0" clrIdx="1590"/>
  <p:cmAuthor id="1592" name="中星 叶" initials="中" lastIdx="0" clrIdx="1591"/>
  <p:cmAuthor id="1593" name="倚海听风" initials="倚" lastIdx="0" clrIdx="1592"/>
  <p:cmAuthor id="1594" name="Yvonne Lin" initials="Y" lastIdx="0" clrIdx="1593"/>
  <p:cmAuthor id="1595" name="Helms, Hans-Joachim {MDBA~Basel}" initials="H" lastIdx="0" clrIdx="1594"/>
  <p:cmAuthor id="1596" name="Petersen, Jenny {MDBD~South San Francisco}" initials="P" lastIdx="0" clrIdx="1595"/>
  <p:cmAuthor id="1597" name="刘风香" initials="刘" lastIdx="0" clrIdx="1596"/>
  <p:cmAuthor id="1598" name="feng wei" initials="f" lastIdx="0" clrIdx="1597"/>
  <p:cmAuthor id="1599" name="Meredith Kalish" initials="M" lastIdx="0" clrIdx="1598"/>
  <p:cmAuthor id="1600" name="Mary Beattie" initials="M" lastIdx="0" clrIdx="1599"/>
  <p:cmAuthor id="1601" name="Melanie Smitt" initials="M" lastIdx="0" clrIdx="1600"/>
  <p:cmAuthor id="1602" name="Andrea Michels" initials="A" lastIdx="0" clrIdx="1601"/>
  <p:cmAuthor id="1603" name="Daniel Clyde (HI)" initials="D" lastIdx="0" clrIdx="1602"/>
  <p:cmAuthor id="1604" name="Fitzpatrick, Nicole {MGAO~Basel}" initials="F" lastIdx="0" clrIdx="1603"/>
  <p:cmAuthor id="1605" name="Kate Rijnen" initials="K" lastIdx="0" clrIdx="1604"/>
  <p:cmAuthor id="1606" name="Mark McGregor (HI)" initials="M" lastIdx="0" clrIdx="1605"/>
  <p:cmAuthor id="1607" name="Andrew Moss (HI)" initials="A" lastIdx="0" clrIdx="1606"/>
  <p:cmAuthor id="1608" name="David Morgan (HI)" initials="D" lastIdx="0" clrIdx="1607"/>
  <p:cmAuthor id="1609" name="Kate Sillitoe (HI)" initials="K" lastIdx="0" clrIdx="1608"/>
  <p:cmAuthor id="1610" name="hpguan" initials="h" lastIdx="0" clrIdx="1609"/>
  <p:cmAuthor id="1611" name="古二蛋" initials="古" lastIdx="0" clrIdx="1610"/>
  <p:cmAuthor id="1612" name="xusha" initials="x" lastIdx="0" clrIdx="1611"/>
  <p:cmAuthor id="1613" name="李 东科" initials="李" lastIdx="0" clrIdx="1612"/>
  <p:cmAuthor id="1614" name="fafa" initials="f" lastIdx="0" clrIdx="1613"/>
  <p:cmAuthor id="1615" name="未知用户88" initials="未" lastIdx="0" clrIdx="1614"/>
  <p:cmAuthor id="1616" name="未知用户99" initials="未" lastIdx="0" clrIdx="1615"/>
  <p:cmAuthor id="1617" name="橙子" initials="橙" lastIdx="0" clrIdx="1616"/>
  <p:cmAuthor id="1618" name="加 林" initials="加" lastIdx="0" clrIdx="1617"/>
  <p:cmAuthor id="1619" name="wenle369@sina.com" initials="w" lastIdx="0" clrIdx="1618"/>
  <p:cmAuthor id="1620" name="ChinaUser" initials="C" lastIdx="0" clrIdx="1619"/>
  <p:cmAuthor id="1621" name="linkplus" initials="l" lastIdx="0" clrIdx="1620"/>
  <p:cmAuthor id="1622" name="未知用户123" initials="未" lastIdx="0" clrIdx="1621"/>
  <p:cmAuthor id="1623" name="未知用户124" initials="未" lastIdx="0" clrIdx="1622"/>
  <p:cmAuthor id="1624" name="未知用户126" initials="未" lastIdx="0" clrIdx="1623"/>
  <p:cmAuthor id="1625" name="未知用户128" initials="未" lastIdx="0" clrIdx="1624"/>
  <p:cmAuthor id="1626" name="未知用户114" initials="未" lastIdx="0" clrIdx="1625"/>
  <p:cmAuthor id="1627" name="未知用户116" initials="未" lastIdx="0" clrIdx="1626"/>
  <p:cmAuthor id="1628" name="未知用户117" initials="未" lastIdx="0" clrIdx="1627"/>
  <p:cmAuthor id="1629" name="未知用户189" initials="未" lastIdx="0" clrIdx="1628"/>
  <p:cmAuthor id="1630" name="未知用户170" initials="未" lastIdx="0" clrIdx="1629"/>
  <p:cmAuthor id="1631" name="未知用户68" initials="未" lastIdx="0" clrIdx="1630"/>
  <p:cmAuthor id="1632" name="未知用户150" initials="未" lastIdx="0" clrIdx="1631"/>
  <p:cmAuthor id="1633" name="未知用户220" initials="未" lastIdx="0" clrIdx="1632"/>
  <p:cmAuthor id="1634" name="未知用户199" initials="未" lastIdx="0" clrIdx="1633"/>
  <p:cmAuthor id="1635" name="未知用户210" initials="未" lastIdx="0" clrIdx="1634"/>
  <p:cmAuthor id="1636" name="?定义" initials="?" lastIdx="0" clrIdx="1635"/>
  <p:cmAuthor id="1637" name="sxp" initials="s" lastIdx="0" clrIdx="1636"/>
  <p:cmAuthor id="1638" name="allan" initials="a" lastIdx="0" clrIdx="1637"/>
  <p:cmAuthor id="1639" name="李婧宜_YBferYVR" initials="李" lastIdx="0" clrIdx="1638"/>
  <p:cmAuthor id="1640" name="王 金谦" initials="王" lastIdx="0" clrIdx="1639"/>
  <p:cmAuthor id="1641" name="未知用户328" initials="未" lastIdx="0" clrIdx="1640"/>
  <p:cmAuthor id="1642" name="未知用户300" initials="未" lastIdx="0" clrIdx="1641"/>
  <p:cmAuthor id="1643" name="未知用户301" initials="未" lastIdx="0" clrIdx="1642"/>
  <p:cmAuthor id="1644" name="未知用户305" initials="未" lastIdx="0" clrIdx="1643"/>
  <p:cmAuthor id="1645" name="未知用户306" initials="未" lastIdx="0" clrIdx="1644"/>
  <p:cmAuthor id="1646" name="未知用户224" initials="未" lastIdx="0" clrIdx="1645"/>
  <p:cmAuthor id="1647" name="未知用户309" initials="未" lastIdx="0" clrIdx="1646"/>
  <p:cmAuthor id="1648" name="未知用户313" initials="未" lastIdx="0" clrIdx="1647"/>
  <p:cmAuthor id="1649" name="未知用户335" initials="未" lastIdx="0" clrIdx="1648"/>
  <p:cmAuthor id="1650" name="未知用户278" initials="未" lastIdx="0" clrIdx="1649"/>
  <p:cmAuthor id="1651" name="未知用户273" initials="未" lastIdx="0" clrIdx="1650"/>
  <p:cmAuthor id="1652" name="未知用户229" initials="未" lastIdx="0" clrIdx="1651"/>
  <p:cmAuthor id="1653" name="未知用户274" initials="未" lastIdx="0" clrIdx="1652"/>
  <p:cmAuthor id="1654" name="未知用户238" initials="未" lastIdx="0" clrIdx="1653"/>
  <p:cmAuthor id="1655" name="未知用户245" initials="未" lastIdx="0" clrIdx="1654"/>
  <p:cmAuthor id="1656" name="未知用户247" initials="未" lastIdx="0" clrIdx="1655"/>
  <p:cmAuthor id="1657" name="未知用户251" initials="未" lastIdx="0" clrIdx="1656"/>
  <p:cmAuthor id="1658" name="未知用户252" initials="未" lastIdx="0" clrIdx="1657"/>
  <p:cmAuthor id="1659" name="未知用户253" initials="未" lastIdx="0" clrIdx="1658"/>
  <p:cmAuthor id="1660" name="未知用户254" initials="未" lastIdx="0" clrIdx="1659"/>
  <p:cmAuthor id="1661" name="未知用户255" initials="未" lastIdx="0" clrIdx="1660"/>
  <p:cmAuthor id="1662" name="未知用户257" initials="未" lastIdx="0" clrIdx="1661"/>
  <p:cmAuthor id="1663" name="未知用户275" initials="未" lastIdx="0" clrIdx="1662"/>
  <p:cmAuthor id="1664" name="未知用户264" initials="未" lastIdx="0" clrIdx="1663"/>
  <p:cmAuthor id="1665" name="未知用户196" initials="未" lastIdx="0" clrIdx="1664"/>
  <p:cmAuthor id="1666" name="未知用户358" initials="未" lastIdx="0" clrIdx="1665"/>
  <p:cmAuthor id="1667" name="未知用户359" initials="未" lastIdx="0" clrIdx="1666"/>
  <p:cmAuthor id="1668" name="未知用户361" initials="未" lastIdx="0" clrIdx="1667"/>
  <p:cmAuthor id="1669" name="未知用户364" initials="未" lastIdx="0" clrIdx="1668"/>
  <p:cmAuthor id="1670" name="未知用户307" initials="未" lastIdx="0" clrIdx="1669"/>
  <p:cmAuthor id="1671" name="未知用户308" initials="未" lastIdx="0" clrIdx="1670"/>
  <p:cmAuthor id="1672" name="未知用户334" initials="未" lastIdx="0" clrIdx="1671"/>
  <p:cmAuthor id="1673" name="未知用户340" initials="未" lastIdx="0" clrIdx="1672"/>
  <p:cmAuthor id="1674" name="未知用户387" initials="未" lastIdx="0" clrIdx="1673"/>
  <p:cmAuthor id="1675" name="未知用户388" initials="未" lastIdx="0" clrIdx="1674"/>
  <p:cmAuthor id="1676" name="未知用户390" initials="未" lastIdx="0" clrIdx="1675"/>
  <p:cmAuthor id="1677" name="未知用户391" initials="未" lastIdx="0" clrIdx="1676"/>
  <p:cmAuthor id="1678" name="未知用户394" initials="未" lastIdx="0" clrIdx="1677"/>
  <p:cmAuthor id="1679" name="未知用户395" initials="未" lastIdx="0" clrIdx="1678"/>
  <p:cmAuthor id="1680" name="未知用户398" initials="未" lastIdx="0" clrIdx="1679"/>
  <p:cmAuthor id="1681" name="未知用户400" initials="未" lastIdx="0" clrIdx="1680"/>
  <p:cmAuthor id="1682" name="未知用户420" initials="未" lastIdx="0" clrIdx="1681"/>
  <p:cmAuthor id="1683" name="殷 积波" initials="殷" lastIdx="0" clrIdx="1682"/>
  <p:cmAuthor id="1684" name="启浩" initials="启" lastIdx="0" clrIdx="1683"/>
  <p:cmAuthor id="1685" name="袨?嗴?傤?" initials="袨" lastIdx="0" clrIdx="1684"/>
  <p:cmAuthor id="1686" name="林玲 郑" initials="林" lastIdx="0" clrIdx="1685"/>
  <p:cmAuthor id="1687" name="554154816@qq.com" initials="5" lastIdx="0" clrIdx="1686"/>
  <p:cmAuthor id="1688" name="张剑霄" initials="zjx" lastIdx="0" clrIdx="1687"/>
  <p:cmAuthor id="1689" name="朱正军" initials="微软用户" lastIdx="0" clrIdx="1688"/>
  <p:cmAuthor id="1690" name="10673" initials="1" lastIdx="0" clrIdx="1689"/>
  <p:cmAuthor id="1691" name="LIN L" initials="LL" lastIdx="0" clrIdx="1690"/>
  <p:cmAuthor id="1692" name="进 揭" initials="进" lastIdx="0" clrIdx="1691"/>
  <p:cmAuthor id="1693" name="10015046" initials="1" lastIdx="0" clrIdx="1692"/>
  <p:cmAuthor id="1694" name="10009350" initials="1" lastIdx="0" clrIdx="1693"/>
  <p:cmAuthor id="1695" name="10143752" initials="1" lastIdx="0" clrIdx="1694"/>
  <p:cmAuthor id="1696" name="mq" initials="m" lastIdx="0" clrIdx="1695"/>
  <p:cmAuthor id="1697" name="马骥" initials="马" lastIdx="0" clrIdx="1696"/>
  <p:cmAuthor id="1698" name="Picc" initials="" lastIdx="0" clrIdx="1697"/>
  <p:cmAuthor id="1699" name="Yoda KK" initials="Y" lastIdx="0" clrIdx="1698"/>
  <p:cmAuthor id="1700" name="alexw" initials="a" lastIdx="0" clrIdx="1699"/>
  <p:cmAuthor id="1701" name="申远军" initials="A" lastIdx="0" clrIdx="1700"/>
  <p:cmAuthor id="1702" name="光 陈" initials="光" lastIdx="0" clrIdx="1701"/>
  <p:cmAuthor id="1703" name="尹 金阳" initials="尹" lastIdx="0" clrIdx="1702"/>
  <p:cmAuthor id="1704" name="92015" initials="9" lastIdx="0" clrIdx="1703"/>
  <p:cmAuthor id="1705" name="方俊" initials="方" lastIdx="0" clrIdx="1704"/>
  <p:cmAuthor id="1706" name="凌欢" initials="凌" lastIdx="0" clrIdx="1705"/>
  <p:cmAuthor id="1707" name="刘东亮" initials="刘" lastIdx="0" clrIdx="1706"/>
  <p:cmAuthor id="1708" name="zgh82" initials="z" lastIdx="0" clrIdx="1707"/>
  <p:cmAuthor id="1709" name="Windows User" initials="WU" lastIdx="0" clrIdx="1708"/>
  <p:cmAuthor id="1710" name="郑元媛" initials="郑" lastIdx="0" clrIdx="1709"/>
  <p:cmAuthor id="1711" name="李盛旭" initials="李" lastIdx="0" clrIdx="1710"/>
  <p:cmAuthor id="1712" name="Huo" initials="H" lastIdx="0" clrIdx="1711"/>
  <p:cmAuthor id="1713" name="储慧慧" initials="储" lastIdx="0" clrIdx="1712"/>
  <p:cmAuthor id="1714" name="DX" initials="D" lastIdx="0" clrIdx="1713"/>
  <p:cmAuthor id="1715" name="孟雪丽|mengxueli" initials="孟" lastIdx="0" clrIdx="1714"/>
  <p:cmAuthor id="1716" name="hw" initials="h" lastIdx="0" clrIdx="1715"/>
  <p:cmAuthor id="1717" name="杨立琼" initials="杨" lastIdx="0" clrIdx="1716"/>
  <p:cmAuthor id="1718" name="lusheng xu" initials="lx" lastIdx="0" clrIdx="1717"/>
  <p:cmAuthor id="1719" name="Fxr" initials="F" lastIdx="0" clrIdx="1718"/>
  <p:cmAuthor id="1720" name="wang tinabowa" initials="wt" lastIdx="0" clrIdx="1719"/>
  <p:cmAuthor id="1721" name="334138779@qq.com" initials="3" lastIdx="0" clrIdx="1720"/>
  <p:cmAuthor id="1722" name="杨文娟" initials="杨" lastIdx="0" clrIdx="1721"/>
  <p:cmAuthor id="1723" name="1206988966@qq.com" initials="1" lastIdx="0" clrIdx="1722"/>
  <p:cmAuthor id="1724" name="柏 华" initials="柏" lastIdx="0" clrIdx="1723"/>
  <p:cmAuthor id="1725" name="朱强" initials="朱" lastIdx="0" clrIdx="1724"/>
  <p:cmAuthor id="1726" name="祁峰" initials="l" lastIdx="0" clrIdx="1725"/>
  <p:cmAuthor id="1727" name="wang yd" initials="wy" lastIdx="0" clrIdx="1726"/>
  <p:cmAuthor id="1728" name="Han Bary" initials="HB" lastIdx="0" clrIdx="1727"/>
  <p:cmAuthor id="1729" name="姜伟光" initials="姜" lastIdx="0" clrIdx="1728"/>
  <p:cmAuthor id="1730" name="ASUS" initials="A" lastIdx="0" clrIdx="1729"/>
  <p:cmAuthor id="1731" name="爱尔兰" initials="爱" lastIdx="0" clrIdx="1730"/>
  <p:cmAuthor id="1732" name="xiedk" initials="x" lastIdx="0" clrIdx="1731"/>
  <p:cmAuthor id="1733" name="xifeng" initials="x" lastIdx="0" clrIdx="1732"/>
  <p:cmAuthor id="1734" name="王 涛" initials="王" lastIdx="0" clrIdx="1733"/>
  <p:cmAuthor id="1735" name="蔡丹倩" initials="蔡" lastIdx="0" clrIdx="1734"/>
  <p:cmAuthor id="1736" name="康浩杰|hnkanghaojie" initials="A" lastIdx="0" clrIdx="1735"/>
  <p:cmAuthor id="1737" name="孟伟伟" initials="孟" lastIdx="0" clrIdx="1736"/>
  <p:cmAuthor id="1738" name="dongrp" initials="d" lastIdx="0" clrIdx="1737"/>
  <p:cmAuthor id="1739" name="王志明" initials="王" lastIdx="0" clrIdx="1738"/>
  <p:cmAuthor id="1740" name="myjsrr" initials="m" lastIdx="0" clrIdx="1739"/>
  <p:cmAuthor id="1741" name="张鹏翔10263117" initials="张" lastIdx="0" clrIdx="1740"/>
  <p:cmAuthor id="1742" name="10196350" initials="rule" lastIdx="0" clrIdx="1741"/>
  <p:cmAuthor id="1743" name="10295142" initials="1" lastIdx="0" clrIdx="1742"/>
  <p:cmAuthor id="1744" name="Y" initials="YY [29]" lastIdx="0" clrIdx="1743"/>
  <p:cmAuthor id="1745" name="zjh" initials="z" lastIdx="0" clrIdx="1744"/>
  <p:cmAuthor id="1746" name="王凯10177225" initials="王凯10177225" lastIdx="0" clrIdx="1745"/>
  <p:cmAuthor id="1747" name="JCL" initials="J" lastIdx="0" clrIdx="1746"/>
  <p:cmAuthor id="1748" name="赵欣" initials="zx" lastIdx="0" clrIdx="1747"/>
  <p:cmAuthor id="1749" name="10133177" initials="1" lastIdx="0" clrIdx="1748"/>
  <p:cmAuthor id="1750" name="10072453" initials="1" lastIdx="0" clrIdx="1749"/>
  <p:cmAuthor id="1751" name="Grand JiJing" initials="gjing" lastIdx="0" clrIdx="1750"/>
  <p:cmAuthor id="1752" name="Emily CuiWang" initials="WEC" lastIdx="0" clrIdx="1751"/>
  <p:cmAuthor id="1753" name="Guo Fangtian" initials="GF" lastIdx="0" clrIdx="1752"/>
  <p:cmAuthor id="1754" name="艾thinkpad" initials="艾" lastIdx="0" clrIdx="1753"/>
  <p:cmAuthor id="1755" name="ZW183UX" initials="Z" lastIdx="0" clrIdx="1754"/>
  <p:cmAuthor id="1756" name="yinp" initials="y" lastIdx="0" clrIdx="1755"/>
  <p:cmAuthor id="1757" name="Zhang, Diankun" initials="ZD" lastIdx="0" clrIdx="1756"/>
  <p:cmAuthor id="1758" name="lee" initials="l" lastIdx="0" clrIdx="1757"/>
  <p:cmAuthor id="1759" name="东方_b3dea543bad08e97" initials="authorId_278826930" lastIdx="0" clrIdx="1758"/>
  <p:cmAuthor id="1760" name="孙妮" initials="孙妮" lastIdx="0" clrIdx="1759"/>
  <p:cmAuthor id="1761" name="朱琳" initials="朱" lastIdx="0" clrIdx="1760"/>
  <p:cmAuthor id="1762" name="ida" initials="i" lastIdx="0" clrIdx="1761"/>
  <p:cmAuthor id="1763" name="姜来" initials="姜" lastIdx="0" clrIdx="1762"/>
  <p:cmAuthor id="1764" name="史明慧-项目管理办公室" initials="史" lastIdx="0" clrIdx="1763"/>
  <p:cmAuthor id="1765" name="何杰" initials="何" lastIdx="0" clrIdx="1764"/>
  <p:cmAuthor id="1766" name="J" initials="J" lastIdx="0" clrIdx="1765"/>
  <p:cmAuthor id="1767" name="况 年虎" initials="况" lastIdx="0" clrIdx="1766"/>
  <p:cmAuthor id="1768" name="86130" initials="8" lastIdx="0" clrIdx="1767"/>
  <p:cmAuthor id="1769" name="张雅萱" initials="张" lastIdx="0" clrIdx="1768"/>
  <p:cmAuthor id="1770" name="wn" initials="w" lastIdx="0" clrIdx="1769"/>
  <p:cmAuthor id="1771" name="欧 志芳" initials="欧" lastIdx="0" clrIdx="1770"/>
  <p:cmAuthor id="1772" name="Jiang" initials="J" lastIdx="0" clrIdx="1771"/>
  <p:cmAuthor id="1773" name="任 星宇" initials="任" lastIdx="0" clrIdx="1772"/>
  <p:cmAuthor id="1774" name="未知的使用者51" initials="未" lastIdx="0" clrIdx="1773"/>
  <p:cmAuthor id="1775" name="未知的使用者16" initials="" lastIdx="0" clrIdx="1774"/>
  <p:cmAuthor id="1776" name="李颖" initials="李" lastIdx="0" clrIdx="1775"/>
  <p:cmAuthor id="1777" name="石晓利" initials="C" lastIdx="0" clrIdx="1776"/>
  <p:cmAuthor id="1778" name="think" initials="t" lastIdx="0" clrIdx="1777"/>
  <p:cmAuthor id="1779" name="tkadmin" initials="t" lastIdx="0" clrIdx="1778"/>
  <p:cmAuthor id="1780" name="李红钢" initials="李" lastIdx="0" clrIdx="1779"/>
  <p:cmAuthor id="1781" name="ht guo" initials="h" lastIdx="0" clrIdx="1780"/>
  <p:cmAuthor id="1782" name="孙璐璐" initials="孙" lastIdx="0" clrIdx="1781"/>
  <p:cmAuthor id="1783" name="梁潇-lhq" initials="梁" lastIdx="0" clrIdx="1782"/>
  <p:cmAuthor id="1784" name="超乎想象" initials="超" lastIdx="0" clrIdx="1783"/>
  <p:cmAuthor id="1785" name="yangying73" initials="y" lastIdx="0" clrIdx="1784"/>
  <p:cmAuthor id="1786" name="A" initials="A" lastIdx="0" clrIdx="1785"/>
  <p:cmAuthor id="1787" name="sivaram" initials="s" lastIdx="0" clrIdx="1786"/>
  <p:cmAuthor id="1788" name="wanghongmei" initials="w" lastIdx="0" clrIdx="1787"/>
  <p:cmAuthor id="1789" name="未知用户104" initials="未" lastIdx="0" clrIdx="1788"/>
  <p:cmAuthor id="1790" name="吴 小丽" initials="吴" lastIdx="0" clrIdx="1789"/>
  <p:cmAuthor id="1791" name="ThinkPad" initials="T" lastIdx="0" clrIdx="1790"/>
  <p:cmAuthor id="1792" name="未知的使用者156" initials="未" lastIdx="0" clrIdx="1791"/>
  <p:cmAuthor id="1793" name="xuhaoyu" initials="x" lastIdx="0" clrIdx="1792"/>
  <p:cmAuthor id="1794" name="ST-Zhaoyamo" initials="S" lastIdx="0" clrIdx="1793"/>
  <p:cmAuthor id="1795" name="SF" initials="S" lastIdx="0" clrIdx="1794"/>
  <p:cmAuthor id="1796" name="sammi" initials="s" lastIdx="0" clrIdx="1795"/>
  <p:cmAuthor id="1797" name="朱明霞" initials="朱" lastIdx="0" clrIdx="1796"/>
  <p:cmAuthor id="1798" name="叶茂甫" initials="叶" lastIdx="0" clrIdx="1797"/>
  <p:cmAuthor id="1799" name="张洲萌" initials="张" lastIdx="0" clrIdx="1798"/>
  <p:cmAuthor id="1800" name="BIAN Mengyan" initials="B" lastIdx="0" clrIdx="1799"/>
  <p:cmAuthor id="1801" name="1" initials="1" lastIdx="0" clrIdx="1800"/>
  <p:cmAuthor id="1802" name="王芳" initials="王" lastIdx="0" clrIdx="1801"/>
  <p:cmAuthor id="1803" name="1qchengnan" initials="1" lastIdx="0" clrIdx="1802"/>
  <p:cmAuthor id="1804" name="office2016mac05452" initials="o" lastIdx="0" clrIdx="1803"/>
  <p:cmAuthor id="1805" name="远 姚" initials="远" lastIdx="0" clrIdx="1804"/>
  <p:cmAuthor id="1806" name="未知用户331" initials="未" lastIdx="0" clrIdx="1805"/>
  <p:cmAuthor id="1807" name="未知用户223" initials="未" lastIdx="0" clrIdx="1806"/>
  <p:cmAuthor id="1808" name="未知用户225" initials="未" lastIdx="0" clrIdx="1807"/>
  <p:cmAuthor id="1809" name="郭成报" initials="郭" lastIdx="0" clrIdx="1808"/>
  <p:cmAuthor id="1810" name="谢静波" initials="谢" lastIdx="0" clrIdx="1809"/>
  <p:cmAuthor id="1811" name="zcy" initials="z" lastIdx="0" clrIdx="1810"/>
  <p:cmAuthor id="1812" name="zhang li" initials="z" lastIdx="0" clrIdx="1811"/>
  <p:cmAuthor id="1813" name="刘明政" initials="刘" lastIdx="0" clrIdx="1812"/>
  <p:cmAuthor id="1814" name="DELL" initials="D" lastIdx="0" clrIdx="1813"/>
  <p:cmAuthor id="1815" name="cs" initials="c" lastIdx="0" clrIdx="1814"/>
  <p:cmAuthor id="1816" name="wfbs" initials="w" lastIdx="0" clrIdx="1815"/>
  <p:cmAuthor id="1817" name="zhouyangfan" initials="z" lastIdx="0" clrIdx="1816"/>
  <p:cmAuthor id="1818" name="PPTer_Tang" initials="P" lastIdx="0" clrIdx="1817"/>
  <p:cmAuthor id="1819" name="8613250766486" initials="8" lastIdx="0" clrIdx="1818"/>
  <p:cmAuthor id="1820" name="丁喆彤" initials="丁" lastIdx="0" clrIdx="1819"/>
  <p:cmAuthor id="1821" name="未知用户3" initials="未" lastIdx="0" clrIdx="1820"/>
  <p:cmAuthor id="1822" name="Eliva Sun" initials="E" lastIdx="0" clrIdx="1821"/>
  <p:cmAuthor id="1823" name="张辉" initials="张" lastIdx="0" clrIdx="1822"/>
  <p:cmAuthor id="1824" name="hainan zheng" initials="h" lastIdx="0" clrIdx="1823"/>
  <p:cmAuthor id="1825" name="gayxb" initials="g" lastIdx="0" clrIdx="1824"/>
  <p:cmAuthor id="1826" name="lish54" initials="l" lastIdx="0" clrIdx="1825"/>
  <p:cmAuthor id="1827" name="yiwei zhu" initials="y" lastIdx="0" clrIdx="1826"/>
  <p:cmAuthor id="1828" name="崔冶鸣（内蒙古英才管培生）" initials="崔" lastIdx="0" clrIdx="1827"/>
  <p:cmAuthor id="1829" name="13954" initials="1" lastIdx="0" clrIdx="1828"/>
  <p:cmAuthor id="1830" name="sizx" initials="s" lastIdx="0" clrIdx="1829"/>
  <p:cmAuthor id="1831" name="亚运 曹" initials="亚" lastIdx="0" clrIdx="1830"/>
  <p:cmAuthor id="1832" name="未知用户408" initials="未" lastIdx="0" clrIdx="1831"/>
  <p:cmAuthor id="1833" name="未知用户347" initials="未" lastIdx="0" clrIdx="1832"/>
  <p:cmAuthor id="1834" name="未知用户352" initials="未" lastIdx="0" clrIdx="1833"/>
  <p:cmAuthor id="1835" name="震" initials="震" lastIdx="0" clrIdx="1834"/>
  <p:cmAuthor id="1836" name="冯江宁" initials="U" lastIdx="0" clrIdx="1835"/>
  <p:cmAuthor id="1837" name="weihua zhou" initials="wz" lastIdx="0" clrIdx="1836"/>
  <p:cmAuthor id="1838" name="周文红" initials="WU" lastIdx="0" clrIdx="1837"/>
  <p:cmAuthor id="1839" name="黄楹" initials="黄楹" lastIdx="0" clrIdx="1838"/>
  <p:cmAuthor id="1840" name="yangyy" initials="y" lastIdx="0" clrIdx="1839"/>
  <p:cmAuthor id="1841" name="闪电杰尼" initials="闪" lastIdx="0" clrIdx="1840"/>
  <p:cmAuthor id="1842" name="赵生杰" initials="赵" lastIdx="0" clrIdx="1841"/>
  <p:cmAuthor id="1843" name="sdzz-syy" initials="s" lastIdx="0" clrIdx="1842"/>
  <p:cmAuthor id="1844" name="zhangyang" initials="z" lastIdx="0" clrIdx="1843"/>
  <p:cmAuthor id="1845" name="刘彩琴" initials="刘" lastIdx="0" clrIdx="1844"/>
  <p:cmAuthor id="1846" name="ju zhang" initials="j" lastIdx="0" clrIdx="1845"/>
  <p:cmAuthor id="1847" name="z cl" initials="z" lastIdx="0" clrIdx="1846"/>
  <p:cmAuthor id="1848" name="wangx" initials="w" lastIdx="0" clrIdx="1847"/>
  <p:cmAuthor id="1849" name="王长江_yEBfu2MB" initials="authorId_2287304495" lastIdx="0" clrIdx="1848"/>
  <p:cmAuthor id="1850" name="金宇峰_BfyebuM3" initials="authorId_1008746-10054633" lastIdx="0" clrIdx="1849"/>
  <p:cmAuthor id="1851" name="曹 朝辉" initials="曹" lastIdx="0" clrIdx="1850"/>
  <p:cmAuthor id="1852" name="lin bi" initials="lb" lastIdx="0" clrIdx="1851"/>
  <p:cmAuthor id="1853" name="张灿" initials="张灿" lastIdx="0" clrIdx="1852"/>
  <p:cmAuthor id="1854" name="THY" initials="T" lastIdx="0" clrIdx="1853"/>
  <p:cmAuthor id="1855" name="姜熠龙" initials="姜" lastIdx="0" clrIdx="1854"/>
  <p:cmAuthor id="1856" name="WPS_1559632127" initials="W" lastIdx="0" clrIdx="1855"/>
  <p:cmAuthor id="1857" name="孙 磊" initials="孙" lastIdx="0" clrIdx="1856"/>
  <p:cmAuthor id="1858" name="zhang yan" initials="zy" lastIdx="0" clrIdx="1857"/>
  <p:cmAuthor id="1859" name="祁家榕" initials="祁" lastIdx="0" clrIdx="1858"/>
  <p:cmAuthor id="1860" name="Macy Jin" initials="MJ" lastIdx="0" clrIdx="1859"/>
  <p:cmAuthor id="1861" name="10011277" initials="V" lastIdx="0" clrIdx="1860"/>
  <p:cmAuthor id="1862" name="00006891" initials="0" lastIdx="0" clrIdx="1861"/>
  <p:cmAuthor id="1863" name="zhouwd" initials="1" lastIdx="0" clrIdx="1862"/>
  <p:cmAuthor id="1864" name="赵 勇" initials="赵" lastIdx="0" clrIdx="1863"/>
  <p:cmAuthor id="1865" name="文涛 于" initials="文于" lastIdx="0" clrIdx="1864"/>
  <p:cmAuthor id="1866" name="无双" initials="无双" lastIdx="0" clrIdx="1865"/>
  <p:cmAuthor id="1867" name="林子酉" initials="林" lastIdx="0" clrIdx="1866"/>
  <p:cmAuthor id="1868" name="10092001" initials="1" lastIdx="0" clrIdx="1867"/>
  <p:cmAuthor id="1869" name="lincyrao" initials="" lastIdx="0" clrIdx="1868"/>
  <p:cmAuthor id="1870" name="610007" initials="6" lastIdx="0" clrIdx="1869"/>
  <p:cmAuthor id="1871" name="朱旗" initials="b" lastIdx="0" clrIdx="1870"/>
  <p:cmAuthor id="1872" name="Microsoft 帐户" initials="M帐" lastIdx="0" clrIdx="1871"/>
  <p:cmAuthor id="1873" name="gulib" initials="g" lastIdx="0" clrIdx="1872"/>
  <p:cmAuthor id="1874" name="10209970" initials="1" lastIdx="0" clrIdx="1873"/>
  <p:cmAuthor id="1875" name="10319231" initials="1" lastIdx="0" clrIdx="1874"/>
  <p:cmAuthor id="1876" name="未知用户107" initials="" lastIdx="0" clrIdx="1875"/>
  <p:cmAuthor id="1877" name="未知用户9" initials="" lastIdx="0" clrIdx="1876"/>
  <p:cmAuthor id="1878" name="px" initials="" lastIdx="0" clrIdx="1877"/>
  <p:cmAuthor id="1879" name="培源" initials="培源" lastIdx="0" clrIdx="1878"/>
  <p:cmAuthor id="1880" name="微软用户" initials="" lastIdx="0" clrIdx="1879"/>
  <p:cmAuthor id="1881" name="LiuHui" initials="" lastIdx="0" clrIdx="1880"/>
  <p:cmAuthor id="1882" name="未知的使用者45" initials="" lastIdx="0" clrIdx="1881"/>
  <p:cmAuthor id="1883" name="未知的使用者10" initials="" lastIdx="0" clrIdx="1882"/>
  <p:cmAuthor id="1884" name="未知用户102" initials="" lastIdx="0" clrIdx="1883"/>
  <p:cmAuthor id="1885" name="maxine" initials="" lastIdx="0" clrIdx="1884"/>
  <p:cmAuthor id="1886" name="未知的使用者27" initials="" lastIdx="0" clrIdx="1885"/>
  <p:cmAuthor id="1887" name="未知的使用者30" initials="" lastIdx="0" clrIdx="1886"/>
  <p:cmAuthor id="1888" name="AbuSina" initials="" lastIdx="0" clrIdx="1887"/>
  <p:cmAuthor id="1889" name="未知的使用者103" initials="" lastIdx="0" clrIdx="1888"/>
  <p:cmAuthor id="1890" name="未知用户67" initials="" lastIdx="0" clrIdx="1889"/>
  <p:cmAuthor id="1891" name="未知用户62" initials="" lastIdx="0" clrIdx="1890"/>
  <p:cmAuthor id="1892" name="未知用户82" initials="" lastIdx="0" clrIdx="1891"/>
  <p:cmAuthor id="1893" name="未知的使用者7" initials="" lastIdx="0" clrIdx="1892"/>
  <p:cmAuthor id="1894" name="Kevin Hu" initials="" lastIdx="0" clrIdx="1893"/>
  <p:cmAuthor id="1895" name="未知的使用者8" initials="" lastIdx="0" clrIdx="1894"/>
  <p:cmAuthor id="1896" name="不明使用者56" initials="" lastIdx="0" clrIdx="1895"/>
  <p:cmAuthor id="1897" name="P00035_jeremy" initials="" lastIdx="0" clrIdx="1896"/>
  <p:cmAuthor id="1898" name="Niucas" initials="N" lastIdx="0" clrIdx="1897"/>
  <p:cmAuthor id="1899" name="WPS_1734174719" initials="W" lastIdx="0" clrIdx="1898"/>
  <p:cmAuthor id="1900" name="未知用户109" initials="" lastIdx="0" clrIdx="1899"/>
  <p:cmAuthor id="1901" name="Unknown User117" initials="U" lastIdx="0" clrIdx="1900"/>
  <p:cmAuthor id="1902" name="Unknown User65" initials="U" lastIdx="0" clrIdx="1901"/>
  <p:cmAuthor id="1903" name="未知用户83" initials="" lastIdx="0" clrIdx="1902"/>
  <p:cmAuthor id="1904" name="未知的使用者104" initials="" lastIdx="0" clrIdx="1903"/>
  <p:cmAuthor id="1905" name="Daniel Wuu" initials="" lastIdx="0" clrIdx="1904"/>
  <p:cmAuthor id="1906" name="未知的使用者14" initials="" lastIdx="0" clrIdx="1905"/>
  <p:cmAuthor id="1907" name="116304" initials="" lastIdx="0" clrIdx="1906"/>
  <p:cmAuthor id="1908" name="未知的使用者32" initials="" lastIdx="0" clrIdx="1907"/>
  <p:cmAuthor id="1909" name="未知的使用者105" initials="" lastIdx="0" clrIdx="1908"/>
  <p:cmAuthor id="1910" name="Unknown User70" initials="" lastIdx="0" clrIdx="1909"/>
  <p:cmAuthor id="1911" name="hanjuncompany" initials="" lastIdx="0" clrIdx="1910"/>
  <p:cmAuthor id="1912" name="kathy chen" initials="" lastIdx="0" clrIdx="1911"/>
  <p:cmAuthor id="1913" name="未知的使用者63" initials="" lastIdx="0" clrIdx="1912"/>
  <p:cmAuthor id="1914" name="未知的使用者47" initials="" lastIdx="0" clrIdx="1913"/>
  <p:cmAuthor id="1915" name="未知的使用者106" initials="" lastIdx="0" clrIdx="1914"/>
  <p:cmAuthor id="1916" name="未知的使用者86" initials="" lastIdx="0" clrIdx="1915"/>
  <p:cmAuthor id="1917" name="未知的使用者116" initials="" lastIdx="0" clrIdx="1916"/>
  <p:cmAuthor id="1918" name="未知的使用者44" initials="" lastIdx="0" clrIdx="1917"/>
  <p:cmAuthor id="1919" name="未知的使用者127" initials="" lastIdx="0" clrIdx="1918"/>
  <p:cmAuthor id="1920" name="未知的使用者128" initials="" lastIdx="0" clrIdx="1919"/>
  <p:cmAuthor id="1921" name="Sara Chen" initials="" lastIdx="0" clrIdx="1920"/>
  <p:cmAuthor id="1922" name="瑾瑜v" initials="瑾" lastIdx="0" clrIdx="1921"/>
  <p:cmAuthor id="1923" name="未知用户64" initials="" lastIdx="0" clrIdx="1922"/>
  <p:cmAuthor id="1924" name="未知用户69" initials="" lastIdx="0" clrIdx="1923"/>
  <p:cmAuthor id="1925" name="晓宇" initials="晓" lastIdx="0" clrIdx="1924"/>
  <p:cmAuthor id="1926" name="Xue" initials="X" lastIdx="0" clrIdx="1925"/>
  <p:cmAuthor id="1927" name="lc xue" initials="lx" lastIdx="0" clrIdx="1926"/>
  <p:cmAuthor id="1928" name="cheng" initials="c" lastIdx="0" clrIdx="1927"/>
  <p:cmAuthor id="1929" name="00005049" initials="0" lastIdx="0" clrIdx="1928"/>
  <p:cmAuthor id="1930" name="zgdx" initials="z" lastIdx="0" clrIdx="1929"/>
  <p:cmAuthor id="1931" name="裴煜" initials="裴" lastIdx="0" clrIdx="1930"/>
  <p:cmAuthor id="1932" name="华仔" initials="华" lastIdx="0" clrIdx="1931"/>
  <p:cmAuthor id="1933" name="小陈" initials="小" lastIdx="0" clrIdx="1932"/>
  <p:cmAuthor id="1934" name="lzp1228" initials="l" lastIdx="0" clrIdx="1933"/>
  <p:cmAuthor id="1935" name="刘" initials="刘" lastIdx="0" clrIdx="1934"/>
  <p:cmAuthor id="1936" name="Ellen" initials="E" lastIdx="0" clrIdx="1935"/>
  <p:cmAuthor id="1937" name="胜 邵" initials="胜邵" lastIdx="0" clrIdx="1936"/>
  <p:cmAuthor id="1938" name="果木园" initials="果" lastIdx="0" clrIdx="1937"/>
  <p:cmAuthor id="1939" name="橙子…" initials="橙" lastIdx="0" clrIdx="1938"/>
  <p:cmAuthor id="1940" name="mystic" initials="m" lastIdx="0" clrIdx="1939"/>
  <p:cmAuthor id="1941" name="李华伟" initials="李" lastIdx="0" clrIdx="1940"/>
  <p:cmAuthor id="1942" name="杨国杰" initials="杨" lastIdx="0" clrIdx="1941"/>
  <p:cmAuthor id="1943" name="系统管理" initials="系" lastIdx="0" clrIdx="1942"/>
  <p:cmAuthor id="1944" name="小池流水" initials="小" lastIdx="0" clrIdx="1943"/>
  <p:cmAuthor id="1945" name="D大叔" initials="D" lastIdx="0" clrIdx="1944"/>
  <p:cmAuthor id="1946" name="Steven" initials="S" lastIdx="0" clrIdx="1945"/>
  <p:cmAuthor id="1947" name="v15194" initials="v" lastIdx="0" clrIdx="1946"/>
  <p:cmAuthor id="1948" name="liuxie" initials="l" lastIdx="0" clrIdx="1947"/>
  <p:cmAuthor id="1949" name="赵 璐" initials="赵" lastIdx="0" clrIdx="1948"/>
  <p:cmAuthor id="1950" name="bingning" initials="b" lastIdx="0" clrIdx="1949"/>
  <p:cmAuthor id="1951" name="Paperman" initials="P" lastIdx="0" clrIdx="1950"/>
  <p:cmAuthor id="1952" name="梁亚栋" initials="authorId_233440905" lastIdx="0" clrIdx="1951"/>
  <p:cmAuthor id="1953" name="老石" initials="老" lastIdx="0" clrIdx="1952"/>
  <p:cmAuthor id="1954" name="daisl" initials="" lastIdx="0" clrIdx="1953"/>
  <p:cmAuthor id="1955" name="嘉忱" initials="嘉" lastIdx="0" clrIdx="1954"/>
  <p:cmAuthor id="1956" name="大巧儿" initials="大" lastIdx="0" clrIdx="1955"/>
  <p:cmAuthor id="1957" name="James" initials="J" lastIdx="0" clrIdx="1956"/>
  <p:cmAuthor id="1958" name="王丽君" initials="王" lastIdx="0" clrIdx="1957"/>
  <p:cmAuthor id="1959" name="WPS_1462182938" initials="W" lastIdx="0" clrIdx="1958"/>
  <p:cmAuthor id="1960" name="朱应钊" initials="朱" lastIdx="0" clrIdx="1959"/>
  <p:cmAuthor id="1961" name="flowerpeople" initials="f" lastIdx="0" clrIdx="1960"/>
  <p:cmAuthor id="1962" name="FAN" initials="F" lastIdx="0" clrIdx="1961"/>
  <p:cmAuthor id="1963" name="sunaoran" initials="s" lastIdx="0" clrIdx="1962"/>
  <p:cmAuthor id="1964" name="秋名不是山" initials="秋" lastIdx="0" clrIdx="1963"/>
  <p:cmAuthor id="1965" name="Mmm" initials="M" lastIdx="0" clrIdx="1964"/>
  <p:cmAuthor id="1966" name="Kris的小宝贝" initials="K" lastIdx="0" clrIdx="1965"/>
  <p:cmAuthor id="1967" name="李红" initials="李" lastIdx="0" clrIdx="1966"/>
  <p:cmAuthor id="1968" name="碳酸 碳酸" initials="碳碳" lastIdx="0" clrIdx="1967"/>
  <p:cmAuthor id="1969" name="伟 刘" initials="伟刘" lastIdx="0" clrIdx="1968"/>
  <p:cmAuthor id="1970" name="ligd62" initials="l" lastIdx="0" clrIdx="1969"/>
  <p:cmAuthor id="1971" name="姗SHAN" initials="姗" lastIdx="0" clrIdx="1970"/>
  <p:cmAuthor id="1972" name="WXJY" initials="W" lastIdx="0" clrIdx="1971"/>
  <p:cmAuthor id="1973" name="粞" initials="粞" lastIdx="0" clrIdx="1972"/>
  <p:cmAuthor id="1974" name="cool-谈" initials="c" lastIdx="0" clrIdx="1973"/>
  <p:cmAuthor id="1975" name="WPS" initials="W" lastIdx="0" clrIdx="1974"/>
  <p:cmAuthor id="1976" name="凌永亮" initials="a" lastIdx="0" clrIdx="1975"/>
  <p:cmAuthor id="1977" name="美式咖啡" initials="美式咖啡" lastIdx="0" clrIdx="1976"/>
  <p:cmAuthor id="1978" name="njeri" initials="n" lastIdx="0" clrIdx="1977"/>
  <p:cmAuthor id="1979" name="李清华" initials="李" lastIdx="0" clrIdx="1978"/>
  <p:cmAuthor id="1980" name="任 亚乐" initials="任" lastIdx="0" clrIdx="1979"/>
  <p:cmAuthor id="1981" name="槑槑飞" initials="槑" lastIdx="0" clrIdx="1980"/>
  <p:cmAuthor id="1982" name="许明" initials="许" lastIdx="0" clrIdx="1981"/>
  <p:cmAuthor id="1983" name="忠林 许" initials="忠" lastIdx="0" clrIdx="1982"/>
  <p:cmAuthor id="1984" name="zx" initials="z" lastIdx="0" clrIdx="1983"/>
  <p:cmAuthor id="1985" name="xu'ling'ling" initials="x" lastIdx="0" clrIdx="1984"/>
  <p:cmAuthor id="1986" name="戚昕" initials="戚" lastIdx="0" clrIdx="1985"/>
  <p:cmAuthor id="1987" name="吴永杰" initials="吴" lastIdx="0" clrIdx="1986"/>
  <p:cmAuthor id="1988" name="Ma Loong" initials="M" lastIdx="0" clrIdx="1987"/>
  <p:cmAuthor id="1989" name="Zhangwp" initials="Z" lastIdx="0" clrIdx="1988"/>
  <p:cmAuthor id="1990" name="谢莉" initials="谢" lastIdx="0" clrIdx="1989"/>
  <p:cmAuthor id="1991" name="小葡萄" initials="小葡萄" lastIdx="0" clrIdx="1990"/>
  <p:cmAuthor id="1992" name="Vince_NbqqQZvq" initials="authorId_676464675" lastIdx="0" clrIdx="1991"/>
  <p:cmAuthor id="1993" name="王平_3QFbfQBZ" initials="authorId_561815255" lastIdx="0" clrIdx="1992"/>
  <p:cmAuthor id="1994" name="释然宗" initials="释" lastIdx="0" clrIdx="1993"/>
  <p:cmAuthor id="1995" name="于洪宇_rMRzAZZ7" initials="authorId_260024" lastIdx="0" clrIdx="1994"/>
  <p:cmAuthor id="1996" name="XF" initials="X" lastIdx="0" clrIdx="1995"/>
  <p:cmAuthor id="1997" name="杨幸" initials="杨" lastIdx="0" clrIdx="1996"/>
  <p:cmAuthor id="1998" name="wrx" initials="wrx" lastIdx="0" clrIdx="1997"/>
  <p:cmAuthor id="1999" name="SDWM" initials="S" lastIdx="0" clrIdx="1998"/>
  <p:cmAuthor id="2000" name="Eraser-CV_732yNZVB" initials="authorId_935319539" lastIdx="0" clrIdx="1999"/>
  <p:cmAuthor id="2001" name="周欣" initials="周" lastIdx="0" clrIdx="2000"/>
  <p:cmAuthor id="2002" name="13347" initials="1" lastIdx="0" clrIdx="2001"/>
  <p:cmAuthor id="2003" name="陈航" initials="A" lastIdx="0" clrIdx="2002"/>
  <p:cmAuthor id="2004" name="黄明特" initials="黄" lastIdx="0" clrIdx="2003"/>
  <p:cmAuthor id="2005" name="10145459" initials="1" lastIdx="0" clrIdx="2004"/>
  <p:cmAuthor id="2006" name="yveschao@foxmail.com" initials="y" lastIdx="0" clrIdx="2005"/>
  <p:cmAuthor id="2007" name="兴亚 闫" initials="兴亚" lastIdx="0" clrIdx="2006"/>
  <p:cmAuthor id="2008" name="x00302378" initials="x" lastIdx="0" clrIdx="2007"/>
  <p:cmAuthor id="2009" name="焦茂鑫" initials="a" lastIdx="0" clrIdx="2008"/>
  <p:cmAuthor id="2010" name="LQ" initials="L" lastIdx="0" clrIdx="2009"/>
  <p:cmAuthor id="2011" name="徐 佳林" initials="徐" lastIdx="0" clrIdx="2010"/>
  <p:cmAuthor id="2012" name="琨伟 张" initials="琨伟" lastIdx="0" clrIdx="2011"/>
  <p:cmAuthor id="2013" name="xuechuan zheng" initials="" lastIdx="0" clrIdx="2012"/>
  <p:cmAuthor id="2014" name="paoyu" initials="" lastIdx="0" clrIdx="2013"/>
  <p:cmAuthor id="2015" name="未知用户4" initials="未知用户4" lastIdx="0" clrIdx="2014"/>
  <p:cmAuthor id="2016" name="未知用户11" initials="未知用户11" lastIdx="0" clrIdx="2015"/>
  <p:cmAuthor id="2017" name="zheng kedan" initials="zk" lastIdx="0" clrIdx="2016"/>
  <p:cmAuthor id="2018" name="王永涛" initials="王" lastIdx="0" clrIdx="2017"/>
  <p:cmAuthor id="2019" name="木_木_杰" initials="木" lastIdx="0" clrIdx="2018"/>
  <p:cmAuthor id="2020" name="李娟" initials="李" lastIdx="0" clrIdx="2019"/>
  <p:cmAuthor id="2021" name="张宝玉" initials="张" lastIdx="0" clrIdx="2020"/>
  <p:cmAuthor id="2022" name="棍" initials="棍" lastIdx="0" clrIdx="2021"/>
  <p:cmAuthor id="2023" name="张伟" initials="张" lastIdx="0" clrIdx="2022"/>
  <p:cmAuthor id="2024" name="Echo～艾柯" initials="E" lastIdx="0" clrIdx="2023"/>
  <p:cmAuthor id="2025" name="王珂" initials="王" lastIdx="0" clrIdx="2024"/>
  <p:cmAuthor id="2026" name="邓芳" initials="K" lastIdx="0" clrIdx="2025"/>
  <p:cmAuthor id="2027" name="hndx" initials="h" lastIdx="0" clrIdx="2026"/>
  <p:cmAuthor id="2028" name="刘斌" initials="刘" lastIdx="0" clrIdx="2027"/>
  <p:cmAuthor id="2029" name="10095622" initials="1" lastIdx="0" clrIdx="2028"/>
  <p:cmAuthor id="2030" name="song manyi" initials="s" lastIdx="0" clrIdx="2029"/>
  <p:cmAuthor id="2031" name="孙登辉" initials="孙" lastIdx="0" clrIdx="2030"/>
  <p:cmAuthor id="2032" name="andy" initials="a" lastIdx="0" clrIdx="2031"/>
  <p:cmAuthor id="2033" name="ZTE Zhou" initials="A" lastIdx="0" clrIdx="2032"/>
  <p:cmAuthor id="2034" name="lxxcindy0503@outlook.com" initials="l" lastIdx="0" clrIdx="2033"/>
  <p:cmAuthor id="2035" name="赵泽盛10022760" initials="赵" lastIdx="0" clrIdx="2034"/>
  <p:cmAuthor id="2036" name="刘玉洁" initials="刘" lastIdx="0" clrIdx="2035"/>
  <p:cmAuthor id="2037" name="钱福利" initials="Q" lastIdx="0" clrIdx="2036"/>
  <p:cmAuthor id="2038" name="销售部12" initials="销" lastIdx="0" clrIdx="2037"/>
  <p:cmAuthor id="2039" name="lina" initials="l" lastIdx="0" clrIdx="2038"/>
  <p:cmAuthor id="2040" name="Wangjian (Frank)" initials="W" lastIdx="0" clrIdx="2039"/>
  <p:cmAuthor id="2041" name="00334816" initials="0" lastIdx="0" clrIdx="2040"/>
  <p:cmAuthor id="2042" name="Unknown User68" initials="U" lastIdx="0" clrIdx="2041"/>
  <p:cmAuthor id="2043" name="Unknown User116" initials="U" lastIdx="0" clrIdx="2042"/>
  <p:cmAuthor id="2044" name="10126032" initials="1" lastIdx="0" clrIdx="2043"/>
  <p:cmAuthor id="2045" name="yudi lin" initials="y" lastIdx="0" clrIdx="2044"/>
  <p:cmAuthor id="2046" name="liuzga" initials="l" lastIdx="0" clrIdx="2045"/>
  <p:cmAuthor id="2047" name="49554261@qq.com" initials="4" lastIdx="0" clrIdx="2046"/>
  <p:cmAuthor id="2048" name="00026028" initials="0" lastIdx="0" clrIdx="2047"/>
  <p:cmAuthor id="2049" name="dcis" initials="d" lastIdx="0" clrIdx="2048"/>
  <p:cmAuthor id="2050" name="Arno.Du(杜明星)" initials="A" lastIdx="0" clrIdx="2049"/>
  <p:cmAuthor id="2051" name="未知用户330" initials="未" lastIdx="0" clrIdx="2050"/>
  <p:cmAuthor id="2052" name="Unknown User63" initials="U" lastIdx="0" clrIdx="2051"/>
  <p:cmAuthor id="2053" name="ahhk2" initials="a" lastIdx="0" clrIdx="2052"/>
  <p:cmAuthor id="2054" name="GC Li" initials="GL" lastIdx="0" clrIdx="2053"/>
  <p:cmAuthor id="2055" name="ma jialin" initials="mj" lastIdx="0" clrIdx="2054"/>
  <p:cmAuthor id="2056" name="邱睿" initials="a" lastIdx="0" clrIdx="2055"/>
  <p:cmAuthor id="2057" name="李笑" initials="李" lastIdx="0" clrIdx="2056"/>
  <p:cmAuthor id="2058" name="00196605" initials="0" lastIdx="0" clrIdx="2057"/>
  <p:cmAuthor id="2059" name="徐鑫" initials="徐" lastIdx="0" clrIdx="2058"/>
  <p:cmAuthor id="2060" name="王双平" initials="王" lastIdx="0" clrIdx="2059"/>
  <p:cmAuthor id="2061" name="10118178" initials="1" lastIdx="0" clrIdx="2060"/>
  <p:cmAuthor id="2062" name="晓波" initials="晓波" lastIdx="0" clrIdx="2061"/>
  <p:cmAuthor id="2063" name="胡 敦玥" initials="胡" lastIdx="0" clrIdx="2062"/>
  <p:cmAuthor id="2064" name="Wei" initials="2" lastIdx="0" clrIdx="2063"/>
  <p:cmAuthor id="2065" name="曹蕊" initials="a" lastIdx="0" clrIdx="2064"/>
  <p:cmAuthor id="2066" name="zhjt" initials="z" lastIdx="0" clrIdx="2065"/>
  <p:cmAuthor id="2067" name="13605270617@139.com" initials="1" lastIdx="0" clrIdx="2066"/>
  <p:cmAuthor id="2068" name="kingsoft" initials="k" lastIdx="0" clrIdx="2067"/>
  <p:cmAuthor id="2069" name="刘 译璟" initials="刘" lastIdx="0" clrIdx="2068"/>
  <p:cmAuthor id="2070" name="番茄花园" initials="番" lastIdx="0" clrIdx="2069"/>
  <p:cmAuthor id="2071" name="ae2341" initials="a" lastIdx="0" clrIdx="2070"/>
  <p:cmAuthor id="2072" name="ABA" initials="A" lastIdx="0" clrIdx="2071"/>
  <p:cmAuthor id="2073" name="文 彪" initials="文" lastIdx="0" clrIdx="2072"/>
  <p:cmAuthor id="2074" name="ritalan" initials="r" lastIdx="0" clrIdx="2073"/>
  <p:cmAuthor id="2075" name="admin3" initials="a" lastIdx="0" clrIdx="2074"/>
  <p:cmAuthor id="2076" name="茂 唐" initials="茂" lastIdx="0" clrIdx="2075"/>
  <p:cmAuthor id="2077" name="丶执笔流年" initials="丶" lastIdx="0" clrIdx="2076"/>
  <p:cmAuthor id="2078" name="1903" initials="1" lastIdx="0" clrIdx="2077"/>
  <p:cmAuthor id="2079" name="刘艳群" initials="刘" lastIdx="0" clrIdx="2078"/>
  <p:cmAuthor id="2080" name="twisaijzing" initials="t" lastIdx="0" clrIdx="2079"/>
  <p:cmAuthor id="2081" name="焦丽杰" initials="焦" lastIdx="0" clrIdx="2080"/>
  <p:cmAuthor id="2082" name="姚琪" initials="姚" lastIdx="0" clrIdx="2081"/>
  <p:cmAuthor id="2083" name="欧阳凝菲" initials="欧" lastIdx="0" clrIdx="2082"/>
  <p:cmAuthor id="2084" name="林 哈哈" initials="林" lastIdx="0" clrIdx="2083"/>
  <p:cmAuthor id="2085" name="vivian" initials="v" lastIdx="0" clrIdx="2084"/>
  <p:cmAuthor id="2086" name="GJJ" initials="G" lastIdx="0" clrIdx="2085"/>
  <p:cmAuthor id="2087" name="陈廉洁" initials="L" lastIdx="0" clrIdx="2086"/>
  <p:cmAuthor id="2088" name="发芽酱૭ຶཽ" initials="发" lastIdx="0" clrIdx="2087"/>
  <p:cmAuthor id="2089" name="卢兴梅" initials="李晓春" lastIdx="0" clrIdx="2088"/>
  <p:cmAuthor id="2090" name="卢为" initials="A" lastIdx="0" clrIdx="2089"/>
  <p:cmAuthor id="2091" name="安徽新盛汽车贸易有限公司 " initials="安" lastIdx="0" clrIdx="2090"/>
  <p:cmAuthor id="2092" name="陈雪梅" initials="陈" lastIdx="0" clrIdx="2091"/>
  <p:cmAuthor id="2093" name="李军" initials="李" lastIdx="0" clrIdx="2092"/>
  <p:cmAuthor id="2094" name="WPS_1640040125" initials="W" lastIdx="0" clrIdx="2093"/>
  <p:cmAuthor id="2095" name="郭峰" initials="郭峰" lastIdx="0" clrIdx="2094"/>
  <p:cmAuthor id="2096" name="00283275" initials="0" lastIdx="0" clrIdx="2095"/>
  <p:cmAuthor id="2097" name="YQ" initials="Y" lastIdx="0" clrIdx="2096"/>
  <p:cmAuthor id="2098" name="罗亚文" initials="罗" lastIdx="0" clrIdx="2097"/>
  <p:cmAuthor id="2099" name="子扬" initials="子" lastIdx="0" clrIdx="2098"/>
  <p:cmAuthor id="2100" name="吴玉军" initials="吴" lastIdx="0" clrIdx="2099"/>
  <p:cmAuthor id="2101" name="戴佳奇" initials="U" lastIdx="0" clrIdx="2100"/>
  <p:cmAuthor id="2102" name="秦 陈" initials="秦" lastIdx="0" clrIdx="2101"/>
  <p:cmAuthor id="2103" name="绵阳_李洁" initials="绵" lastIdx="0" clrIdx="2102"/>
  <p:cmAuthor id="2104" name="sz" initials="s" lastIdx="0" clrIdx="2103"/>
  <p:cmAuthor id="2105" name="无 游客" initials="无" lastIdx="0" clrIdx="2104"/>
  <p:cmAuthor id="2106" name="姜其慧" initials="姜" lastIdx="0" clrIdx="2105"/>
  <p:cmAuthor id="2107" name="谭向楠" initials="谭" lastIdx="0" clrIdx="2106"/>
  <p:cmAuthor id="2108" name="ZXINYI" initials="Z" lastIdx="0" clrIdx="2107"/>
  <p:cmAuthor id="2109" name="Liang" initials="L" lastIdx="0" clrIdx="2108"/>
  <p:cmAuthor id="2110" name="GS11DZ01899" initials="G" lastIdx="0" clrIdx="2109"/>
  <p:cmAuthor id="2111" name="田亚林+_vEn2feIZ" initials="authorId_385966644" lastIdx="0" clrIdx="2110"/>
  <p:cmAuthor id="2112" name="孙军_a2y2UrEv" initials="authorId_524475945" lastIdx="0" clrIdx="2111"/>
  <p:cmAuthor id="2113" name="00231149" initials="0" lastIdx="0" clrIdx="2112"/>
  <p:cmAuthor id="2114" name="10067286" initials="1" lastIdx="0" clrIdx="2113"/>
  <p:cmAuthor id="2115" name="maggie" initials="m" lastIdx="0" clrIdx="2114"/>
  <p:cmAuthor id="2116" name="10024364" initials="1" lastIdx="0" clrIdx="2115"/>
  <p:cmAuthor id="2117" name="徐天俊" initials="" lastIdx="0" clrIdx="2116"/>
  <p:cmAuthor id="2118" name="王思聪 努力变优秀" initials="王思聪" lastIdx="0" clrIdx="2117"/>
  <p:cmAuthor id="2119" name="Shirley" initials="S" lastIdx="0" clrIdx="2118"/>
  <p:cmAuthor id="2120" name="wumeng" initials="w" lastIdx="0" clrIdx="2119"/>
  <p:cmAuthor id="2121" name="wujiwen@sn.cmcc" initials="w" lastIdx="0" clrIdx="2120"/>
  <p:cmAuthor id="2122" name="刘 永富" initials="刘" lastIdx="0" clrIdx="2121"/>
  <p:cmAuthor id="2123" name="X L" initials="XL" lastIdx="0" clrIdx="2122"/>
  <p:cmAuthor id="2124" name="田慧敏" initials="田" lastIdx="0" clrIdx="2123"/>
  <p:cmAuthor id="2125" name="8615345587992" initials="8" lastIdx="0" clrIdx="2124"/>
  <p:cmAuthor id="2126" name="嫄" initials="嫄" lastIdx="0" clrIdx="2125"/>
  <p:cmAuthor id="2127" name="程悦" initials="程" lastIdx="0" clrIdx="2126"/>
  <p:cmAuthor id="2128" name="晏宏斌" initials="n" lastIdx="0" clrIdx="2127"/>
  <p:cmAuthor id="2129" name="Xiaosu Wang" initials="XW" lastIdx="0" clrIdx="2128"/>
  <p:cmAuthor id="2130" name="10011274@zte.intra" initials="1" lastIdx="0" clrIdx="2129"/>
  <p:cmAuthor id="2131" name="10191815" initials="1" lastIdx="0" clrIdx="2130"/>
  <p:cmAuthor id="2132" name="GSTA-ZhR" initials="" lastIdx="0" clrIdx="2131"/>
  <p:cmAuthor id="2133" name="Unknown User69" initials="U" lastIdx="0" clrIdx="2132"/>
  <p:cmAuthor id="2134" name="十口亭_VZZjMJvM" initials="authorId_482745140" lastIdx="0" clrIdx="2133"/>
  <p:cmAuthor id="2135" name="xiaoming chang" initials="xc" lastIdx="0" clrIdx="2134"/>
  <p:cmAuthor id="2136" name="李阳" initials="liyang37@ha.cmcc" lastIdx="0" clrIdx="2135"/>
  <p:cmAuthor id="2137" name="未知用户296" initials="未" lastIdx="0" clrIdx="2136"/>
  <p:cmAuthor id="2138" name="yangxy" initials="y" lastIdx="0" clrIdx="2137"/>
  <p:cmAuthor id="2139" name="王 钰" initials="王" lastIdx="0" clrIdx="2138"/>
  <p:cmAuthor id="2140" name="Wenjing zhou" initials="Wz" lastIdx="0" clrIdx="2139"/>
  <p:cmAuthor id="2141" name="多丽娅" initials="多" lastIdx="0" clrIdx="2140"/>
  <p:cmAuthor id="2142" name="sunyi1" initials="s" lastIdx="0" clrIdx="2141"/>
  <p:cmAuthor id="2143" name="wangchangkun@cmhi.cmcc" initials="wangchangkun@cmhi.cmcc" lastIdx="0" clrIdx="2142"/>
  <p:cmAuthor id="2144" name="houhj26" initials="h" lastIdx="0" clrIdx="2143"/>
  <p:cmAuthor id="2145" name="何佳华" initials="何" lastIdx="0" clrIdx="2144"/>
  <p:cmAuthor id="2146" name="duanhuiping" initials="d" lastIdx="0" clrIdx="2145"/>
  <p:cmAuthor id="2147" name="huawei" initials="h" lastIdx="0" clrIdx="2146"/>
  <p:cmAuthor id="2148" name="yezengwei" initials="y" lastIdx="0" clrIdx="2147"/>
  <p:cmAuthor id="2149" name="likeyu" initials="kk" lastIdx="0" clrIdx="2148"/>
  <p:cmAuthor id="2150" name="19278" initials="1" lastIdx="0" clrIdx="2149"/>
  <p:cmAuthor id="2151" name="59314" initials="5" lastIdx="0" clrIdx="2150"/>
  <p:cmAuthor id="2152" name="86131" initials="8" lastIdx="0" clrIdx="2151"/>
  <p:cmAuthor id="2153" name="wangdaiyuan" initials="w" lastIdx="0" clrIdx="2152"/>
  <p:cmAuthor id="2154" name="唐 赛" initials="唐" lastIdx="0" clrIdx="2153"/>
  <p:cmAuthor id="2155" name="未知的使用者223" initials="" lastIdx="0" clrIdx="2154"/>
  <p:cmAuthor id="2156" name="針對所選的門市進行小範圍實驗，捕捉驅動績效的關鍵影響因子" initials="針" lastIdx="0" clrIdx="2155"/>
  <p:cmAuthor id="2157" name="王薇（政企）" initials="王" lastIdx="0" clrIdx="2156"/>
  <p:cmAuthor id="2158" name="罗志军" initials="Microsof" lastIdx="0" clrIdx="2157"/>
  <p:cmAuthor id="2159" name="夜尽迟渊_UrQfrmQZ" initials="authorId_501680251" lastIdx="0" clrIdx="2158"/>
  <p:cmAuthor id="2160" name="沈馨若兰" initials="沈馨若兰" lastIdx="0" clrIdx="2159"/>
  <p:cmAuthor id="2161" name="YaoChunfen" initials="Y" lastIdx="0" clrIdx="2160"/>
  <p:cmAuthor id="2162" name="ZXD" initials="Z" lastIdx="0" clrIdx="2161"/>
  <p:cmAuthor id="2163" name="cai yan" initials="cy" lastIdx="0" clrIdx="2162"/>
  <p:cmAuthor id="2164" name="JeremyBai" initials="J" lastIdx="0" clrIdx="2163"/>
  <p:cmAuthor id="2165" name="文向阳" initials="文" lastIdx="0" clrIdx="2164"/>
  <p:cmAuthor id="2166" name="luna" initials="l" lastIdx="0" clrIdx="2165"/>
  <p:cmAuthor id="2167" name="86133" initials="8" lastIdx="0" clrIdx="2166"/>
  <p:cmAuthor id="2168" name="李磊" initials="李" lastIdx="0" clrIdx="2167"/>
  <p:cmAuthor id="2169" name="三生万物" initials="三" lastIdx="0" clrIdx="2168"/>
  <p:cmAuthor id="2170" name="徐过年" initials="徐" lastIdx="0" clrIdx="2169"/>
  <p:cmAuthor id="2171" name="songlonglong" initials="s" lastIdx="0" clrIdx="2170"/>
  <p:cmAuthor id="2172" name="hwanghey" initials="h" lastIdx="0" clrIdx="2171"/>
  <p:cmAuthor id="2173" name="ZBH" initials="Z" lastIdx="0" clrIdx="2172"/>
  <p:cmAuthor id="2174" name="英宁" initials="英" lastIdx="0" clrIdx="2173"/>
  <p:cmAuthor id="2175" name="宁静致远" initials="宁" lastIdx="0" clrIdx="2174"/>
  <p:cmAuthor id="2176" name="Mio" initials="M" lastIdx="0" clrIdx="2175"/>
  <p:cmAuthor id="2177" name="宋玉" initials="宋" lastIdx="0" clrIdx="2176"/>
  <p:cmAuthor id="2178" name="葛慧" initials="葛" lastIdx="0" clrIdx="2177"/>
  <p:cmAuthor id="2179" name="彭文豪" initials="彭" lastIdx="0" clrIdx="2178"/>
  <p:cmAuthor id="2180" name="糖水粑粑" initials="糖" lastIdx="0" clrIdx="2179"/>
  <p:cmAuthor id="2181" name="屠晚" initials="屠" lastIdx="0" clrIdx="2180"/>
  <p:cmAuthor id="2182" name="赵玉玲" initials="a" lastIdx="0" clrIdx="2181"/>
  <p:cmAuthor id="2183" name="涂强A" initials="涂强" lastIdx="0" clrIdx="2182"/>
  <p:cmAuthor id="2184" name="王天宝" initials="W" lastIdx="0" clrIdx="2183"/>
  <p:cmAuthor id="2185" name="樊县超" initials="樊" lastIdx="0" clrIdx="2184"/>
  <p:cmAuthor id="2186" name="徐 路" initials="徐" lastIdx="0" clrIdx="2185"/>
  <p:cmAuthor id="2187" name="ZGH" initials="Z" lastIdx="0" clrIdx="2186"/>
  <p:cmAuthor id="2188" name="韩笑" initials="韩" lastIdx="0" clrIdx="2187"/>
  <p:cmAuthor id="2189" name="18931177149@189.cn" initials="" lastIdx="0" clrIdx="2188"/>
  <p:cmAuthor id="2190" name="ahdx" initials="a" lastIdx="0" clrIdx="2189"/>
  <p:cmAuthor id="2191" name="liuX" initials="l" lastIdx="0" clrIdx="2190"/>
  <p:cmAuthor id="2192" name="tonyliu" initials="t" lastIdx="0" clrIdx="2191"/>
  <p:cmAuthor id="2193" name="hwjjjjjjjj" initials="h" lastIdx="0" clrIdx="2192"/>
  <p:cmAuthor id="2194" name="laichenxi" initials="u" lastIdx="0" clrIdx="2193"/>
  <p:cmAuthor id="2195" name="macos" initials="m" lastIdx="0" clrIdx="2194"/>
  <p:cmAuthor id="2196" name="zhoupeng" initials="z" lastIdx="0" clrIdx="2195"/>
  <p:cmAuthor id="2197" name="Randolph" initials="R" lastIdx="0" clrIdx="2196"/>
  <p:cmAuthor id="2198" name="yangjianhe1" initials="y" lastIdx="0" clrIdx="2197"/>
  <p:cmAuthor id="2199" name="周克波" initials="周" lastIdx="0" clrIdx="2198"/>
  <p:cmAuthor id="2200" name="CN=耿成涛/OU=河南/O=chtc" initials="C" lastIdx="0" clrIdx="2199"/>
  <p:cmAuthor id="2201" name="CN=娄川川/OU=河南/O=chtc" initials="C" lastIdx="0" clrIdx="2200"/>
  <p:cmAuthor id="2202" name="王 琳" initials="王" lastIdx="0" clrIdx="2201"/>
  <p:cmAuthor id="2203" name="文祺 张" initials="文祺" lastIdx="0" clrIdx="2202"/>
  <p:cmAuthor id="2204" name="刘雯" initials="刘" lastIdx="0" clrIdx="2203"/>
  <p:cmAuthor id="2205" name="王雯雯" initials="王" lastIdx="0" clrIdx="2204"/>
  <p:cmAuthor id="2206" name="赵晨洁" initials="赵" lastIdx="0" clrIdx="2205"/>
  <p:cmAuthor id="2207" name="李伟3|xxliwei" initials="李" lastIdx="0" clrIdx="2206"/>
  <p:cmAuthor id="2208" name="huanglida" initials="h" lastIdx="0" clrIdx="2207"/>
  <p:cmAuthor id="2209" name="孟宁" initials="M" lastIdx="0" clrIdx="2208"/>
  <p:cmAuthor id="2210" name="徐婷婷" initials="徐" lastIdx="0" clrIdx="2209"/>
  <p:cmAuthor id="2211" name="CH" initials="C" lastIdx="0" clrIdx="2210"/>
  <p:cmAuthor id="2212" name="林佳乐" initials="林" lastIdx="0" clrIdx="2211"/>
  <p:cmAuthor id="2213" name="魏方皓" initials="魏" lastIdx="0" clrIdx="2212"/>
  <p:cmAuthor id="2214" name="未知的使用者2" initials="未" lastIdx="0" clrIdx="2213"/>
  <p:cmAuthor id="2215" name="叶得会" initials="叶" lastIdx="0" clrIdx="2214"/>
  <p:cmAuthor id="2216" name="李奇" initials="李" lastIdx="0" clrIdx="2215"/>
  <p:cmAuthor id="2217" name="海上花" initials="海" lastIdx="0" clrIdx="2216"/>
  <p:cmAuthor id="2218" name="刘 乾" initials="刘" lastIdx="0" clrIdx="2217"/>
  <p:cmAuthor id="2219" name="Qingyunli" initials="Q" lastIdx="0" clrIdx="2218"/>
  <p:cmAuthor id="2220" name="周开雷" initials="周" lastIdx="0" clrIdx="2219"/>
  <p:cmAuthor id="2221" name="lx" initials="l" lastIdx="0" clrIdx="2220"/>
  <p:cmAuthor id="2222" name="赵兰玉" initials="赵" lastIdx="0" clrIdx="2221"/>
  <p:cmAuthor id="2223" name="李振宇" initials="李" lastIdx="0" clrIdx="2222"/>
  <p:cmAuthor id="2224" name="邹洋" initials="邹" lastIdx="0" clrIdx="2223"/>
  <p:cmAuthor id="2225" name="yangkun" initials="y" lastIdx="0" clrIdx="2224"/>
  <p:cmAuthor id="2226" name="王明明" initials="王" lastIdx="0" clrIdx="2225"/>
  <p:cmAuthor id="2227" name="Lenovo User" initials="L" lastIdx="0" clrIdx="2226"/>
  <p:cmAuthor id="2228" name="hys2" initials="h" lastIdx="0" clrIdx="2227"/>
  <p:cmAuthor id="2229" name="朱悦龙" initials="朱" lastIdx="0" clrIdx="2228"/>
  <p:cmAuthor id="2230" name="evil" initials="e" lastIdx="0" clrIdx="2229"/>
  <p:cmAuthor id="2231" name="吕志勇" initials="吕" lastIdx="0" clrIdx="2230"/>
  <p:cmAuthor id="2232" name="何已龙" initials="何" lastIdx="0" clrIdx="2231"/>
  <p:cmAuthor id="2233" name="李永欣" initials="李" lastIdx="0" clrIdx="2232"/>
  <p:cmAuthor id="2234" name="刘洋洋" initials="刘洋洋" lastIdx="0" clrIdx="2233"/>
  <p:cmAuthor id="2235" name="tyl" initials="t" lastIdx="0" clrIdx="2234"/>
  <p:cmAuthor id="2236" name="吴涛(省公司用户一)" initials="A" lastIdx="0" clrIdx="2235"/>
  <p:cmAuthor id="2237" name="elfinhsu" initials="" lastIdx="0" clrIdx="2236"/>
  <p:cmAuthor id="2238" name="黎丹" initials="黎" lastIdx="0" clrIdx="2237"/>
  <p:cmAuthor id="2239" name="guanghong xu" initials="gx" lastIdx="0" clrIdx="2238"/>
  <p:cmAuthor id="2240" name="86152" initials="8" lastIdx="0" clrIdx="2239"/>
  <p:cmAuthor id="2241" name="Kent" initials="K" lastIdx="0" clrIdx="2240"/>
  <p:cmAuthor id="2242" name="王启良" initials="王" lastIdx="0" clrIdx="2241"/>
  <p:cmAuthor id="2243" name="晓琳 李" initials="晓琳" lastIdx="0" clrIdx="2242"/>
  <p:cmAuthor id="2244" name="李帆" initials="W用" lastIdx="0" clrIdx="2243"/>
  <p:cmAuthor id="2245" name="haha" initials="h" lastIdx="0" clrIdx="2244"/>
  <p:cmAuthor id="2246" name="韩晓宇00207529" initials="韩晓宇00207529" lastIdx="0" clrIdx="2245"/>
  <p:cmAuthor id="2247" name="Liam" initials="L" lastIdx="0" clrIdx="2246"/>
  <p:cmAuthor id="2248" name="姚东辉" initials="姚" lastIdx="0" clrIdx="2247"/>
  <p:cmAuthor id="2249" name="Blue." initials="B" lastIdx="0" clrIdx="2248"/>
  <p:cmAuthor id="2250" name="shengwenjia" initials="s" lastIdx="0" clrIdx="2249"/>
  <p:cmAuthor id="2251" name="XD" initials="X" lastIdx="0" clrIdx="2250"/>
  <p:cmAuthor id="2252" name="wennieiam" initials="w" lastIdx="0" clrIdx="2251"/>
  <p:cmAuthor id="2253" name="！！！" initials="！" lastIdx="0" clrIdx="2252"/>
  <p:cmAuthor id="2254" name="李 少峰" initials="李" lastIdx="0" clrIdx="2253"/>
  <p:cmAuthor id="2255" name="10327298" initials="1" lastIdx="0" clrIdx="2254"/>
  <p:cmAuthor id="2256" name="CN=郑长亮/OU=河南/O=chtc" initials="L" lastIdx="0" clrIdx="2255"/>
  <p:cmAuthor id="2257" name="L L" initials="LL" lastIdx="0" clrIdx="2256"/>
  <p:cmAuthor id="2258" name="马旭辰" initials="" lastIdx="0" clrIdx="2257"/>
  <p:cmAuthor id="2259" name="tymuser" initials="" lastIdx="0" clrIdx="2258"/>
  <p:cmAuthor id="2260" name="中国电信-王梦龙" initials="中" lastIdx="0" clrIdx="2259"/>
  <p:cmAuthor id="2261" name="田艳芬" initials="田" lastIdx="0" clrIdx="2260"/>
  <p:cmAuthor id="2262" name="刘思蜀" initials="刘" lastIdx="0" clrIdx="2261"/>
  <p:cmAuthor id="2263" name="tkqd" initials="t" lastIdx="0" clrIdx="2262"/>
  <p:cmAuthor id="2264" name="黄媛媛" initials="黄" lastIdx="0" clrIdx="2263"/>
  <p:cmAuthor id="2265" name="he feng" initials="h" lastIdx="0" clrIdx="2264"/>
  <p:cmAuthor id="2266" name="fangfang" initials="f" lastIdx="0" clrIdx="2265"/>
  <p:cmAuthor id="2267" name="李 宁" initials="李" lastIdx="0" clrIdx="2266"/>
  <p:cmAuthor id="2268" name="lin xuanyu" initials="l" lastIdx="0" clrIdx="2267"/>
  <p:cmAuthor id="2269" name="韩露" initials="d" lastIdx="0" clrIdx="2268"/>
  <p:cmAuthor id="2270" name="50234" initials="5" lastIdx="0" clrIdx="2269"/>
  <p:cmAuthor id="2271" name="雷 景皓" initials="雷" lastIdx="0" clrIdx="2270"/>
  <p:cmAuthor id="2272" name="葛瑶" initials="葛" lastIdx="0" clrIdx="2271"/>
  <p:cmAuthor id="2273" name="wudongnibaobei" initials="w" lastIdx="0" clrIdx="2272"/>
  <p:cmAuthor id="2274" name="jin xin" initials="jx" lastIdx="0" clrIdx="2273"/>
  <p:cmAuthor id="2275" name="李菁1|sqlijing1" initials="李" lastIdx="0" clrIdx="2274"/>
  <p:cmAuthor id="2276" name="WYWL" initials="W" lastIdx="0" clrIdx="2275"/>
  <p:cmAuthor id="2277" name="zhaohaiqi" initials="z" lastIdx="0" clrIdx="2276"/>
  <p:cmAuthor id="2278" name="师晓雪" initials="师" lastIdx="0" clrIdx="2277"/>
  <p:cmAuthor id="2279" name="李靖媛|lijingyuan1" initials="李" lastIdx="0" clrIdx="2278"/>
  <p:cmAuthor id="2280" name="董芬|dongfen" initials="董" lastIdx="0" clrIdx="2279"/>
  <p:cmAuthor id="2281" name="chenhx" initials="" lastIdx="0" clrIdx="2280"/>
  <p:cmAuthor id="2282" name="honor" initials="h" lastIdx="0" clrIdx="2281"/>
  <p:cmAuthor id="2283" name="方方" initials="方" lastIdx="0" clrIdx="2282"/>
  <p:cmAuthor id="2284" name="tuhh" initials="t" lastIdx="0" clrIdx="2283"/>
  <p:cmAuthor id="2285" name="庞付娟" initials="庞" lastIdx="0" clrIdx="2284"/>
  <p:cmAuthor id="2286" name="hy-tkyl" initials="h" lastIdx="0" clrIdx="2285"/>
  <p:cmAuthor id="2287" name="黄元" initials="黄" lastIdx="0" clrIdx="2286"/>
  <p:cmAuthor id="2288" name="胡君" initials="胡" lastIdx="0" clrIdx="2287"/>
  <p:cmAuthor id="2289" name="liquanxi" initials="l" lastIdx="0" clrIdx="2288"/>
  <p:cmAuthor id="2290" name="minty minty" initials="m" lastIdx="0" clrIdx="2289"/>
  <p:cmAuthor id="2291" name="罗彬" initials="罗" lastIdx="0" clrIdx="2290"/>
  <p:cmAuthor id="2292" name="刘盛潮" initials="刘" lastIdx="0" clrIdx="2291"/>
  <p:cmAuthor id="2293" name="ozg106" initials="o" lastIdx="0" clrIdx="2292"/>
  <p:cmAuthor id="2294" name="grace" initials="g" lastIdx="0" clrIdx="2293"/>
  <p:cmAuthor id="2295" name="W Nic" initials="W" lastIdx="0" clrIdx="2294"/>
  <p:cmAuthor id="2296" name="njlife" initials="n" lastIdx="0" clrIdx="2295"/>
  <p:cmAuthor id="2297" name="黄 俊楠" initials="黄" lastIdx="0" clrIdx="2296"/>
  <p:cmAuthor id="2298" name="YQQ" initials="Y" lastIdx="0" clrIdx="2297"/>
  <p:cmAuthor id="2299" name="HUAWEI" initials="H" lastIdx="0" clrIdx="2298"/>
  <p:cmAuthor id="2300" name="tong" initials="t" lastIdx="0" clrIdx="2299"/>
  <p:cmAuthor id="2301" name="高俊" initials="高" lastIdx="0" clrIdx="2300"/>
  <p:cmAuthor id="2302" name="武立强" initials="武" lastIdx="0" clrIdx="2301"/>
  <p:cmAuthor id="2303" name="ZYM" initials="Z" lastIdx="0" clrIdx="2302"/>
  <p:cmAuthor id="2304" name="王雅静" initials="王" lastIdx="0" clrIdx="2303"/>
  <p:cmAuthor id="2305" name="龚丽媛" initials="龚" lastIdx="0" clrIdx="2304"/>
  <p:cmAuthor id="2306" name="王秀秀" initials="王" lastIdx="0" clrIdx="2305"/>
  <p:cmAuthor id="2307" name="武姗姗" initials="武" lastIdx="0" clrIdx="2306"/>
  <p:cmAuthor id="2308" name="Viewer" initials="V" lastIdx="0" clrIdx="2307"/>
  <p:cmAuthor id="2309" name="树东 贾" initials="树" lastIdx="0" clrIdx="2308"/>
  <p:cmAuthor id="2310" name="goulei" initials="g" lastIdx="0" clrIdx="2309"/>
  <p:cmAuthor id="2311" name="徐 杨斌" initials="徐" lastIdx="0" clrIdx="2310"/>
  <p:cmAuthor id="2312" name="杜庆山" initials="A" lastIdx="0" clrIdx="2311"/>
  <p:cmAuthor id="2313" name="WPS_1658730326" initials="W" lastIdx="0" clrIdx="2312"/>
  <p:cmAuthor id="2314" name="C.Y" initials="C" lastIdx="0" clrIdx="2313"/>
  <p:cmAuthor id="2315" name="hbear" initials="h" lastIdx="0" clrIdx="2314"/>
  <p:cmAuthor id="2316" name="灰花儿黑地儿小白兔" initials="灰" lastIdx="0" clrIdx="2315"/>
  <p:cmAuthor id="2317" name="zc" initials="z" lastIdx="0" clrIdx="2316"/>
  <p:cmAuthor id="2318" name="王元" initials="u" lastIdx="0" clrIdx="2317"/>
  <p:cmAuthor id="2319" name="10006509" initials="1" lastIdx="0" clrIdx="2318"/>
  <p:cmAuthor id="2320" name="10297641" initials="1" lastIdx="0" clrIdx="2319"/>
  <p:cmAuthor id="2321" name="皮皮" initials="皮" lastIdx="0" clrIdx="2320"/>
  <p:cmAuthor id="2322" name="魏凤英" initials="魏" lastIdx="0" clrIdx="2321"/>
  <p:cmAuthor id="2323" name="1256010600@qq.com" initials="" lastIdx="0" clrIdx="2322"/>
  <p:cmAuthor id="2324" name="Nana" initials="N" lastIdx="0" clrIdx="2323"/>
  <p:cmAuthor id="2325" name="auser" initials="" lastIdx="0" clrIdx="2324"/>
  <p:cmAuthor id="2326" name="彭 友" initials="彭" lastIdx="0" clrIdx="2325"/>
  <p:cmAuthor id="2327" name="w12123" initials="w" lastIdx="0" clrIdx="2326"/>
  <p:cmAuthor id="2328" name="zhangqun" initials="z" lastIdx="0" clrIdx="2327"/>
  <p:cmAuthor id="2329" name="18907" initials="1" lastIdx="0" clrIdx="2328"/>
  <p:cmAuthor id="2330" name="10288631" initials="1" lastIdx="0" clrIdx="2329"/>
  <p:cmAuthor id="2331" name="tuj" initials="t" lastIdx="0" clrIdx="2330"/>
  <p:cmAuthor id="2332" name="63208894@qq.com" initials="6" lastIdx="0" clrIdx="2331"/>
  <p:cmAuthor id="2333" name="卷子&amp;雯子" initials="卷" lastIdx="0" clrIdx="2332"/>
  <p:cmAuthor id="2334" name="吴晶晶" initials="W" lastIdx="0" clrIdx="2333"/>
  <p:cmAuthor id="2335" name="亢 洪亮" initials="亢" lastIdx="0" clrIdx="2334"/>
  <p:cmAuthor id="2336" name="李 晓春" initials="李" lastIdx="0" clrIdx="2335"/>
  <p:cmAuthor id="2337" name="刘彩凤" initials="l" lastIdx="0" clrIdx="2336"/>
  <p:cmAuthor id="2338" name="yunyun" initials="y" lastIdx="0" clrIdx="2337"/>
  <p:cmAuthor id="2339" name="张全飞" initials="张全飞" lastIdx="0" clrIdx="2338"/>
  <p:cmAuthor id="2340" name="杨玉森" initials="l" lastIdx="0" clrIdx="2339"/>
  <p:cmAuthor id="2341" name="unicorn0518@163.com" initials="u" lastIdx="0" clrIdx="2340"/>
  <p:cmAuthor id="2342" name="陈双佳" initials="陈" lastIdx="0" clrIdx="2341"/>
  <p:cmAuthor id="2343" name="HuQQ" initials="HuQQ" lastIdx="0" clrIdx="2342"/>
  <p:cmAuthor id="2344" name="Sun" initials="S" lastIdx="0" clrIdx="2343"/>
  <p:cmAuthor id="2345" name="安 静" initials="安" lastIdx="0" clrIdx="2344"/>
  <p:cmAuthor id="2346" name="D" initials="D" lastIdx="0" clrIdx="2345"/>
  <p:cmAuthor id="2347" name="309968150@qq.com" initials="3" lastIdx="0" clrIdx="2346"/>
  <p:cmAuthor id="2348" name="Happy" initials="H" lastIdx="0" clrIdx="2347"/>
  <p:cmAuthor id="2349" name="li'hong'lin" initials="l" lastIdx="0" clrIdx="2348"/>
  <p:cmAuthor id="2350" name="华 曹" initials="华曹" lastIdx="0" clrIdx="2349"/>
  <p:cmAuthor id="2351" name="李林峰" initials="李" lastIdx="0" clrIdx="2350"/>
  <p:cmAuthor id="2352" name="P." initials="P" lastIdx="0" clrIdx="2351"/>
  <p:cmAuthor id="2353" name="339770053@qq.com" initials="" lastIdx="0" clrIdx="2352"/>
  <p:cmAuthor id="2354" name="袁文龙" initials="" lastIdx="0" clrIdx="2353"/>
  <p:cmAuthor id="2355" name="blackfish" initials="b" lastIdx="0" clrIdx="2354"/>
  <p:cmAuthor id="2356" name="王 云鹏" initials="王" lastIdx="0" clrIdx="2355"/>
  <p:cmAuthor id="2357" name="宋会召" initials="宋" lastIdx="0" clrIdx="2356"/>
  <p:cmAuthor id="2358" name="白锐锋" initials="白" lastIdx="0" clrIdx="2357"/>
  <p:cmAuthor id="2359" name="唐湘慧" initials="唐" lastIdx="0" clrIdx="2358"/>
  <p:cmAuthor id="2360" name="汪晓恒" initials="汪" lastIdx="0" clrIdx="2359"/>
  <p:cmAuthor id="2361" name="张 国锐" initials="张" lastIdx="0" clrIdx="2360"/>
  <p:cmAuthor id="2362" name="A6910@365ms.vip" initials="A" lastIdx="0" clrIdx="2361"/>
  <p:cmAuthor id="2363" name="Caixiaojin" initials="C" lastIdx="0" clrIdx="2362"/>
  <p:cmAuthor id="2364" name="Ra7ER" initials="R" lastIdx="0" clrIdx="2363"/>
  <p:cmAuthor id="2365" name="未知的使用者4" initials="未" lastIdx="0" clrIdx="2364"/>
  <p:cmAuthor id="2366" name="panyl25" initials="p" lastIdx="0" clrIdx="2365"/>
  <p:cmAuthor id="2367" name="guocc" initials="g" lastIdx="0" clrIdx="2366"/>
  <p:cmAuthor id="2368" name="zhangxc210" initials="z" lastIdx="0" clrIdx="2367"/>
  <p:cmAuthor id="2369" name="wyao8" initials="w" lastIdx="0" clrIdx="2368"/>
  <p:cmAuthor id="2370" name="lantj" initials="l" lastIdx="0" clrIdx="2369"/>
  <p:cmAuthor id="2371" name="zhangjj" initials="z" lastIdx="0" clrIdx="2370"/>
  <p:cmAuthor id="2372" name="13723445824@139.com" initials="1" lastIdx="0" clrIdx="2371"/>
  <p:cmAuthor id="2373" name="Chris French" initials="CF" lastIdx="0" clrIdx="2372"/>
  <p:cmAuthor id="2374" name="boss" initials="b" lastIdx="0" clrIdx="2373"/>
  <p:cmAuthor id="2375" name="hz" initials="h" lastIdx="0" clrIdx="2374"/>
  <p:cmAuthor id="2376" name="张浩宇" initials="a" lastIdx="0" clrIdx="2375"/>
  <p:cmAuthor id="2377" name="XuFeng" initials="XF" lastIdx="0" clrIdx="2376"/>
  <p:cmAuthor id="2378" name="郑立" initials="郑立" lastIdx="0" clrIdx="2377"/>
  <p:cmAuthor id="2379" name="赵丽丽" initials="赵" lastIdx="0" clrIdx="2378"/>
  <p:cmAuthor id="2380" name="qi li" initials="ql" lastIdx="0" clrIdx="2379"/>
  <p:cmAuthor id="2381" name="g c" initials="gc" lastIdx="0" clrIdx="2380"/>
  <p:cmAuthor id="2382" name="qdyy619" initials="q" lastIdx="0" clrIdx="2381"/>
  <p:cmAuthor id="2383" name="朱俊翔" initials="朱" lastIdx="0" clrIdx="2382"/>
  <p:cmAuthor id="2384" name="肖江浩" initials="L" lastIdx="0" clrIdx="2383"/>
  <p:cmAuthor id="2385" name="彭思艳" initials="彭" lastIdx="0" clrIdx="2384"/>
  <p:cmAuthor id="2386" name="Unknown User77" initials="U" lastIdx="0" clrIdx="2385"/>
  <p:cmAuthor id="2387" name="李 非" initials="李" lastIdx="0" clrIdx="2386"/>
  <p:cmAuthor id="2388" name="zhichao guo" initials="zg" lastIdx="0" clrIdx="2387"/>
  <p:cmAuthor id="2389" name="罗双源" initials="罗" lastIdx="0" clrIdx="2388"/>
  <p:cmAuthor id="2390" name="may" initials="m" lastIdx="0" clrIdx="2389"/>
  <p:cmAuthor id="2391" name="Frank De Waelle" initials="F" lastIdx="0" clrIdx="2390"/>
  <p:cmAuthor id="2392" name="Alice" initials="A" lastIdx="0" clrIdx="2391"/>
  <p:cmAuthor id="2393" name="一个不愿意透露姓名" initials="lasdf" lastIdx="0" clrIdx="2392"/>
  <p:cmAuthor id="2394" name="lingc" initials="l" lastIdx="0" clrIdx="2393"/>
  <p:cmAuthor id="2395" name="songlinyan" initials="s" lastIdx="0" clrIdx="2394"/>
  <p:cmAuthor id="2396" name="Manman He" initials="MH" lastIdx="0" clrIdx="2395"/>
  <p:cmAuthor id="2397" name="姚 舜阳" initials="姚" lastIdx="0" clrIdx="2396"/>
  <p:cmAuthor id="2398" name="10356" initials="1" lastIdx="0" clrIdx="2397"/>
  <p:cmAuthor id="2399" name="李蝶" initials="李" lastIdx="0" clrIdx="2398"/>
  <p:cmAuthor id="2400" name="10072673" initials="1" lastIdx="0" clrIdx="2399"/>
  <p:cmAuthor id="2401" name="崔 丽" initials="崔" lastIdx="0" clrIdx="2400"/>
  <p:cmAuthor id="2402" name="刘亮" initials="刘" lastIdx="0" clrIdx="2401"/>
  <p:cmAuthor id="2403" name="张 晓" initials="张" lastIdx="0" clrIdx="2402"/>
  <p:cmAuthor id="2404" name="xieping" initials="x" lastIdx="0" clrIdx="2403"/>
  <p:cmAuthor id="2405" name="bb60@office2016.site" initials="b" lastIdx="0" clrIdx="2404"/>
  <p:cmAuthor id="2406" name="8615305535219" initials="8" lastIdx="0" clrIdx="2405"/>
  <p:cmAuthor id="2407" name="胡瑶" initials="胡" lastIdx="0" clrIdx="2406"/>
  <p:cmAuthor id="2408" name="柏银银" initials="柏" lastIdx="0" clrIdx="2407"/>
  <p:cmAuthor id="2409" name="admin3739" initials="a" lastIdx="0" clrIdx="2408"/>
  <p:cmAuthor id="2410" name="赵雪杰" initials="赵" lastIdx="0" clrIdx="2409"/>
  <p:cmAuthor id="2411" name="睿" initials="睿" lastIdx="0" clrIdx="2410"/>
  <p:cmAuthor id="2412" name="A6910" initials="A" lastIdx="0" clrIdx="2411"/>
  <p:cmAuthor id="2413" name="宋 雪贤" initials="宋" lastIdx="0" clrIdx="2412"/>
  <p:cmAuthor id="2414" name="WPS_1692147515" initials="W" lastIdx="0" clrIdx="2413"/>
  <p:cmAuthor id="2415" name="liubin (AD)" initials="l(" lastIdx="0" clrIdx="2414"/>
  <p:cmAuthor id="2416" name="changlu" initials="c" lastIdx="0" clrIdx="2415"/>
  <p:cmAuthor id="2417" name="陈健" initials="陈" lastIdx="0" clrIdx="2416"/>
  <p:cmAuthor id="2418" name="谢 小小" initials="谢" lastIdx="0" clrIdx="2417"/>
  <p:cmAuthor id="2419" name="吴春平" initials="吴" lastIdx="0" clrIdx="2418"/>
  <p:cmAuthor id="2420" name="Ying Liang" initials="YL" lastIdx="0" clrIdx="2419"/>
  <p:cmAuthor id="2421" name="储颖" initials="A" lastIdx="0" clrIdx="2420"/>
  <p:cmAuthor id="2422" name="吴萍" initials="吴" lastIdx="0" clrIdx="2421"/>
  <p:cmAuthor id="2423" name="jingzhiqing" initials="j" lastIdx="0" clrIdx="2422"/>
  <p:cmAuthor id="2424" name="nieyp" initials="n" lastIdx="0" clrIdx="2423"/>
  <p:cmAuthor id="2425" name="用户查看" initials="用" lastIdx="0" clrIdx="2424"/>
  <p:cmAuthor id="2426" name="18118" initials="1" lastIdx="0" clrIdx="2425"/>
  <p:cmAuthor id="2427" name="17302" initials="1" lastIdx="0" clrIdx="2426"/>
  <p:cmAuthor id="2428" name="daxx" initials="d" lastIdx="0" clrIdx="2427"/>
  <p:cmAuthor id="2429" name="video" initials="v" lastIdx="0" clrIdx="2428"/>
  <p:cmAuthor id="2430" name="杨睿" initials="杨" lastIdx="0" clrIdx="2429"/>
  <p:cmAuthor id="2431" name="建雄 雷" initials="建" lastIdx="0" clrIdx="2430"/>
  <p:cmAuthor id="2432" name="姓 汤旭铭" initials="姓" lastIdx="0" clrIdx="2431"/>
  <p:cmAuthor id="2433" name="实习生_严政宇" initials="实" lastIdx="0" clrIdx="2432"/>
  <p:cmAuthor id="2434" name="嘉皓_RJryaA7V" initials="authorId_247736317" lastIdx="0" clrIdx="2433"/>
  <p:cmAuthor id="2435" name="1003776019@qq.com" initials="1" lastIdx="0" clrIdx="2434"/>
  <p:cmAuthor id="2436" name="YUN Jiayue" initials="Y" lastIdx="0" clrIdx="2435"/>
  <p:cmAuthor id="2437" name="刘国强" initials="刘" lastIdx="0" clrIdx="2436"/>
  <p:cmAuthor id="2438" name="liaoyawen" initials="l" lastIdx="0" clrIdx="2437"/>
  <p:cmAuthor id="2439" name="Liang Dong" initials="L" lastIdx="0" clrIdx="2438"/>
  <p:cmAuthor id="2440" name="Yuna" initials="Y" lastIdx="0" clrIdx="2439"/>
  <p:cmAuthor id="2441" name="简单生活" initials="简" lastIdx="0" clrIdx="2440"/>
  <p:cmAuthor id="2442" name="阙正贝" initials="y" lastIdx="0" clrIdx="2441"/>
  <p:cmAuthor id="2443" name="冯会彬" initials="冯" lastIdx="0" clrIdx="2442"/>
  <p:cmAuthor id="2444" name="我爱毛豆" initials="我" lastIdx="0" clrIdx="2443"/>
  <p:cmAuthor id="2445" name="yuankai" initials="y" lastIdx="0" clrIdx="2444"/>
  <p:cmAuthor id="2446" name="qi yu" initials="qy" lastIdx="0" clrIdx="2445"/>
  <p:cmAuthor id="2447" name="翟 博纯" initials="翟" lastIdx="0" clrIdx="2446"/>
  <p:cmAuthor id="2448" name="程奥林" initials="程" lastIdx="0" clrIdx="2447"/>
  <p:cmAuthor id="2449" name="40521" initials="4" lastIdx="0" clrIdx="2448"/>
  <p:cmAuthor id="2450" name="Liangdp" initials="L" lastIdx="0" clrIdx="2449"/>
  <p:cmAuthor id="2451" name="薇风之至" initials="薇" lastIdx="0" clrIdx="2450"/>
  <p:cmAuthor id="2452" name="张平" initials="张" lastIdx="0" clrIdx="2451"/>
  <p:cmAuthor id="2453" name="王玥" initials="Wacky" lastIdx="0" clrIdx="2452"/>
  <p:cmAuthor id="2454" name="buhe" initials="b" lastIdx="0" clrIdx="2453"/>
  <p:cmAuthor id="2455" name="Paul" initials="P" lastIdx="0" clrIdx="2454"/>
  <p:cmAuthor id="2456" name="卢鸿燕" initials="卢" lastIdx="0" clrIdx="2455"/>
  <p:cmAuthor id="2457" name="宋锐" initials="宋" lastIdx="0" clrIdx="2456"/>
  <p:cmAuthor id="2458" name="明月昭路迢迢" initials="明" lastIdx="0" clrIdx="2457"/>
  <p:cmAuthor id="2459" name="棒棒" initials="棒" lastIdx="0" clrIdx="2458"/>
  <p:cmAuthor id="2460" name="本末__倒置" initials="本" lastIdx="0" clrIdx="2459"/>
  <p:cmAuthor id="2461" name="浅若清风♚" initials="浅" lastIdx="0" clrIdx="2460"/>
  <p:cmAuthor id="2462" name="红牛没我牛" initials="红" lastIdx="0" clrIdx="2461"/>
  <p:cmAuthor id="2463" name="Rich happiness" initials="R" lastIdx="0" clrIdx="2462"/>
  <p:cmAuthor id="2464" name="xbany" initials="x" lastIdx="0" clrIdx="2463"/>
  <p:cmAuthor id="2465" name="13303703338@189.cn" initials="1" lastIdx="0" clrIdx="2464"/>
  <p:cmAuthor id="2466" name="chuy" initials="c" lastIdx="0" clrIdx="2465"/>
  <p:cmAuthor id="2467" name="TROY HE" initials="T" lastIdx="0" clrIdx="2466"/>
  <p:cmAuthor id="2468" name="季晓奕" initials="季" lastIdx="0" clrIdx="2467"/>
  <p:cmAuthor id="2469" name="skate" initials="s" lastIdx="0" clrIdx="2468"/>
  <p:cmAuthor id="2470" name="微笑释然。" initials="微" lastIdx="0" clrIdx="2469"/>
  <p:cmAuthor id="2471" name="往后余生" initials="往" lastIdx="0" clrIdx="2470"/>
  <p:cmAuthor id="2472" name="王勇奇" initials="王" lastIdx="0" clrIdx="2471"/>
  <p:cmAuthor id="2473" name="狂奔地无尾熊" initials="狂" lastIdx="0" clrIdx="2472"/>
  <p:cmAuthor id="2474" name="张小喵" initials="张" lastIdx="0" clrIdx="2473"/>
  <p:cmAuthor id="2475" name="ArcheType_x23" initials="A" lastIdx="0" clrIdx="2474"/>
  <p:cmAuthor id="2476" name="biu～" initials="b" lastIdx="0" clrIdx="2475"/>
  <p:cmAuthor id="2477" name="邢程" initials="邢" lastIdx="0" clrIdx="2476"/>
  <p:cmAuthor id="2478" name="崔安颀" initials="崔" lastIdx="0" clrIdx="2477"/>
  <p:cmAuthor id="2479" name="hetao" initials="h" lastIdx="0" clrIdx="2478"/>
  <p:cmAuthor id="2480" name="631491850@qq.com" initials="6" lastIdx="0" clrIdx="2479"/>
  <p:cmAuthor id="2481" name="sw" initials="s" lastIdx="0" clrIdx="2480"/>
  <p:cmAuthor id="2482" name="陈红" initials="陈" lastIdx="0" clrIdx="2481"/>
  <p:cmAuthor id="2483" name="默" initials="默" lastIdx="0" clrIdx="2482"/>
  <p:cmAuthor id="2484" name="杜晓云" initials="杜" lastIdx="0" clrIdx="2483"/>
  <p:cmAuthor id="2485" name="wanghuanhuan1@xj.cmcc" initials="w" lastIdx="0" clrIdx="2484"/>
  <p:cmAuthor id="2486" name="闻风而动" initials="闻" lastIdx="0" clrIdx="2485"/>
  <p:cmAuthor id="2487" name="thinkin" initials="t" lastIdx="0" clrIdx="2486"/>
  <p:cmAuthor id="2488" name="梁宇" initials="梁" lastIdx="0" clrIdx="2487"/>
  <p:cmAuthor id="2489" name="CZLTFZ002" initials="C" lastIdx="0" clrIdx="2488"/>
  <p:cmAuthor id="2490" name="高大超" initials="高" lastIdx="0" clrIdx="2489"/>
  <p:cmAuthor id="2491" name="杨雨靓" initials="杨" lastIdx="0" clrIdx="2490"/>
  <p:cmAuthor id="2492" name="陈彦" initials="陈" lastIdx="0" clrIdx="2491"/>
  <p:cmAuthor id="2493" name="十二的电脑" initials="十" lastIdx="0" clrIdx="2492"/>
  <p:cmAuthor id="2494" name="51167" initials="5" lastIdx="0" clrIdx="2493"/>
  <p:cmAuthor id="2495" name="郑峰" initials="郑" lastIdx="0" clrIdx="2494"/>
  <p:cmAuthor id="2496" name="happy牛牛" initials="h" lastIdx="0" clrIdx="2495"/>
  <p:cmAuthor id="2497" name="木景若" initials="木" lastIdx="0" clrIdx="2496"/>
  <p:cmAuthor id="2498" name="棋" initials="棋" lastIdx="0" clrIdx="2497"/>
  <p:cmAuthor id="2499" name="卢春尉" initials="卢" lastIdx="0" clrIdx="2498"/>
  <p:cmAuthor id="2500" name="佩恩" initials="佩" lastIdx="0" clrIdx="2499"/>
  <p:cmAuthor id="2501" name="Dr.刘" initials="D" lastIdx="0" clrIdx="2500"/>
  <p:cmAuthor id="2502" name="林志强" initials="林" lastIdx="0" clrIdx="2501"/>
  <p:cmAuthor id="2503" name="ty" initials="t" lastIdx="0" clrIdx="2502"/>
  <p:cmAuthor id="2504" name="沐晴" initials="沐" lastIdx="0" clrIdx="2503"/>
  <p:cmAuthor id="2505" name="轻风静月" initials="轻" lastIdx="0" clrIdx="2504"/>
  <p:cmAuthor id="2506" name="假日田园" initials="假" lastIdx="0" clrIdx="2505"/>
  <p:cmAuthor id="2507" name="曹涵硕" initials="曹" lastIdx="0" clrIdx="2506"/>
  <p:cmAuthor id="2508" name="junqing li" initials="jl" lastIdx="0" clrIdx="2507"/>
  <p:cmAuthor id="2509" name="Tim" initials="T" lastIdx="0" clrIdx="2508"/>
  <p:cmAuthor id="2510" name="7058705@qq.com" initials="7" lastIdx="0" clrIdx="2509"/>
  <p:cmAuthor id="2511" name="李继敏" initials="李" lastIdx="0" clrIdx="2510"/>
  <p:cmAuthor id="2512" name="清欢余" initials="清" lastIdx="0" clrIdx="2511"/>
  <p:cmAuthor id="2513" name="MyPC" initials="M" lastIdx="0" clrIdx="2512"/>
  <p:cmAuthor id="2514" name="董苗苗" initials="董" lastIdx="0" clrIdx="2513"/>
  <p:cmAuthor id="2515" name="chengyilian" initials="c" lastIdx="0" clrIdx="2514"/>
  <p:cmAuthor id="2516" name="冯建业10096786" initials="冯" lastIdx="0" clrIdx="2515"/>
  <p:cmAuthor id="2517" name="刘瑞00088457" initials="刘" lastIdx="0" clrIdx="2516"/>
  <p:cmAuthor id="2518" name="张燕00036635" initials="张燕00036635" lastIdx="0" clrIdx="2517"/>
  <p:cmAuthor id="2519" name="王林10186938" initials="王林10186938" lastIdx="0" clrIdx="2518"/>
  <p:cmAuthor id="2520" name="Liu, Hongqing (NSB - CN/Shanghai)" initials="L" lastIdx="0" clrIdx="2519"/>
  <p:cmAuthor id="2521" name="维刚 沈" initials="维刚" lastIdx="0" clrIdx="2520"/>
  <p:cmAuthor id="2522" name="潘加强10028573" initials="潘加强10028573" lastIdx="0" clrIdx="2521"/>
  <p:cmAuthor id="2523" name="kangzhongwei@ha.cmcc" initials="kangzhongwei@ha.cmcc" lastIdx="0" clrIdx="2522"/>
  <p:cmAuthor id="2524" name="孙鹏" initials="A" lastIdx="0" clrIdx="2523"/>
  <p:cmAuthor id="2525" name="LIGUANGHUI [李光辉]" initials="L[" lastIdx="0" clrIdx="2524"/>
  <p:cmAuthor id="2526" name="刘 筱晔" initials="刘" lastIdx="0" clrIdx="2525"/>
  <p:cmAuthor id="2527" name="W3605586@UE" initials="W" lastIdx="0" clrIdx="2526"/>
  <p:cmAuthor id="2528" name="pan hanqi" initials="ph" lastIdx="0" clrIdx="2527"/>
  <p:cmAuthor id="2529" name="张伊涵" initials="张" lastIdx="0" clrIdx="2528"/>
  <p:cmAuthor id="2530" name="徐大卫" initials="A" lastIdx="0" clrIdx="2529"/>
  <p:cmAuthor id="2531" name="hqpadm" initials="h" lastIdx="0" clrIdx="2530"/>
  <p:cmAuthor id="2532" name="yansd" initials="y" lastIdx="0" clrIdx="2531"/>
  <p:cmAuthor id="2533" name="Turbo" initials="T" lastIdx="0" clrIdx="2532"/>
  <p:cmAuthor id="2534" name="yocto8834@outlook.com" initials="y" lastIdx="0" clrIdx="2533"/>
  <p:cmAuthor id="2535" name="路迎雪_6Bb2niuE" initials="authorId_220367245" lastIdx="0" clrIdx="2534"/>
  <p:cmAuthor id="2536" name="怡嘉 沈" initials="怡沈" lastIdx="0" clrIdx="2535"/>
  <p:cmAuthor id="2537" name="芰窨" initials="芰" lastIdx="0" clrIdx="2536"/>
  <p:cmAuthor id="2538" name="王源" initials="王" lastIdx="0" clrIdx="2537"/>
  <p:cmAuthor id="2539" name="嗂.〰" initials="嗂" lastIdx="0" clrIdx="2538"/>
  <p:cmAuthor id="2540" name="xing luo" initials="x" lastIdx="0" clrIdx="2539"/>
  <p:cmAuthor id="2541" name="杜娇龙" initials="杜" lastIdx="0" clrIdx="2540"/>
  <p:cmAuthor id="2542" name="师晓雪|ayshixiaoxue" initials="师" lastIdx="0" clrIdx="2541"/>
  <p:cmAuthor id="2543" name="36416" initials="3" lastIdx="0" clrIdx="2542"/>
  <p:cmAuthor id="2544" name="黄鸿海_euInY3An" initials="authorId_1297-131069" lastIdx="0" clrIdx="2543"/>
  <p:cmAuthor id="2545" name="10096551" initials="1" lastIdx="0" clrIdx="2544"/>
  <p:cmAuthor id="2546" name="Tina*Chu～" initials="T" lastIdx="0" clrIdx="2545"/>
  <p:cmAuthor id="2547" name="严逸杰" initials="严" lastIdx="0" clrIdx="2546"/>
  <p:cmAuthor id="2548" name="JAMES 杨" initials="J" lastIdx="0" clrIdx="2547"/>
  <p:cmAuthor id="2549" name="JZX" initials="J" lastIdx="0" clrIdx="2548"/>
  <p:cmAuthor id="2550" name="10339982" initials="1" lastIdx="0" clrIdx="2549"/>
  <p:cmAuthor id="2551" name="10005481" initials="1" lastIdx="0" clrIdx="2550"/>
  <p:cmAuthor id="2552" name="10109906" initials="1" lastIdx="0" clrIdx="2551"/>
  <p:cmAuthor id="2553" name="shenna.ah@chinatelecom.cn" initials="s" lastIdx="0" clrIdx="2552"/>
  <p:cmAuthor id="2554" name="韩宋明" initials="HANSM" lastIdx="0" clrIdx="2553"/>
  <p:cmAuthor id="2555" name="hlj" initials="h" lastIdx="0" clrIdx="2554"/>
  <p:cmAuthor id="2556" name="wyb" initials="w" lastIdx="0" clrIdx="2555"/>
  <p:cmAuthor id="2557" name="洪流" initials="洪" lastIdx="0" clrIdx="2556"/>
  <p:cmAuthor id="2558" name="程浪浪" initials="程" lastIdx="0" clrIdx="2557"/>
  <p:cmAuthor id="2559" name="10098665" initials="1" lastIdx="0" clrIdx="2558"/>
  <p:cmAuthor id="2560" name="10303067" initials="1" lastIdx="0" clrIdx="2559"/>
  <p:cmAuthor id="2561" name="徐孟江_MbuiiUbI" initials="authorId_273709786" lastIdx="0" clrIdx="2560"/>
  <p:cmAuthor id="2562" name="倪燕子00036324" initials="倪" lastIdx="0" clrIdx="2561"/>
  <p:cmAuthor id="2563" name="0045000519" initials="0" lastIdx="0" clrIdx="2562"/>
  <p:cmAuthor id="2564" name="WHF" initials="W" lastIdx="0" clrIdx="2563"/>
  <p:cmAuthor id="2565" name="吴军" initials="吴" lastIdx="0" clrIdx="2564"/>
  <p:cmAuthor id="2566" name="孙宁城" initials="孙" lastIdx="0" clrIdx="2565"/>
  <p:cmAuthor id="2567" name="吃瘪的肯德基爷爷" initials="吃" lastIdx="0" clrIdx="2566"/>
  <p:cmAuthor id="2568" name="张国成" initials="A" lastIdx="0" clrIdx="2567"/>
  <p:cmAuthor id="2569" name="张超" initials="A" lastIdx="0" clrIdx="2568"/>
  <p:cmAuthor id="2570" name="曹孟孟" initials="曹" lastIdx="0" clrIdx="2569"/>
  <p:cmAuthor id="2571" name="zhanglh" initials="z" lastIdx="0" clrIdx="2570"/>
  <p:cmAuthor id="2572" name="刘 怡" initials="刘" lastIdx="0" clrIdx="2571"/>
  <p:cmAuthor id="2573" name="cairui" initials="c" lastIdx="0" clrIdx="2572"/>
  <p:cmAuthor id="2574" name="张建勇" initials="u" lastIdx="0" clrIdx="2573"/>
  <p:cmAuthor id="2575" name="Charles Caize Guo" initials="C" lastIdx="0" clrIdx="2574"/>
  <p:cmAuthor id="2576" name="欧 阳" initials="欧" lastIdx="0" clrIdx="2575"/>
  <p:cmAuthor id="2577" name="kangxf" initials="k" lastIdx="0" clrIdx="2576"/>
  <p:cmAuthor id="2578" name="heyanfeng8293@163.com" initials="" lastIdx="0" clrIdx="2577"/>
  <p:cmAuthor id="2579" name="dzy" initials="DZY" lastIdx="0" clrIdx="2578"/>
  <p:cmAuthor id="2580" name="yan" initials="y" lastIdx="0" clrIdx="2579"/>
  <p:cmAuthor id="2581" name="xianghonglee" initials="x" lastIdx="0" clrIdx="2580"/>
  <p:cmAuthor id="2582" name="rev2" initials="r" lastIdx="0" clrIdx="2581"/>
  <p:cmAuthor id="2583" name="Qlstc" initials="Q" lastIdx="0" clrIdx="2582"/>
  <p:cmAuthor id="2584" name="Athena" initials="c" lastIdx="0" clrIdx="2583"/>
  <p:cmAuthor id="2585" name="仉 凯" initials="仉" lastIdx="0" clrIdx="2584"/>
  <p:cmAuthor id="2586" name="安 宝来" initials="安" lastIdx="0" clrIdx="2585"/>
  <p:cmAuthor id="2587" name="feng xingbo" initials="fx" lastIdx="0" clrIdx="2586"/>
  <p:cmAuthor id="2588" name="fei Ren" initials="fR" lastIdx="0" clrIdx="2587"/>
  <p:cmAuthor id="2589" name="hm" initials="h" lastIdx="0" clrIdx="2588"/>
  <p:cmAuthor id="2590" name="zhixuan zhang (张志轩)" initials="zz(" lastIdx="0" clrIdx="2589"/>
  <p:cmAuthor id="2591" name="邹申" initials="邹" lastIdx="0" clrIdx="2590"/>
  <p:cmAuthor id="2592" name="陈金" initials="CJ" lastIdx="0" clrIdx="2591"/>
  <p:cmAuthor id="2593" name="旭 文" initials="旭" lastIdx="0" clrIdx="2592"/>
  <p:cmAuthor id="2594" name="大量" initials="大量" lastIdx="0" clrIdx="2593"/>
  <p:cmAuthor id="2595" name="ZhangYu" initials="Z" lastIdx="0" clrIdx="2594"/>
  <p:cmAuthor id="2596" name="w00100437" initials="w" lastIdx="0" clrIdx="2595"/>
  <p:cmAuthor id="2597" name="岳峻 吴" initials="岳吴" lastIdx="0" clrIdx="2596"/>
  <p:cmAuthor id="2598" name="陕西省图书馆" initials="陕" lastIdx="0" clrIdx="2597"/>
  <p:cmAuthor id="2599" name="毛亮" initials="毛" lastIdx="0" clrIdx="2598"/>
  <p:cmAuthor id="2600" name="刘谷" initials="刘" lastIdx="0" clrIdx="2599"/>
  <p:cmAuthor id="2601" name="徐 伟钦" initials="徐" lastIdx="0" clrIdx="2600"/>
  <p:cmAuthor id="2602" name="李昕玫" initials="李" lastIdx="0" clrIdx="2601"/>
  <p:cmAuthor id="2603" name="lianxing liao" initials="l" lastIdx="0" clrIdx="2602"/>
  <p:cmAuthor id="2604" name="未知用户" initials="未" lastIdx="0" clrIdx="2603"/>
  <p:cmAuthor id="2605" name="jyy" initials="" lastIdx="0" clrIdx="2604"/>
  <p:cmAuthor id="2606" name="卡 孟" initials="卡孟" lastIdx="0" clrIdx="2605"/>
  <p:cmAuthor id="2607" name="weiyj" initials="w" lastIdx="0" clrIdx="2606"/>
  <p:cmAuthor id="2608" name="pc" initials="p" lastIdx="0" clrIdx="2607"/>
  <p:cmAuthor id="2609" name="杨仔" initials="杨" lastIdx="0" clrIdx="2608"/>
  <p:cmAuthor id="2610" name="QQ" initials="Q" lastIdx="0" clrIdx="2609"/>
  <p:cmAuthor id="2611" name="Montage" initials="M" lastIdx="0" clrIdx="2610"/>
  <p:cmAuthor id="2612" name="刘琦" initials="L" lastIdx="0" clrIdx="2611"/>
  <p:cmAuthor id="2613" name="CC" initials="C" lastIdx="0" clrIdx="2612"/>
  <p:cmAuthor id="2614" name="dsj" initials="d" lastIdx="0" clrIdx="2613"/>
  <p:cmAuthor id="2615" name="yingxj" initials="y" lastIdx="0" clrIdx="2614"/>
  <p:cmAuthor id="2616" name="中御壹号" initials="中" lastIdx="0" clrIdx="2615"/>
  <p:cmAuthor id="2617" name="yuqiang.qyq" initials="y" lastIdx="0" clrIdx="2616"/>
  <p:cmAuthor id="2618" name="hong hangping" initials="hh" lastIdx="0" clrIdx="2617"/>
  <p:cmAuthor id="2619" name="也游" initials="也游" lastIdx="0" clrIdx="2618"/>
  <p:cmAuthor id="2620" name="12078" initials="1" lastIdx="0" clrIdx="2619"/>
  <p:cmAuthor id="2621" name="未知的使用者20" initials="未" lastIdx="0" clrIdx="2620"/>
  <p:cmAuthor id="2622" name="陈驹洲" initials="A" lastIdx="0" clrIdx="2621"/>
  <p:cmAuthor id="2623" name="张 波" initials="张" lastIdx="0" clrIdx="2622"/>
  <p:cmAuthor id="2624" name="hl chen" initials="hc" lastIdx="0" clrIdx="2623"/>
  <p:cmAuthor id="2625" name="LONG CHEN" initials="LC" lastIdx="0" clrIdx="2624"/>
  <p:cmAuthor id="2626" name="京鹏 孙" initials="京孙" lastIdx="0" clrIdx="2625"/>
  <p:cmAuthor id="2627" name="luoji" initials="l" lastIdx="0" clrIdx="2626"/>
  <p:cmAuthor id="2628" name="吴洁英Sissi佳霏_YJ7vAZFz" initials="authorId_389447683" lastIdx="0" clrIdx="2627"/>
  <p:cmAuthor id="2629" name="吴洁英_rymayQre" initials="authorId_1593426151" lastIdx="0" clrIdx="2628"/>
  <p:cmAuthor id="2630" name="huangchm" initials="h" lastIdx="0" clrIdx="2629"/>
  <p:cmAuthor id="2631" name="海燕 焦" initials="海燕" lastIdx="0" clrIdx="2630"/>
  <p:cmAuthor id="2632" name="幸龙潮" initials="A" lastIdx="0" clrIdx="2631"/>
  <p:cmAuthor id="2633" name="陶侠" initials="陶" lastIdx="0" clrIdx="2632"/>
  <p:cmAuthor id="2634" name="10177653" initials="1" lastIdx="0" clrIdx="2633"/>
  <p:cmAuthor id="2635" name="张志海" initials="张" lastIdx="0" clrIdx="2634"/>
  <p:cmAuthor id="2636" name="zhaoliyuan" initials="z" lastIdx="0" clrIdx="2635"/>
  <p:cmAuthor id="2637" name="xw" initials="x" lastIdx="0" clrIdx="2636"/>
  <p:cmAuthor id="2638" name="tan yu" initials="ty" lastIdx="0" clrIdx="2637"/>
  <p:cmAuthor id="2639" name="文武贝" initials="文" lastIdx="0" clrIdx="2638"/>
  <p:cmAuthor id="2640" name="00028714" initials="0" lastIdx="0" clrIdx="2639"/>
  <p:cmAuthor id="2641" name="刘礼铭" initials="刘" lastIdx="0" clrIdx="2640"/>
  <p:cmAuthor id="2642" name="abel_m7" initials="a" lastIdx="0" clrIdx="2641"/>
  <p:cmAuthor id="2643" name="文雯" initials="文" lastIdx="0" clrIdx="2642"/>
  <p:cmAuthor id="2644" name="单程" initials="单" lastIdx="0" clrIdx="2643"/>
  <p:cmAuthor id="2645" name="rockzac morgan" initials="rm" lastIdx="0" clrIdx="2644"/>
  <p:cmAuthor id="2646" name="张平10088211" initials="张平10088211" lastIdx="0" clrIdx="2645"/>
  <p:cmAuthor id="2647" name="田 野" initials="田" lastIdx="0" clrIdx="2646"/>
  <p:cmAuthor id="2648" name="朱嘉祺" initials="朱" lastIdx="0" clrIdx="2647"/>
  <p:cmAuthor id="2649" name="Lina Hang(联通上海市上海市分公司)" initials="LH" lastIdx="0" clrIdx="2648"/>
  <p:cmAuthor id="2650" name="icel" initials="i" lastIdx="0" clrIdx="2649"/>
  <p:cmAuthor id="2651" name="志 董" initials="志" lastIdx="0" clrIdx="2650"/>
  <p:cmAuthor id="2652" name="姜梦寒" initials="jmh" lastIdx="0" clrIdx="2651"/>
  <p:cmAuthor id="2653" name="z n" initials="zn" lastIdx="0" clrIdx="2652"/>
  <p:cmAuthor id="2654" name="高博" initials="高博" lastIdx="0" clrIdx="2653"/>
  <p:cmAuthor id="2655" name="赵迪" initials="zd" lastIdx="0" clrIdx="2654"/>
  <p:cmAuthor id="2656" name="X280" initials="X" lastIdx="0" clrIdx="2655"/>
  <p:cmAuthor id="2657" name="Shire Jack" initials="SJ" lastIdx="0" clrIdx="2656"/>
  <p:cmAuthor id="2658" name="彭 大林" initials="彭" lastIdx="0" clrIdx="2657"/>
  <p:cmAuthor id="2659" name="wu alice" initials="w" lastIdx="0" clrIdx="2658"/>
  <p:cmAuthor id="2660" name="71093821@UE" initials="Y" lastIdx="0" clrIdx="2659"/>
  <p:cmAuthor id="2661" name="ZhangXiaoMin" initials="Z" lastIdx="0" clrIdx="2660"/>
  <p:cmAuthor id="2662" name="C风信子C" initials="C" lastIdx="0" clrIdx="2661"/>
  <p:cmAuthor id="2663" name="苗茜" initials="苗" lastIdx="0" clrIdx="2662"/>
  <p:cmAuthor id="2664" name="J J" initials="J" lastIdx="0" clrIdx="2663"/>
  <p:cmAuthor id="2665" name="曾美健" initials="曾" lastIdx="0" clrIdx="2664"/>
  <p:cmAuthor id="2666" name="Gaofugui(Jiangsu,NPS)" initials="G" lastIdx="0" clrIdx="2665"/>
  <p:cmAuthor id="2667" name="whm.hz" initials="whm.hz" lastIdx="0" clrIdx="2666"/>
  <p:cmAuthor id="2668" name="杨淑婷" initials="杨淑婷" lastIdx="0" clrIdx="2667"/>
  <p:cmAuthor id="2669" name="admin刘" initials="a" lastIdx="0" clrIdx="2668"/>
  <p:cmAuthor id="2670" name="wangms42" initials="w" lastIdx="0" clrIdx="2669"/>
  <p:cmAuthor id="2671" name="添添" initials="添添" lastIdx="0" clrIdx="2670"/>
  <p:cmAuthor id="2672" name="施兰亭" initials="施兰亭" lastIdx="0" clrIdx="2671"/>
  <p:cmAuthor id="2673" name="恩智 刘" initials="恩刘" lastIdx="0" clrIdx="2672"/>
  <p:cmAuthor id="2674" name="C—Lily" initials="C" lastIdx="0" clrIdx="2673"/>
  <p:cmAuthor id="2675" name="董家伟" initials="董" lastIdx="0" clrIdx="2674"/>
  <p:cmAuthor id="2676" name=".众有" initials="." lastIdx="0" clrIdx="2675"/>
  <p:cmAuthor id="2677" name="叶辉良" initials="叶" lastIdx="0" clrIdx="2676"/>
  <p:cmAuthor id="2678" name="张力方" initials="张" lastIdx="0" clrIdx="2677"/>
  <p:cmAuthor id="2679" name="yubing" initials="y" lastIdx="0" clrIdx="2678"/>
  <p:cmAuthor id="2680" name="俊" initials="俊" lastIdx="0" clrIdx="2679"/>
  <p:cmAuthor id="2681" name="生菜" initials="生" lastIdx="0" clrIdx="2680"/>
  <p:cmAuthor id="2682" name="li" initials="l" lastIdx="0" clrIdx="2681"/>
  <p:cmAuthor id="2683" name="木木" initials="木" lastIdx="0" clrIdx="2682"/>
  <p:cmAuthor id="2684" name="wangsuyu" initials="w" lastIdx="0" clrIdx="2683"/>
  <p:cmAuthor id="2685" name="李金娜" initials="李" lastIdx="0" clrIdx="2684"/>
  <p:cmAuthor id="2686" name="86150" initials="8" lastIdx="0" clrIdx="2685"/>
  <p:cmAuthor id="2687" name="qdrenyx" initials="q" lastIdx="0" clrIdx="2686"/>
  <p:cmAuthor id="2688" name="峰哥" initials="峰" lastIdx="0" clrIdx="2687"/>
  <p:cmAuthor id="2689" name="sunyi" initials="s" lastIdx="0" clrIdx="2688"/>
  <p:cmAuthor id="2690" name="wangweenie" initials="w" lastIdx="0" clrIdx="2689"/>
  <p:cmAuthor id="2691" name="liu jane" initials="l" lastIdx="0" clrIdx="2690"/>
  <p:cmAuthor id="2692" name="张蓝茜" initials="张" lastIdx="0" clrIdx="2691"/>
  <p:cmAuthor id="2693" name="上官 雅瞳" initials="上" lastIdx="0" clrIdx="2692"/>
  <p:cmAuthor id="2694" name="lijh145" initials="l" lastIdx="0" clrIdx="2693"/>
  <p:cmAuthor id="2695" name="朱光耀" initials="朱" lastIdx="0" clrIdx="2694"/>
  <p:cmAuthor id="2696" name="王 平坚" initials="王" lastIdx="0" clrIdx="2695"/>
  <p:cmAuthor id="2697" name="鲁守吉" initials="鲁" lastIdx="0" clrIdx="2696"/>
  <p:cmAuthor id="2698" name="金海燕" initials="金" lastIdx="0" clrIdx="2697"/>
  <p:cmAuthor id="2699" name="SDTAGX008" initials="S" lastIdx="0" clrIdx="2698"/>
  <p:cmAuthor id="2700" name="Achex" initials="A" lastIdx="0" clrIdx="2699"/>
  <p:cmAuthor id="2701" name="Wang Sisi" initials="W" lastIdx="0" clrIdx="2700"/>
  <p:cmAuthor id="2702" name="Zhang, Teresa-Y" initials="Z" lastIdx="0" clrIdx="2701"/>
  <p:cmAuthor id="2703" name="沈奂" initials="沈奂" lastIdx="0" clrIdx="2702"/>
  <p:cmAuthor id="2704" name="lih32" initials="l" lastIdx="0" clrIdx="2703"/>
  <p:cmAuthor id="2705" name="Modle" initials="M" lastIdx="0" clrIdx="2704"/>
  <p:cmAuthor id="2706" name="77192" initials="7" lastIdx="0" clrIdx="2705"/>
  <p:cmAuthor id="2707" name="qhb" initials="q" lastIdx="0" clrIdx="2706"/>
  <p:cmAuthor id="2708" name="大勇哥" initials="大" lastIdx="0" clrIdx="2707"/>
  <p:cmAuthor id="2709" name="窦隆玲" initials="窦" lastIdx="0" clrIdx="2708"/>
  <p:cmAuthor id="2710" name="one" initials="o" lastIdx="0" clrIdx="2709"/>
  <p:cmAuthor id="2711" name="万 江波" initials="万" lastIdx="0" clrIdx="2710"/>
  <p:cmAuthor id="2712" name="l" initials="l" lastIdx="0" clrIdx="2711"/>
  <p:cmAuthor id="2713" name="史 喜英" initials="史" lastIdx="0" clrIdx="2712"/>
  <p:cmAuthor id="2714" name="MY" initials="M" lastIdx="0" clrIdx="2713"/>
  <p:cmAuthor id="2715" name="郑雅欣---寿险总公司营销市场部" initials="郑" lastIdx="0" clrIdx="2714"/>
  <p:cmAuthor id="2716" name="JS-NT-HA" initials="J" lastIdx="0" clrIdx="2715"/>
  <p:cmAuthor id="2717" name="miao zhang" initials="m" lastIdx="0" clrIdx="2716"/>
  <p:cmAuthor id="2718" name="郭文侠" initials="郭" lastIdx="0" clrIdx="2717"/>
  <p:cmAuthor id="2719" name="阳 焦" initials="阳" lastIdx="0" clrIdx="2718"/>
  <p:cmAuthor id="2720" name="续晓婧" initials="续" lastIdx="0" clrIdx="2719"/>
  <p:cmAuthor id="2721" name="崔阳阳" initials="崔" lastIdx="0" clrIdx="2720"/>
  <p:cmAuthor id="2722" name="Lee Melo" initials="L" lastIdx="0" clrIdx="2721"/>
  <p:cmAuthor id="2723" name="运营" initials="运" lastIdx="0" clrIdx="2722"/>
  <p:cmAuthor id="2724" name="徐晓丽" initials="徐" lastIdx="0" clrIdx="2723"/>
  <p:cmAuthor id="2725" name="戴方方" initials="戴" lastIdx="0" clrIdx="2724"/>
  <p:cmAuthor id="2726" name="陈 明东" initials="陈" lastIdx="0" clrIdx="2725"/>
  <p:cmAuthor id="2727" name="office user" initials="o" lastIdx="0" clrIdx="2726"/>
  <p:cmAuthor id="2728" name="office365" initials="o" lastIdx="0" clrIdx="2727"/>
  <p:cmAuthor id="2729" name="甄 建文" initials="甄" lastIdx="0" clrIdx="2728"/>
  <p:cmAuthor id="2730" name="章梦滢" initials="章" lastIdx="0" clrIdx="2729"/>
  <p:cmAuthor id="2731" name="汪庆涛" initials="汪" lastIdx="0" clrIdx="2730"/>
  <p:cmAuthor id="2732" name="陈冰靓" initials="陈" lastIdx="0" clrIdx="2731"/>
  <p:cmAuthor id="2733" name="chen xiaoling" initials="c" lastIdx="0" clrIdx="2732"/>
  <p:cmAuthor id="2734" name="叶 俊锋" initials="叶" lastIdx="0" clrIdx="2733"/>
  <p:cmAuthor id="2735" name="YANGCHENG" initials="Y" lastIdx="0" clrIdx="2734"/>
  <p:cmAuthor id="2736" name="why" initials="w" lastIdx="0" clrIdx="2735"/>
  <p:cmAuthor id="2737" name="wuyizhe" initials="w" lastIdx="0" clrIdx="2736"/>
  <p:cmAuthor id="2738" name="huangxiaowu" initials="h" lastIdx="0" clrIdx="2737"/>
  <p:cmAuthor id="2739" name="SKY" initials="S" lastIdx="0" clrIdx="2738"/>
  <p:cmAuthor id="2740" name="li chen" initials="l" lastIdx="0" clrIdx="2739"/>
  <p:cmAuthor id="2741" name="黄 佳昕" initials="黄" lastIdx="0" clrIdx="2740"/>
  <p:cmAuthor id="2742" name="李 玉飞" initials="李" lastIdx="0" clrIdx="2741"/>
  <p:cmAuthor id="2743" name="李 惠" initials="李" lastIdx="0" clrIdx="2742"/>
  <p:cmAuthor id="2744" name="吴 育明" initials="吴" lastIdx="0" clrIdx="2743"/>
  <p:cmAuthor id="2745" name="19140" initials="1" lastIdx="0" clrIdx="2744"/>
  <p:cmAuthor id="2746" name="刘沐妍" initials="刘" lastIdx="0" clrIdx="2745"/>
  <p:cmAuthor id="2747" name="shouzhan" initials="s" lastIdx="0" clrIdx="2746"/>
  <p:cmAuthor id="2748" name="杨 晓彤" initials="杨" lastIdx="0" clrIdx="2747"/>
  <p:cmAuthor id="2749" name="姜伟齐" initials="姜" lastIdx="0" clrIdx="2748"/>
  <p:cmAuthor id="2750" name="陈虹" initials="陈" lastIdx="0" clrIdx="2749"/>
  <p:cmAuthor id="2751" name="JIDI" initials="J" lastIdx="0" clrIdx="2750"/>
  <p:cmAuthor id="2752" name="Deng weihua" initials="D" lastIdx="0" clrIdx="2751"/>
  <p:cmAuthor id="2753" name="邹维敏" initials="邹" lastIdx="0" clrIdx="2752"/>
  <p:cmAuthor id="2754" name="Dlj0533" initials="D" lastIdx="0" clrIdx="2753"/>
  <p:cmAuthor id="2755" name="杨淑淇❀" initials="杨" lastIdx="0" clrIdx="2754"/>
  <p:cmAuthor id="2756" name="Xinyi" initials="X" lastIdx="0" clrIdx="2755"/>
  <p:cmAuthor id="2757" name="朱云" initials="朱" lastIdx="0" clrIdx="2756"/>
  <p:cmAuthor id="2758" name="zhaoxx" initials="z" lastIdx="0" clrIdx="2757"/>
  <p:cmAuthor id="2759" name="yunshengjun" initials="y" lastIdx="0" clrIdx="2758"/>
  <p:cmAuthor id="2760" name="IdeaNova-manager" initials="I" lastIdx="0" clrIdx="2759"/>
  <p:cmAuthor id="2761" name="konglu2012@126.com" initials="k" lastIdx="0" clrIdx="2760"/>
  <p:cmAuthor id="2762" name="王潇" initials="王" lastIdx="0" clrIdx="2761"/>
  <p:cmAuthor id="2763" name="liushiyuan" initials="l" lastIdx="0" clrIdx="2762"/>
  <p:cmAuthor id="2764" name="张玮" initials="张" lastIdx="0" clrIdx="2763"/>
  <p:cmAuthor id="2765" name="TPL-1803-310253" initials="T" lastIdx="0" clrIdx="2764"/>
  <p:cmAuthor id="2766" name="梁柏川" initials="梁" lastIdx="0" clrIdx="2765"/>
  <p:cmAuthor id="2767" name="Keve" initials="K" lastIdx="0" clrIdx="2766"/>
  <p:cmAuthor id="2768" name="陆 先生" initials="陆" lastIdx="0" clrIdx="2767"/>
  <p:cmAuthor id="2769" name="瞿 梅" initials="瞿" lastIdx="0" clrIdx="2768"/>
  <p:cmAuthor id="2770" name="wenxing" initials="w" lastIdx="0" clrIdx="2769"/>
  <p:cmAuthor id="2771" name="NINGMEI" initials="N" lastIdx="0" clrIdx="2770"/>
  <p:cmAuthor id="2772" name="sl" initials="s" lastIdx="0" clrIdx="2771"/>
  <p:cmAuthor id="2773" name="guo yin" initials="gy" lastIdx="0" clrIdx="2772"/>
  <p:cmAuthor id="2774" name="SC-CD-YX3B-备用HP1" initials="S" lastIdx="0" clrIdx="2773"/>
  <p:cmAuthor id="2775" name="abc" initials="a" lastIdx="0" clrIdx="2774"/>
  <p:cmAuthor id="2776" name="紫藤无语" initials="紫" lastIdx="0" clrIdx="2775"/>
  <p:cmAuthor id="2777" name="赵云" initials="赵" lastIdx="0" clrIdx="2776"/>
  <p:cmAuthor id="2778" name="yyb" initials="y" lastIdx="0" clrIdx="2777"/>
  <p:cmAuthor id="2779" name="刘薇" initials="刘" lastIdx="0" clrIdx="2778"/>
  <p:cmAuthor id="2780" name="孙珍珍" initials="孙" lastIdx="0" clrIdx="2779"/>
  <p:cmAuthor id="2781" name="李蓓" initials="李" lastIdx="0" clrIdx="2780"/>
  <p:cmAuthor id="2782" name="童 灏" initials="童" lastIdx="0" clrIdx="2781"/>
  <p:cmAuthor id="2783" name="yJQ" initials="y" lastIdx="0" clrIdx="2782"/>
  <p:cmAuthor id="2784" name="You Zhou" initials="YZ" lastIdx="0" clrIdx="2783"/>
  <p:cmAuthor id="2785" name="xikai gao" initials="xg" lastIdx="0" clrIdx="2784"/>
  <p:cmAuthor id="2786" name="冯 志红" initials="冯" lastIdx="0" clrIdx="2785"/>
  <p:cmAuthor id="2787" name="449030419@qq.com" initials="4" lastIdx="0" clrIdx="2786"/>
  <p:cmAuthor id="2788" name="yuxue" initials="y" lastIdx="0" clrIdx="2787"/>
  <p:cmAuthor id="2789" name="zhouhangyu688" initials="z" lastIdx="0" clrIdx="2788"/>
  <p:cmAuthor id="2790" name="User_2" initials="U" lastIdx="0" clrIdx="2789"/>
  <p:cmAuthor id="2791" name="谢俊/技术总监室/软件开发中心/总行机关/ABC" initials="谢" lastIdx="0" clrIdx="2790"/>
  <p:cmAuthor id="2792" name="CN=谢俊/OU=技术总监室/OU=软件开发中心/OU=总行机关/O=ABC" initials="C" lastIdx="0" clrIdx="2791"/>
  <p:cmAuthor id="2793" name="wpp" initials="w" lastIdx="0" clrIdx="2792"/>
  <p:cmAuthor id="2794" name="zhengwen" initials="z" lastIdx="0" clrIdx="2793"/>
  <p:cmAuthor id="2795" name="wangsc" initials="w" lastIdx="0" clrIdx="2794"/>
  <p:cmAuthor id="2796" name="郄 琰" initials="郄" lastIdx="0" clrIdx="2795"/>
  <p:cmAuthor id="2797" name="jerry wong" initials="j" lastIdx="0" clrIdx="2796"/>
  <p:cmAuthor id="2798" name="liuys40" initials="l" lastIdx="0" clrIdx="2797"/>
  <p:cmAuthor id="2799" name="特力 塔娜" initials="特" lastIdx="0" clrIdx="2798"/>
  <p:cmAuthor id="2800" name="Simona" initials="S" lastIdx="0" clrIdx="2799"/>
  <p:cmAuthor id="2801" name="金鱼·张晨·远想·项目经理" initials="金" lastIdx="0" clrIdx="2800"/>
  <p:cmAuthor id="2802" name="JOHNNY GAO" initials="JG" lastIdx="0" clrIdx="2801"/>
  <p:cmAuthor id="2803" name="李恋春" initials="李" lastIdx="0" clrIdx="2802"/>
  <p:cmAuthor id="2804" name="石磊" initials="石磊" lastIdx="0" clrIdx="2803"/>
  <p:cmAuthor id="2805" name="likq06" initials="l" lastIdx="0" clrIdx="2804"/>
  <p:cmAuthor id="2806" name="wangjing48" initials="w" lastIdx="0" clrIdx="2805"/>
  <p:cmAuthor id="2807" name="李巾" initials="李" lastIdx="0" clrIdx="2806"/>
  <p:cmAuthor id="2808" name="阚吉伟" initials="阚" lastIdx="0" clrIdx="2807"/>
  <p:cmAuthor id="2809" name="阚 兴龙" initials="阚" lastIdx="0" clrIdx="2808"/>
  <p:cmAuthor id="2810" name="马 天宁" initials="马" lastIdx="0" clrIdx="2809"/>
  <p:cmAuthor id="2811" name="di wui" initials="d" lastIdx="0" clrIdx="2810"/>
  <p:cmAuthor id="2812" name="Alina" initials="A" lastIdx="0" clrIdx="2811"/>
  <p:cmAuthor id="2813" name="gucy05" initials="g" lastIdx="0" clrIdx="2812"/>
  <p:cmAuthor id="2814" name="lu tong" initials="l" lastIdx="0" clrIdx="2813"/>
  <p:cmAuthor id="2815" name="wangc" initials="w" lastIdx="0" clrIdx="2814"/>
  <p:cmAuthor id="2816" name="胡岱雯" initials="胡" lastIdx="0" clrIdx="2815"/>
  <p:cmAuthor id="2817" name="梁伟莎莎莎" initials="梁" lastIdx="0" clrIdx="2816"/>
  <p:cmAuthor id="2818" name="丶PanH" initials="丶" lastIdx="0" clrIdx="2817"/>
  <p:cmAuthor id="2819" name="李楠10204198" initials="MSOffice" lastIdx="0" clrIdx="2818"/>
  <p:cmAuthor id="2820" name="张因然10112423" initials="1" lastIdx="0" clrIdx="2819"/>
  <p:cmAuthor id="2821" name="VG" initials="V" lastIdx="0" clrIdx="2820"/>
  <p:cmAuthor id="2822" name="Appleqi" initials="A" lastIdx="0" clrIdx="2821"/>
  <p:cmAuthor id="2823" name="zora" initials="z" lastIdx="0" clrIdx="2822"/>
  <p:cmAuthor id="2824" name="智慧" initials="智" lastIdx="0" clrIdx="2823"/>
  <p:cmAuthor id="2825" name="郭大军" initials="郭" lastIdx="0" clrIdx="2824"/>
  <p:cmAuthor id="2826" name="兔兔" initials="兔" lastIdx="0" clrIdx="2825"/>
  <p:cmAuthor id="2827" name="sophia" initials="s" lastIdx="0" clrIdx="2826"/>
  <p:cmAuthor id="2828" name="董艺萱00344473" initials="董" lastIdx="0" clrIdx="2827"/>
  <p:cmAuthor id="2829" name="完能" initials="完" lastIdx="0" clrIdx="2828"/>
  <p:cmAuthor id="2830" name="樣樣汢荳" initials="樣" lastIdx="0" clrIdx="2829"/>
  <p:cmAuthor id="2831" name="方芳芳" initials="方" lastIdx="0" clrIdx="2830"/>
  <p:cmAuthor id="2832" name="晨" initials="晨" lastIdx="0" clrIdx="2831"/>
  <p:cmAuthor id="2833" name="pp" initials="p" lastIdx="0" clrIdx="2832"/>
  <p:cmAuthor id="2834" name="Qing" initials="Q" lastIdx="0" clrIdx="2833"/>
  <p:cmAuthor id="2835" name="陈浩" initials="陈" lastIdx="0" clrIdx="2834"/>
  <p:cmAuthor id="2836" name="张爱斌Carwyn酱" initials="张" lastIdx="0" clrIdx="2835"/>
  <p:cmAuthor id="2837" name="吕有才" initials="吕" lastIdx="0" clrIdx="2836"/>
  <p:cmAuthor id="2838" name="王海刚" initials="王" lastIdx="0" clrIdx="2837"/>
  <p:cmAuthor id="2839" name="123" initials="1" lastIdx="0" clrIdx="2838"/>
  <p:cmAuthor id="2840" name="lyn" initials="l" lastIdx="0" clrIdx="2839"/>
  <p:cmAuthor id="2841" name="wang yan" initials="w" lastIdx="0" clrIdx="2840"/>
  <p:cmAuthor id="2842" name="Chris Kun Yu Lin" initials="C" lastIdx="0" clrIdx="2841"/>
  <p:cmAuthor id="2843" name="chenw" initials="c" lastIdx="0" clrIdx="2842"/>
  <p:cmAuthor id="2844" name="李杰" initials="李" lastIdx="0" clrIdx="2843"/>
  <p:cmAuthor id="2845" name="铁西营业部" initials="铁" lastIdx="0" clrIdx="2844"/>
  <p:cmAuthor id="2846" name="Zhao Jing" initials="Z" lastIdx="0" clrIdx="2845"/>
  <p:cmAuthor id="2847" name="wangjie²⁰¹⁸" initials="w" lastIdx="0" clrIdx="2846"/>
  <p:cmAuthor id="2848" name="佳菲猫JF" initials="佳" lastIdx="0" clrIdx="2847"/>
  <p:cmAuthor id="2849" name="邹清洁" initials="邹" lastIdx="0" clrIdx="2848"/>
  <p:cmAuthor id="2850" name="25720" initials="2" lastIdx="0" clrIdx="2849"/>
  <p:cmAuthor id="2851" name="美好未曾遗失" initials="美" lastIdx="0" clrIdx="2850"/>
  <p:cmAuthor id="2852" name="." initials="." lastIdx="0" clrIdx="2851"/>
  <p:cmAuthor id="2853" name="leibing@cmhi.cmcc" initials="l" lastIdx="0" clrIdx="2852"/>
  <p:cmAuthor id="2854" name="ying" initials="y" lastIdx="0" clrIdx="2853"/>
  <p:cmAuthor id="2855" name="longyamei-1" initials="l" lastIdx="0" clrIdx="2854"/>
  <p:cmAuthor id="2856" name="留毓吟" initials="留" lastIdx="0" clrIdx="2855"/>
  <p:cmAuthor id="2857" name="178405028@qq.com" initials="1" lastIdx="0" clrIdx="2856"/>
  <p:cmAuthor id="2858" name="zh" initials="z" lastIdx="0" clrIdx="2857"/>
  <p:cmAuthor id="2859" name="Meffect" initials="M" lastIdx="0" clrIdx="2858"/>
  <p:cmAuthor id="2860" name="78234500@qq.com" initials="7" lastIdx="0" clrIdx="2859"/>
  <p:cmAuthor id="2861" name="Lxm100%" initials="L" lastIdx="0" clrIdx="2860"/>
  <p:cmAuthor id="2862" name="Jeffrey" initials="J" lastIdx="0" clrIdx="2861"/>
  <p:cmAuthor id="2863" name="panjm" initials="p" lastIdx="0" clrIdx="2862"/>
  <p:cmAuthor id="2864" name="liuchunhua199110" initials="l" lastIdx="0" clrIdx="2863"/>
  <p:cmAuthor id="2865" name="快子" initials="快" lastIdx="0" clrIdx="2864"/>
  <p:cmAuthor id="2866" name="WPS_1696912838" initials="W" lastIdx="0" clrIdx="2865"/>
  <p:cmAuthor id="2867" name="张 成亚" initials="张" lastIdx="0" clrIdx="2866"/>
  <p:cmAuthor id="2868" name="jian Ray" initials="j" lastIdx="0" clrIdx="2867"/>
  <p:cmAuthor id="2869" name="jesschin" initials="j" lastIdx="0" clrIdx="2868"/>
  <p:cmAuthor id="2870" name="柯珂" initials="柯" lastIdx="0" clrIdx="2869"/>
  <p:cmAuthor id="2871" name="WPS_1620655604" initials="W" lastIdx="0" clrIdx="2870"/>
  <p:cmAuthor id="2872" name="cjc" initials="c" lastIdx="0" clrIdx="2871"/>
  <p:cmAuthor id="2873" name="小角色" initials="小" lastIdx="0" clrIdx="2872"/>
  <p:cmAuthor id="2874" name="lucky lucky" initials="l" lastIdx="0" clrIdx="2873"/>
  <p:cmAuthor id="2875" name="wuyh501" initials="w" lastIdx="0" clrIdx="2874"/>
  <p:cmAuthor id="2876" name="Tome" initials="T" lastIdx="0" clrIdx="2875"/>
  <p:cmAuthor id="2877" name="mc" initials="m" lastIdx="0" clrIdx="2876"/>
  <p:cmAuthor id="2878" name="86156" initials="8" lastIdx="0" clrIdx="2877"/>
  <p:cmAuthor id="2879" name="feng li" initials="fl" lastIdx="0" clrIdx="2878"/>
  <p:cmAuthor id="2880" name="林杰聪" initials="林" lastIdx="0" clrIdx="2879"/>
  <p:cmAuthor id="2881" name="AJ" initials="A" lastIdx="0" clrIdx="2880"/>
  <p:cmAuthor id="2882" name="廖娅娉" initials="廖" lastIdx="0" clrIdx="2881"/>
  <p:cmAuthor id="2883" name="彭 治港" initials="彭" lastIdx="0" clrIdx="2882"/>
  <p:cmAuthor id="2884" name="朱兵兵" initials="zbb.zj" lastIdx="0" clrIdx="2883"/>
  <p:cmAuthor id="2885" name="10282" initials="1" lastIdx="0" clrIdx="2884"/>
  <p:cmAuthor id="2886" name="邱芳芳" initials="邱" lastIdx="0" clrIdx="2885"/>
  <p:cmAuthor id="2887" name="D...la" initials="D" lastIdx="0" clrIdx="2886"/>
  <p:cmAuthor id="2888" name="倩仪" initials="倩" lastIdx="0" clrIdx="2887"/>
  <p:cmAuthor id="2889" name="米酱" initials="米" lastIdx="0" clrIdx="2888"/>
  <p:cmAuthor id="2890" name="胡桃夹子" initials="胡" lastIdx="0" clrIdx="2889"/>
  <p:cmAuthor id="2891" name="Aprilius" initials="A" lastIdx="0" clrIdx="2890"/>
  <p:cmAuthor id="2892" name="萌小姐" initials="萌" lastIdx="0" clrIdx="2891"/>
  <p:cmAuthor id="2893" name="周梦吟" initials="周" lastIdx="0" clrIdx="2892"/>
  <p:cmAuthor id="2894" name="clown-辛" initials="c" lastIdx="0" clrIdx="2893"/>
  <p:cmAuthor id="2895" name="One Four Zero" initials="O" lastIdx="0" clrIdx="2894"/>
  <p:cmAuthor id="2896" name="含子" initials="含" lastIdx="0" clrIdx="2895"/>
  <p:cmAuthor id="2897" name="翩 翩 起 舞" initials="翩" lastIdx="0" clrIdx="2896"/>
  <p:cmAuthor id="2898" name="无量圆满" initials="无" lastIdx="0" clrIdx="2897"/>
  <p:cmAuthor id="2899" name="陈娴" initials="陈" lastIdx="0" clrIdx="2898"/>
  <p:cmAuthor id="2900" name="星星如约" initials="星" lastIdx="0" clrIdx="2899"/>
  <p:cmAuthor id="2901" name="陈雪婷" initials="陈" lastIdx="0" clrIdx="2900"/>
  <p:cmAuthor id="2902" name="谢安安" initials="谢" lastIdx="0" clrIdx="2901"/>
  <p:cmAuthor id="2903" name="谢东" initials="x" lastIdx="0" clrIdx="2902"/>
  <p:cmAuthor id="2904" name="Tldx" initials="T" lastIdx="0" clrIdx="2903"/>
  <p:cmAuthor id="2905" name="张瑞" initials="z" lastIdx="0" clrIdx="2904"/>
  <p:cmAuthor id="2906" name="康启龙" initials="J" lastIdx="0" clrIdx="2905"/>
  <p:cmAuthor id="2907" name="flystar" initials="f" lastIdx="0" clrIdx="2906"/>
  <p:cmAuthor id="2908" name="13910" initials="1" lastIdx="0" clrIdx="2907"/>
  <p:cmAuthor id="2909" name="潘秦华" initials="潘" lastIdx="0" clrIdx="2908"/>
  <p:cmAuthor id="2910" name="lww19940713@163.com" initials="l" lastIdx="0" clrIdx="2909"/>
  <p:cmAuthor id="2911" name="wjg" initials="w" lastIdx="0" clrIdx="2910"/>
  <p:cmAuthor id="2912" name="木" initials="木" lastIdx="0" clrIdx="2911"/>
  <p:cmAuthor id="2913" name="小南" initials="小" lastIdx="0" clrIdx="2912"/>
  <p:cmAuthor id="2914" name="张心叶" initials="张心叶" lastIdx="0" clrIdx="2913"/>
  <p:cmAuthor id="2915" name="0" initials="0" lastIdx="0" clrIdx="2914"/>
  <p:cmAuthor id="2916" name="王影" initials="王" lastIdx="0" clrIdx="2915"/>
  <p:cmAuthor id="2917" name="杨帆" initials="y" lastIdx="0" clrIdx="2916"/>
  <p:cmAuthor id="2918" name="曹海霞" initials="微软用户" lastIdx="0" clrIdx="2917"/>
  <p:cmAuthor id="2919" name="hndxzyj" initials="h" lastIdx="0" clrIdx="2918"/>
  <p:cmAuthor id="2920" name="张淑敏" initials="张" lastIdx="0" clrIdx="2919"/>
  <p:cmAuthor id="2921" name="王海静" initials="whj" lastIdx="0" clrIdx="2920"/>
  <p:cmAuthor id="2922" name="rokey" initials="r" lastIdx="0" clrIdx="2921"/>
  <p:cmAuthor id="2923" name="祝惠蓉" initials="祝" lastIdx="0" clrIdx="2922"/>
  <p:cmAuthor id="2924" name="张 明晖" initials="张" lastIdx="0" clrIdx="2923"/>
  <p:cmAuthor id="2925" name="乐" initials="乐" lastIdx="0" clrIdx="2924"/>
  <p:cmAuthor id="2926" name="陈 家锐" initials="陈" lastIdx="0" clrIdx="2925"/>
  <p:cmAuthor id="2927" name="lvpeiyi" initials="l" lastIdx="0" clrIdx="2926"/>
  <p:cmAuthor id="2928" name="yanchenrui@hq.cmcc" initials="yanchenrui@hq.cmcc" lastIdx="0" clrIdx="2927"/>
  <p:cmAuthor id="2929" name="张 子鹤" initials="张" lastIdx="0" clrIdx="2928"/>
  <p:cmAuthor id="2930" name="年糕蘸白糖" initials="年" lastIdx="0" clrIdx="2929"/>
  <p:cmAuthor id="2931" name="王迎" initials="王" lastIdx="0" clrIdx="2930"/>
  <p:cmAuthor id="2932" name="liucai" initials="l" lastIdx="0" clrIdx="2931"/>
  <p:cmAuthor id="2933" name="吴 加乐" initials="吴" lastIdx="0" clrIdx="2932"/>
  <p:cmAuthor id="2934" name="linjing" initials="l" lastIdx="0" clrIdx="2933"/>
  <p:cmAuthor id="2935" name="秦滔" initials="w" lastIdx="0" clrIdx="2934"/>
  <p:cmAuthor id="2936" name="易园" initials="i" lastIdx="0" clrIdx="2935"/>
  <p:cmAuthor id="2937" name="李云湘" initials="L" lastIdx="0" clrIdx="2936"/>
  <p:cmAuthor id="2938" name="75104" initials="7" lastIdx="0" clrIdx="2937"/>
  <p:cmAuthor id="2939" name="koalacc" initials="k" lastIdx="0" clrIdx="2938"/>
  <p:cmAuthor id="2940" name="Unknown User67" initials="U" lastIdx="0" clrIdx="2939"/>
  <p:cmAuthor id="2941" name="aaaaaa apple" initials="a" lastIdx="0" clrIdx="2940"/>
  <p:cmAuthor id="2942" name="LK" initials="L" lastIdx="0" clrIdx="2941"/>
  <p:cmAuthor id="2943" name="zhangyu" initials="z" lastIdx="0" clrIdx="2942"/>
  <p:cmAuthor id="2944" name="潈ऎ䕨அ" initials="潈" lastIdx="0" clrIdx="2943"/>
  <p:cmAuthor id="2945" name="王 成岩" initials="王" lastIdx="0" clrIdx="2944"/>
  <p:cmAuthor id="2946" name="潘 晨" initials="潘" lastIdx="0" clrIdx="2945"/>
  <p:cmAuthor id="2947" name="李荣" initials="李" lastIdx="0" clrIdx="2946"/>
  <p:cmAuthor id="2948" name="WPS_1528029088" initials="W" lastIdx="0" clrIdx="2947"/>
  <p:cmAuthor id="2949" name="hkyzhy555@sina.com" initials="h" lastIdx="0" clrIdx="2948"/>
  <p:cmAuthor id="2950" name="钢华" initials="钢" lastIdx="0" clrIdx="2949"/>
  <p:cmAuthor id="2951" name="26080314@qq.com" initials="2" lastIdx="0" clrIdx="2950"/>
  <p:cmAuthor id="2952" name="汤 海宝" initials="汤" lastIdx="0" clrIdx="2951"/>
  <p:cmAuthor id="2953" name="文星 赵" initials="文赵" lastIdx="0" clrIdx="2952"/>
  <p:cmAuthor id="2954" name="WPS_1177619428" initials="W" lastIdx="0" clrIdx="2953"/>
  <p:cmAuthor id="2955" name="鲍鲍" initials="鲍" lastIdx="0" clrIdx="2954"/>
  <p:cmAuthor id="2956" name="wang yanwei" initials="wy" lastIdx="0" clrIdx="2955"/>
  <p:cmAuthor id="2957" name="285069556@qq.com" initials="2" lastIdx="0" clrIdx="2956"/>
  <p:cmAuthor id="2958" name="Rhett Holmes" initials="RH" lastIdx="0" clrIdx="2957"/>
  <p:cmAuthor id="2959" name="孔进(省公司二)" initials="j" lastIdx="0" clrIdx="2958"/>
  <p:cmAuthor id="2960" name="Christian Boris" initials="CB" lastIdx="0" clrIdx="2959"/>
  <p:cmAuthor id="2961" name="10146393" initials="1" lastIdx="0" clrIdx="2960"/>
  <p:cmAuthor id="2962" name="Shen.YC" initials="S" lastIdx="0" clrIdx="2961"/>
  <p:cmAuthor id="2963" name="gmy" initials="g" lastIdx="0" clrIdx="2962"/>
  <p:cmAuthor id="2964" name="wangmengxing" initials="w" lastIdx="0" clrIdx="2963"/>
  <p:cmAuthor id="2965" name="Jason" initials="J" lastIdx="0" clrIdx="2964"/>
  <p:cmAuthor id="2966" name="xtt" initials="x" lastIdx="0" clrIdx="2965"/>
  <p:cmAuthor id="2967" name="lrl" initials="lrl" lastIdx="0" clrIdx="2966"/>
  <p:cmAuthor id="2968" name="fangtao" initials="fang,tao" lastIdx="0" clrIdx="2967"/>
  <p:cmAuthor id="2969" name="jk-an" initials="j" lastIdx="0" clrIdx="2968"/>
  <p:cmAuthor id="2970" name="zheng zongyu" initials="zz" lastIdx="0" clrIdx="2969"/>
  <p:cmAuthor id="2971" name="CHENGUOJUN" initials="CHGJ" lastIdx="0" clrIdx="2970"/>
  <p:cmAuthor id="2972" name="p x" initials="px" lastIdx="0" clrIdx="2971"/>
  <p:cmAuthor id="2973" name="Marylyc" initials="M" lastIdx="0" clrIdx="2972"/>
  <p:cmAuthor id="2974" name="Shuang Zheng" initials="S" lastIdx="0" clrIdx="2973"/>
  <p:cmAuthor id="2975" name="钱 媛媛" initials="钱" lastIdx="0" clrIdx="2974"/>
  <p:cmAuthor id="2976" name="伊元元" initials="伊" lastIdx="0" clrIdx="2975"/>
  <p:cmAuthor id="2977" name="Chris-Dell-D" initials="C" lastIdx="0" clrIdx="2976"/>
  <p:cmAuthor id="2978" name="wqm" initials="w" lastIdx="0" clrIdx="2977"/>
  <p:cmAuthor id="2979" name="645200516@qq.com" initials="6" lastIdx="0" clrIdx="2978"/>
  <p:cmAuthor id="2980" name="jig" initials="j" lastIdx="0" clrIdx="2979"/>
  <p:cmAuthor id="2981" name="王 明振" initials="王" lastIdx="0" clrIdx="2980"/>
  <p:cmAuthor id="2982" name="liumingchun" initials="l" lastIdx="0" clrIdx="2981"/>
  <p:cmAuthor id="2983" name="何子文" initials="何子文" lastIdx="0" clrIdx="2982"/>
  <p:cmAuthor id="2984" name="陪我看日出" initials="陪" lastIdx="0" clrIdx="2983"/>
  <p:cmAuthor id="2985" name="止夏末" initials="止" lastIdx="0" clrIdx="2984"/>
  <p:cmAuthor id="2986" name="Lin Liang Wei 林梁伟" initials="LLW林" lastIdx="0" clrIdx="2985"/>
  <p:cmAuthor id="2987" name="johnさん雲起" initials="j" lastIdx="0" clrIdx="2986"/>
  <p:cmAuthor id="2988" name="遇见" initials="遇" lastIdx="0" clrIdx="2987"/>
  <p:cmAuthor id="2989" name="在水一方" initials="在" lastIdx="0" clrIdx="2988"/>
  <p:cmAuthor id="2990" name="宝宝乖WY" initials="宝" lastIdx="0" clrIdx="2989"/>
  <p:cmAuthor id="2991" name="simon" initials="s" lastIdx="0" clrIdx="2990"/>
  <p:cmAuthor id="2992" name="JWMEIZHI" initials="J" lastIdx="0" clrIdx="2991"/>
  <p:cmAuthor id="2993" name="wh" initials="w" lastIdx="0" clrIdx="2992"/>
  <p:cmAuthor id="2994" name="景志清" initials="景" lastIdx="0" clrIdx="2993"/>
  <p:cmAuthor id="2995" name="随便" initials="随" lastIdx="0" clrIdx="2994"/>
  <p:cmAuthor id="2996" name="陈乔" initials="陈" lastIdx="0" clrIdx="2995"/>
  <p:cmAuthor id="2997" name="Yuk" initials="Y" lastIdx="0" clrIdx="2996"/>
  <p:cmAuthor id="2998" name="哦去" initials="哦" lastIdx="0" clrIdx="2997"/>
  <p:cmAuthor id="2999" name="小蜗牛" initials="小" lastIdx="0" clrIdx="2998"/>
  <p:cmAuthor id="3000" name="Zafir.Zhang" initials="Z" lastIdx="0" clrIdx="2999"/>
  <p:cmAuthor id="3001" name="xuyl" initials="x" lastIdx="0" clrIdx="3000"/>
  <p:cmAuthor id="3002" name="卡布奇诺1384249228" initials="卡" lastIdx="0" clrIdx="3001"/>
  <p:cmAuthor id="3003" name="核易" initials="核" lastIdx="0" clrIdx="3002"/>
  <p:cmAuthor id="3004" name="一 一" initials="一" lastIdx="0" clrIdx="3003"/>
  <p:cmAuthor id="3005" name="邢亮" initials="邢" lastIdx="0" clrIdx="3004"/>
  <p:cmAuthor id="3006" name="光善军" initials="光" lastIdx="0" clrIdx="3005"/>
  <p:cmAuthor id="3007" name="宁海蓉" initials="海蓉" lastIdx="0" clrIdx="3006"/>
  <p:cmAuthor id="3008" name="王妮娅" initials="王妮娅" lastIdx="0" clrIdx="3007"/>
  <p:cmAuthor id="3009" name="zte" initials="z" lastIdx="0" clrIdx="3008"/>
  <p:cmAuthor id="3010" name="齐晓虹10024015" initials="齐晓虹10024015" lastIdx="0" clrIdx="3009"/>
  <p:cmAuthor id="3011" name="10308000" initials="1" lastIdx="0" clrIdx="3010"/>
  <p:cmAuthor id="3012" name="18133" initials="1" lastIdx="0" clrIdx="3011"/>
  <p:cmAuthor id="3013" name="丁芙蓉" initials="丁" lastIdx="0" clrIdx="3012"/>
  <p:cmAuthor id="3014" name="许弘扬" initials="许" lastIdx="0" clrIdx="3013"/>
  <p:cmAuthor id="3015" name="张雁" initials="张" lastIdx="0" clrIdx="3014"/>
  <p:cmAuthor id="3016" name="贾清山" initials="贾" lastIdx="0" clrIdx="3015"/>
  <p:cmAuthor id="3017" name="王向羽" initials="王" lastIdx="0" clrIdx="3016"/>
  <p:cmAuthor id="3018" name="马海燕" initials="马" lastIdx="0" clrIdx="3017"/>
  <p:cmAuthor id="3019" name="刘广艳" initials="刘" lastIdx="0" clrIdx="3018"/>
  <p:cmAuthor id="3020" name="邹积逊" initials="邹" lastIdx="0" clrIdx="3019"/>
  <p:cmAuthor id="3021" name="yangyanxia" initials="y" lastIdx="0" clrIdx="3020"/>
  <p:cmAuthor id="3022" name="刘春辉" initials="刘" lastIdx="0" clrIdx="3021"/>
  <p:cmAuthor id="3023" name="张钦" initials="张" lastIdx="0" clrIdx="3022"/>
  <p:cmAuthor id="3024" name="李丽华" initials="李" lastIdx="0" clrIdx="3023"/>
  <p:cmAuthor id="3025" name="王志虎" initials="王" lastIdx="0" clrIdx="3024"/>
  <p:cmAuthor id="3026" name="魏永生" initials="魏" lastIdx="0" clrIdx="3025"/>
  <p:cmAuthor id="3027" name="Zhou, Judy" initials="Z" lastIdx="0" clrIdx="3026"/>
  <p:cmAuthor id="3028" name="徐仕超" initials="徐" lastIdx="0" clrIdx="3027"/>
  <p:cmAuthor id="3029" name="Lzy" initials="L" lastIdx="0" clrIdx="3028"/>
  <p:cmAuthor id="3030" name="宋少霞" initials="宋" lastIdx="0" clrIdx="3029"/>
  <p:cmAuthor id="3031" name="张惠" initials="张" lastIdx="0" clrIdx="3030"/>
  <p:cmAuthor id="3032" name="panhong" initials="p" lastIdx="0" clrIdx="3031"/>
  <p:cmAuthor id="3033" name="段振华" initials="段" lastIdx="0" clrIdx="3032"/>
  <p:cmAuthor id="3034" name="马红" initials="马" lastIdx="0" clrIdx="3033"/>
  <p:cmAuthor id="3035" name="田赢" initials="田" lastIdx="0" clrIdx="3034"/>
  <p:cmAuthor id="3036" name="Wiko Lee" initials="WL" lastIdx="0" clrIdx="3035"/>
  <p:cmAuthor id="3037" name="ԅ(¯ㅂ¯ԅ)" initials="ԅ" lastIdx="0" clrIdx="3036"/>
  <p:cmAuthor id="3038" name="米 李" initials="米" lastIdx="0" clrIdx="3037"/>
  <p:cmAuthor id="3039" name="项目组" initials="项" lastIdx="0" clrIdx="3038"/>
  <p:cmAuthor id="3040" name="T NG" initials="TN" lastIdx="0" clrIdx="3039"/>
  <p:cmAuthor id="3041" name="zhang chen" initials="zc" lastIdx="0" clrIdx="3040"/>
  <p:cmAuthor id="3042" name="chunsong_hu" initials="c" lastIdx="0" clrIdx="3041"/>
  <p:cmAuthor id="3043" name="俞寅达" initials="HBB" lastIdx="0" clrIdx="3042"/>
  <p:cmAuthor id="3044" name="闫志深" initials="" lastIdx="0" clrIdx="3043"/>
  <p:cmAuthor id="3045" name="芳雪千秋" initials="芳" lastIdx="0" clrIdx="3044"/>
  <p:cmAuthor id="3046" name="Linn Chan" initials="LC" lastIdx="0" clrIdx="3045"/>
  <p:cmAuthor id="3047" name="晚安。" initials="晚" lastIdx="0" clrIdx="3046"/>
  <p:cmAuthor id="3048" name="王小安" initials="王" lastIdx="0" clrIdx="3047"/>
  <p:cmAuthor id="3049" name="安安" initials="安" lastIdx="0" clrIdx="3048"/>
  <p:cmAuthor id="3050" name="allen" initials="a" lastIdx="0" clrIdx="3049"/>
  <p:cmAuthor id="3051" name="浅笑" initials="浅" lastIdx="0" clrIdx="3050"/>
  <p:cmAuthor id="3052" name="WPS_1646356914" initials="W" lastIdx="0" clrIdx="3051"/>
  <p:cmAuthor id="3053" name="王孟洁在努力" initials="王" lastIdx="0" clrIdx="3052"/>
  <p:cmAuthor id="3054" name="蜗牛" initials="蜗" lastIdx="0" clrIdx="3053"/>
  <p:cmAuthor id="3055" name="任靖" initials="任" lastIdx="0" clrIdx="3054"/>
  <p:cmAuthor id="3056" name="Mr.Wu" initials="M" lastIdx="0" clrIdx="3055"/>
  <p:cmAuthor id="3057" name="A00～媛子~中国电信" initials="A" lastIdx="0" clrIdx="3056"/>
  <p:cmAuthor id="3058" name="眠羊" initials="眠" lastIdx="0" clrIdx="3057"/>
  <p:cmAuthor id="3059" name="Shelby" initials="S" lastIdx="0" clrIdx="3058"/>
  <p:cmAuthor id="3060" name="WPS_1730078655" initials="W" lastIdx="0" clrIdx="3059"/>
  <p:cmAuthor id="3061" name="刘君" initials="刘" lastIdx="0" clrIdx="3060"/>
  <p:cmAuthor id="3062" name="王宁宁宁宁宁" initials="王" lastIdx="0" clrIdx="3061"/>
  <p:cmAuthor id="3063" name="MF YANG" initials="MY" lastIdx="0" clrIdx="3062"/>
  <p:cmAuthor id="3064" name="白茂绩" initials="W用" lastIdx="0" clrIdx="3063"/>
  <p:cmAuthor id="3065" name="无聊" initials="无" lastIdx="0" clrIdx="3064"/>
  <p:cmAuthor id="3066" name="落雪无痕" initials="落" lastIdx="0" clrIdx="3065"/>
  <p:cmAuthor id="3067" name="媛" initials="媛" lastIdx="0" clrIdx="3066"/>
  <p:cmAuthor id="3068" name="电信徐茂花" initials="电" lastIdx="0" clrIdx="3067"/>
  <p:cmAuthor id="3069" name="杨俏" initials="杨" lastIdx="0" clrIdx="3068"/>
  <p:cmAuthor id="3070" name="書子白" initials="書" lastIdx="0" clrIdx="3069"/>
  <p:cmAuthor id="3071" name="╭ァ景_落ゝ" initials="╭" lastIdx="0" clrIdx="3070"/>
  <p:cmAuthor id="3072" name="李懿峰" initials="李" lastIdx="0" clrIdx="3071"/>
  <p:cmAuthor id="3073" name="小弦切切如私语" initials="小" lastIdx="0" clrIdx="3072"/>
  <p:cmAuthor id="3074" name="多零" initials="多" lastIdx="0" clrIdx="3073"/>
  <p:cmAuthor id="3075" name="文渊" initials="文" lastIdx="0" clrIdx="3074"/>
  <p:cmAuthor id="3076" name="5AM" initials="5" lastIdx="0" clrIdx="3075"/>
  <p:cmAuthor id="3077" name="KUN." initials="K" lastIdx="0" clrIdx="3076"/>
  <p:cmAuthor id="3078" name="风存尚我" initials="风" lastIdx="0" clrIdx="3077"/>
  <p:cmAuthor id="3079" name="张晗" initials="张" lastIdx="0" clrIdx="3078"/>
  <p:cmAuthor id="3080" name="常炜丽" initials="常" lastIdx="0" clrIdx="3079"/>
  <p:cmAuthor id="3081" name="huxiaoxi" initials="h" lastIdx="0" clrIdx="3080"/>
  <p:cmAuthor id="3082" name="施 媛媛" initials="施" lastIdx="0" clrIdx="3081"/>
  <p:cmAuthor id="3083" name="张亚运B06916" initials="张" lastIdx="0" clrIdx="3082"/>
  <p:cmAuthor id="3084" name="杨凯玺" initials="杨" lastIdx="0" clrIdx="3083"/>
  <p:cmAuthor id="3085" name="杨冲青A02364" initials="j" lastIdx="0" clrIdx="3084"/>
  <p:cmAuthor id="3086" name="施祖阳" initials="shizy" lastIdx="0" clrIdx="3085"/>
  <p:cmAuthor id="3087" name="刘凯月" initials="l" lastIdx="0" clrIdx="3086"/>
  <p:cmAuthor id="3088" name="詹舒琳" initials="詹舒琳" lastIdx="0" clrIdx="3087"/>
  <p:cmAuthor id="3089" name="李 书臣" initials="李" lastIdx="0" clrIdx="3088"/>
  <p:cmAuthor id="3090" name="sjzx" initials="s" lastIdx="0" clrIdx="3089"/>
  <p:cmAuthor id="3091" name="Xuhang Zheng" initials="XZ" lastIdx="0" clrIdx="3090"/>
  <p:cmAuthor id="3092" name="杨姗" initials="杨" lastIdx="0" clrIdx="3091"/>
  <p:cmAuthor id="3093" name="陈静雯" initials="陈" lastIdx="0" clrIdx="3092"/>
  <p:cmAuthor id="3094" name="Russell Frahmann" initials="RF" lastIdx="0" clrIdx="3093"/>
  <p:cmAuthor id="3095" name="liu js" initials="lj" lastIdx="0" clrIdx="3094"/>
  <p:cmAuthor id="3096" name="桢罡" initials="桢罡" lastIdx="0" clrIdx="3095"/>
  <p:cmAuthor id="3097" name="徐睿" initials="j" lastIdx="0" clrIdx="3096"/>
  <p:cmAuthor id="3098" name="x l" initials="xl" lastIdx="0" clrIdx="3097"/>
  <p:cmAuthor id="3099" name="DavidLee" initials="D" lastIdx="0" clrIdx="3098"/>
  <p:cmAuthor id="3100" name="超" initials="超" lastIdx="0" clrIdx="3099"/>
  <p:cmAuthor id="3101" name="yujzh" initials="A" lastIdx="0" clrIdx="3100"/>
  <p:cmAuthor id="3102" name="jyr" initials="jyr" lastIdx="0" clrIdx="3101"/>
  <p:cmAuthor id="3103" name="杨洋B08428" initials="杨" lastIdx="0" clrIdx="3102"/>
  <p:cmAuthor id="3104" name="李 晓菲" initials="李" lastIdx="0" clrIdx="3103"/>
  <p:cmAuthor id="3105" name="谢燚" initials="谢" lastIdx="0" clrIdx="3104"/>
  <p:cmAuthor id="3106" name="王 勋" initials="王" lastIdx="0" clrIdx="3105"/>
  <p:cmAuthor id="3107" name="呼博文" initials="呼" lastIdx="0" clrIdx="3106"/>
  <p:cmAuthor id="3108" name="冯诺娃" initials="冯" lastIdx="0" clrIdx="3107"/>
  <p:cmAuthor id="3109" name="L cm" initials="Lc" lastIdx="0" clrIdx="3108"/>
  <p:cmAuthor id="3110" name="Ser Talk" initials="ST" lastIdx="0" clrIdx="3109"/>
  <p:cmAuthor id="3111" name="Kyle" initials="K" lastIdx="0" clrIdx="3110"/>
  <p:cmAuthor id="3112" name="何雪婷" initials="何" lastIdx="0" clrIdx="3111"/>
  <p:cmAuthor id="3113" name="程涛" initials="c" lastIdx="0" clrIdx="3112"/>
  <p:cmAuthor id="3114" name="王 睿韬" initials="王" lastIdx="0" clrIdx="3113"/>
  <p:cmAuthor id="3115" name="李婷玉" initials="李" lastIdx="0" clrIdx="3114"/>
  <p:cmAuthor id="3116" name="Cora" initials="C" lastIdx="0" clrIdx="3115"/>
  <p:cmAuthor id="3117" name="17713" initials="1" lastIdx="0" clrIdx="3116"/>
  <p:cmAuthor id="3118" name="宪川 刘" initials="宪川" lastIdx="0" clrIdx="3117"/>
  <p:cmAuthor id="3119" name="Jacky" initials="J" lastIdx="0" clrIdx="3118"/>
  <p:cmAuthor id="3120" name="CJ" initials="C" lastIdx="0" clrIdx="3119"/>
  <p:cmAuthor id="3121" name="luoyu" initials="l" lastIdx="0" clrIdx="3120"/>
  <p:cmAuthor id="3122" name="周小莉" initials="z" lastIdx="0" clrIdx="3121"/>
  <p:cmAuthor id="3123" name="余亮_资阳" initials="余" lastIdx="0" clrIdx="3122"/>
  <p:cmAuthor id="3124" name="车 力" initials="车" lastIdx="0" clrIdx="3123"/>
  <p:cmAuthor id="3125" name="叶丽" initials="叶" lastIdx="0" clrIdx="3124"/>
  <p:cmAuthor id="3126" name="LEE" initials="L" lastIdx="0" clrIdx="3125"/>
  <p:cmAuthor id="3127" name="荣吾 夏" initials="荣夏" lastIdx="0" clrIdx="3126"/>
  <p:cmAuthor id="3128" name="wangyilin (F)" initials="w" lastIdx="0" clrIdx="3127"/>
  <p:cmAuthor id="3129" name="wang yuting" initials="wy" lastIdx="0" clrIdx="3128"/>
  <p:cmAuthor id="3130" name="Yin sunshine" initials="Ys" lastIdx="0" clrIdx="3129"/>
  <p:cmAuthor id="3131" name="吴林峰" initials="吴" lastIdx="0" clrIdx="3130"/>
  <p:cmAuthor id="3132" name="李晓丽_成都" initials="李" lastIdx="0" clrIdx="3131"/>
  <p:cmAuthor id="3133" name="Lee Wiko" initials="LW" lastIdx="0" clrIdx="3132"/>
  <p:cmAuthor id="3134" name="孙鹏杰" initials="孙" lastIdx="0" clrIdx="3133"/>
  <p:cmAuthor id="3135" name="86199" initials="8" lastIdx="0" clrIdx="3134"/>
  <p:cmAuthor id="3136" name="陈菲菲" initials="陈" lastIdx="0" clrIdx="3135"/>
  <p:cmAuthor id="3137" name="xuan" initials="x" lastIdx="0" clrIdx="3136"/>
  <p:cmAuthor id="3138" name="姜冰_广安" initials="姜" lastIdx="0" clrIdx="3137"/>
  <p:cmAuthor id="3139" name="ROSAY" initials="R" lastIdx="0" clrIdx="3138"/>
  <p:cmAuthor id="3140" name="BAO" initials="B" lastIdx="0" clrIdx="3139"/>
  <p:cmAuthor id="3141" name="Qu sang" initials="Qs" lastIdx="0" clrIdx="3140"/>
  <p:cmAuthor id="3142" name="牧夏" initials="牧" lastIdx="0" clrIdx="3141"/>
  <p:cmAuthor id="3143" name="林湘育" initials="林" lastIdx="0" clrIdx="3142"/>
  <p:cmAuthor id="3144" name="zhoulu" initials="z" lastIdx="0" clrIdx="3143"/>
  <p:cmAuthor id="3145" name="邓丛璐_乐山市" initials="D" lastIdx="0" clrIdx="3144"/>
  <p:cmAuthor id="3146" name="10333323" initials="1" lastIdx="0" clrIdx="3145"/>
  <p:cmAuthor id="3147" name="朱自洪泉10298473" initials="MSOffice" lastIdx="0" clrIdx="3146"/>
  <p:cmAuthor id="3148" name="blacktulip" initials="b" lastIdx="0" clrIdx="3147"/>
  <p:cmAuthor id="3149" name="Student" initials="S" lastIdx="0" clrIdx="3148"/>
  <p:cmAuthor id="3150" name="Nutcase_aqy23q2i" initials="authorId_196256957" lastIdx="0" clrIdx="3149"/>
  <p:cmAuthor id="3151" name="贺龙" initials="贺" lastIdx="0" clrIdx="3150"/>
  <p:cmAuthor id="3152" name="ROSIEANNA" initials="" lastIdx="0" clrIdx="3151"/>
  <p:cmAuthor id="3153" name="华为" initials="华" lastIdx="0" clrIdx="3152"/>
  <p:cmAuthor id="3154" name="Jimmy-Power" initials="J" lastIdx="0" clrIdx="3153"/>
  <p:cmAuthor id="3155" name="Pooh pooh" initials="JS" lastIdx="0" clrIdx="3154"/>
  <p:cmAuthor id="3156" name="崔艳鹏" initials="崔" lastIdx="0" clrIdx="3155"/>
  <p:cmAuthor id="3157" name="CPIC" initials="C" lastIdx="0" clrIdx="3156"/>
  <p:cmAuthor id="3158" name="lijy116" initials="l" lastIdx="0" clrIdx="3157"/>
  <p:cmAuthor id="3159" name="wtt" initials="w" lastIdx="0" clrIdx="3158"/>
  <p:cmAuthor id="3160" name="huangxm31" initials="h" lastIdx="0" clrIdx="3159"/>
  <p:cmAuthor id="3161" name="liudaxian" initials="l" lastIdx="0" clrIdx="3160"/>
  <p:cmAuthor id="3162" name="Feynman_W" initials="F_wq" lastIdx="0" clrIdx="3161"/>
  <p:cmAuthor id="3163" name="李 用成" initials="李" lastIdx="0" clrIdx="3162"/>
  <p:cmAuthor id="3164" name="cyfan(范昌勇)" initials="c" lastIdx="0" clrIdx="3163"/>
  <p:cmAuthor id="3165" name="王永贵10010557" initials="王" lastIdx="0" clrIdx="3164"/>
  <p:cmAuthor id="3166" name="曲艳伟00098704" initials="曲艳伟00098704" lastIdx="0" clrIdx="3165"/>
  <p:cmAuthor id="3167" name="shixingru" initials="s" lastIdx="0" clrIdx="3166"/>
  <p:cmAuthor id="3168" name="d y" initials="dy" lastIdx="0" clrIdx="3167"/>
  <p:cmAuthor id="3169" name="12813" initials="1" lastIdx="0" clrIdx="3168"/>
  <p:cmAuthor id="3170" name="吴讯芳" initials="吴" lastIdx="0" clrIdx="3169"/>
  <p:cmAuthor id="3171" name="朱金龙" initials="朱" lastIdx="0" clrIdx="3170"/>
  <p:cmAuthor id="3172" name="苏亚楠" initials="苏" lastIdx="0" clrIdx="3171"/>
  <p:cmAuthor id="3173" name="Robert Lee" initials="RL" lastIdx="0" clrIdx="3172"/>
  <p:cmAuthor id="3174" name="Liang Felix" initials="LF" lastIdx="0" clrIdx="3173"/>
  <p:cmAuthor id="3175" name="小东 郑" initials="小郑" lastIdx="0" clrIdx="3174"/>
  <p:cmAuthor id="3176" name="Song Yulin" initials="SY" lastIdx="0" clrIdx="3175"/>
  <p:cmAuthor id="3177" name="Bo Wang" initials="BW" lastIdx="0" clrIdx="3176"/>
  <p:cmAuthor id="3178" name="龙 欣" initials="龙" lastIdx="0" clrIdx="3177"/>
  <p:cmAuthor id="3179" name="小华 李" initials="小华" lastIdx="0" clrIdx="3178"/>
  <p:cmAuthor id="3180" name="admin-pc" initials="a" lastIdx="0" clrIdx="3179"/>
  <p:cmAuthor id="3181" name="曾丽琼" initials="曾" lastIdx="0" clrIdx="3180"/>
  <p:cmAuthor id="3182" name="周舒鹏" initials="周" lastIdx="0" clrIdx="3181"/>
  <p:cmAuthor id="3183" name="L" initials="" lastIdx="0" clrIdx="3182"/>
  <p:cmAuthor id="3184" name="王梦妍" initials="" lastIdx="0" clrIdx="3183"/>
  <p:cmAuthor id="3185" name="朱幂" initials="zm" lastIdx="0" clrIdx="3184"/>
  <p:cmAuthor id="3186" name="zhouwenhao" initials="z" lastIdx="0" clrIdx="3185"/>
  <p:cmAuthor id="3187" name="TANG" initials="T" lastIdx="0" clrIdx="3186"/>
  <p:cmAuthor id="3188" name="yangdi" initials="y" lastIdx="0" clrIdx="3187"/>
  <p:cmAuthor id="3189" name="回校" initials="回" lastIdx="0" clrIdx="3188"/>
  <p:cmAuthor id="3190" name="landy1125@outlook.com" initials="l" lastIdx="0" clrIdx="3189"/>
  <p:cmAuthor id="3191" name="caoyq0624" initials="c" lastIdx="0" clrIdx="3190"/>
  <p:cmAuthor id="3192" name="Geffrey Pan" initials="G" lastIdx="0" clrIdx="3191"/>
  <p:cmAuthor id="3193" name="杨国" initials="杨" lastIdx="0" clrIdx="3192"/>
  <p:cmAuthor id="3194" name="tkuser" initials="t" lastIdx="0" clrIdx="3193"/>
  <p:cmAuthor id="3195" name="王丹（法律）" initials="王" lastIdx="0" clrIdx="3194"/>
  <p:cmAuthor id="3196" name="zhao wei" initials="z" lastIdx="0" clrIdx="3195"/>
  <p:cmAuthor id="3197" name="核保" initials="核" lastIdx="0" clrIdx="3196"/>
  <p:cmAuthor id="3198" name="phoenixdhz" initials="p" lastIdx="0" clrIdx="3197"/>
  <p:cmAuthor id="3199" name="Jinyi" initials="J" lastIdx="0" clrIdx="3198"/>
  <p:cmAuthor id="3200" name="杨涛-lah" initials="杨" lastIdx="0" clrIdx="3199"/>
  <p:cmAuthor id="3201" name="asuse" initials="a" lastIdx="0" clrIdx="3200"/>
  <p:cmAuthor id="3202" name="卫天一" initials="卫" lastIdx="0" clrIdx="3201"/>
  <p:cmAuthor id="3203" name="樊星" initials="樊" lastIdx="0" clrIdx="3202"/>
  <p:cmAuthor id="3204" name="季玉洁" initials="季" lastIdx="0" clrIdx="3203"/>
  <p:cmAuthor id="3205" name="陈依依" initials="陈" lastIdx="0" clrIdx="3204"/>
  <p:cmAuthor id="3206" name="dingenshi" initials="d" lastIdx="0" clrIdx="3205"/>
  <p:cmAuthor id="3207" name="jing.xue" initials="j" lastIdx="0" clrIdx="3206"/>
  <p:cmAuthor id="3208" name="jxgy15" initials="j" lastIdx="0" clrIdx="3207"/>
  <p:cmAuthor id="3209" name="唐丽华_YjE3imqQ" initials="authorId_5604" lastIdx="0" clrIdx="3208"/>
  <p:cmAuthor id="3210" name="吴晓梅" initials="吴" lastIdx="0" clrIdx="3209"/>
  <p:cmAuthor id="3211" name="QBOSSCHEN" initials="Q" lastIdx="0" clrIdx="3210"/>
  <p:cmAuthor id="3212" name="王楚宏" initials="王" lastIdx="0" clrIdx="3211"/>
  <p:cmAuthor id="3213" name="pangyt" initials="p" lastIdx="0" clrIdx="3212"/>
  <p:cmAuthor id="3214" name="Han Bo" initials="HB" lastIdx="0" clrIdx="3213"/>
  <p:cmAuthor id="3215" name="张 珲" initials="张" lastIdx="0" clrIdx="3214"/>
  <p:cmAuthor id="3216" name="dtdream" initials="d" lastIdx="0" clrIdx="3215"/>
  <p:cmAuthor id="3217" name="15274" initials="1" lastIdx="0" clrIdx="3216"/>
  <p:cmAuthor id="3218" name="54548" initials="5" lastIdx="0" clrIdx="3217"/>
  <p:cmAuthor id="3219" name="baize" initials="b" lastIdx="0" clrIdx="3218"/>
  <p:cmAuthor id="3220" name="戴 清泺" initials="戴" lastIdx="0" clrIdx="3219"/>
  <p:cmAuthor id="3221" name="NN" initials="NN" lastIdx="0" clrIdx="3220"/>
  <p:cmAuthor id="3222" name="韩雨_UBvibq63" initials="authorId_353158055" lastIdx="0" clrIdx="3221"/>
  <p:cmAuthor id="3223" name="赵培勋_3IVrI7J7" initials="authorId_965678369" lastIdx="0" clrIdx="3222"/>
  <p:cmAuthor id="3224" name="施丽勤_uMzuu63y" initials="authorId_279398808" lastIdx="0" clrIdx="3223"/>
  <p:cmAuthor id="3225" name="peng Terry" initials="pT" lastIdx="0" clrIdx="3224"/>
  <p:cmAuthor id="3226" name="ch" initials="c" lastIdx="0" clrIdx="3225"/>
  <p:cmAuthor id="3227" name="SNK" initials="SNK" lastIdx="0" clrIdx="3226"/>
  <p:cmAuthor id="3228" name="王圣贺" initials="wsh" lastIdx="0" clrIdx="3227"/>
  <p:cmAuthor id="3229" name="feng'guo'jian" initials="f" lastIdx="0" clrIdx="3228"/>
  <p:cmAuthor id="3230" name="郏 鹏" initials="郏" lastIdx="0" clrIdx="3229"/>
  <p:cmAuthor id="3231" name="周加艳" initials="周" lastIdx="0" clrIdx="3230"/>
  <p:cmAuthor id="3232" name="Leone" initials="L" lastIdx="0" clrIdx="3231"/>
  <p:cmAuthor id="3233" name="赵森" initials="赵森" lastIdx="0" clrIdx="3232"/>
  <p:cmAuthor id="3234" name="寒 琼" initials="寒" lastIdx="0" clrIdx="3233"/>
  <p:cmAuthor id="3235" name="孙慧" initials="s" lastIdx="0" clrIdx="3234"/>
  <p:cmAuthor id="3236" name="lhc" initials="l" lastIdx="0" clrIdx="3235"/>
  <p:cmAuthor id="3237" name="z" initials="z" lastIdx="0" clrIdx="3236"/>
  <p:cmAuthor id="3238" name="85250" initials="8" lastIdx="0" clrIdx="3237"/>
  <p:cmAuthor id="3239" name="唐思源" initials="唐" lastIdx="0" clrIdx="3238"/>
  <p:cmAuthor id="3240" name="localadmin" initials="l" lastIdx="0" clrIdx="3239"/>
  <p:cmAuthor id="3241" name="46712" initials="4" lastIdx="0" clrIdx="3240"/>
  <p:cmAuthor id="3242" name="test" initials="t" lastIdx="0" clrIdx="3241"/>
  <p:cmAuthor id="3243" name="何 静" initials="何" lastIdx="0" clrIdx="3242"/>
  <p:cmAuthor id="3244" name="Zhou Xuanjun" initials="Z" lastIdx="0" clrIdx="3243"/>
  <p:cmAuthor id="3245" name="但佳" initials="但" lastIdx="0" clrIdx="3244"/>
  <p:cmAuthor id="3246" name="Microsoft" initials="M" lastIdx="0" clrIdx="3245"/>
  <p:cmAuthor id="3247" name="dingyuemei" initials="d" lastIdx="0" clrIdx="3246"/>
  <p:cmAuthor id="3248" name="Liu Yan" initials="L" lastIdx="0" clrIdx="3247"/>
  <p:cmAuthor id="3249" name="mapengcheng" initials="m" lastIdx="0" clrIdx="3248"/>
  <p:cmAuthor id="3250" name="李 昕泽" initials="李" lastIdx="0" clrIdx="3249"/>
  <p:cmAuthor id="3251" name="程 迅骐" initials="程" lastIdx="0" clrIdx="3250"/>
  <p:cmAuthor id="3252" name="fudinglong" initials="f" lastIdx="0" clrIdx="3251"/>
  <p:cmAuthor id="3253" name="dengshikao" initials="d" lastIdx="0" clrIdx="3252"/>
  <p:cmAuthor id="3254" name="Nie Heng(China Telecom)" initials="NH(CTC)" lastIdx="0" clrIdx="3253"/>
  <p:cmAuthor id="3255" name="wudid" initials="w" lastIdx="0" clrIdx="3254"/>
  <p:cmAuthor id="3256" name="10014855" initials="1" lastIdx="0" clrIdx="3255"/>
  <p:cmAuthor id="3257" name="86153" initials="8" lastIdx="0" clrIdx="3256"/>
  <p:cmAuthor id="3258" name="jianli" initials="j" lastIdx="0" clrIdx="3257"/>
  <p:cmAuthor id="3259" name="chensiyuan" initials="c" lastIdx="0" clrIdx="3258"/>
  <p:cmAuthor id="3260" name="muxiaohan" initials="m" lastIdx="0" clrIdx="3259"/>
  <p:cmAuthor id="3261" name="feikun" initials="f" lastIdx="0" clrIdx="3260"/>
  <p:cmAuthor id="3262" name="方绍波|fangshaobo" initials="方" lastIdx="0" clrIdx="3261"/>
  <p:cmAuthor id="3263" name="梦洁" initials="梦洁" lastIdx="0" clrIdx="3262"/>
  <p:cmAuthor id="3264" name="妍" initials="妍" lastIdx="0" clrIdx="3263"/>
  <p:cmAuthor id="3265" name="Lenovo2024" initials="L" lastIdx="0" clrIdx="3264"/>
  <p:cmAuthor id="3266" name="小立" initials="小" lastIdx="0" clrIdx="3265"/>
  <p:cmAuthor id="3267" name="李源" initials="李" lastIdx="0" clrIdx="3266"/>
  <p:cmAuthor id="3268" name="SFY" initials="S" lastIdx="0" clrIdx="3267"/>
  <p:cmAuthor id="3269" name="乐燕" initials="乐" lastIdx="0" clrIdx="3268"/>
  <p:cmAuthor id="3270" name="Fanny" initials="F" lastIdx="0" clrIdx="3269"/>
  <p:cmAuthor id="3271" name="PENG" initials="P" lastIdx="0" clrIdx="3270"/>
  <p:cmAuthor id="3272" name="溪渔" initials="溪" lastIdx="0" clrIdx="3271"/>
  <p:cmAuthor id="3273" name="arrogant" initials="a" lastIdx="0" clrIdx="3272"/>
  <p:cmAuthor id="3274" name="Wang" initials="W" lastIdx="0" clrIdx="3273"/>
  <p:cmAuthor id="3275" name="永月墨夜" initials="永" lastIdx="0" clrIdx="3274"/>
  <p:cmAuthor id="3276" name="张鑫" initials="张" lastIdx="0" clrIdx="3275"/>
  <p:cmAuthor id="3277" name="Mars" initials="M" lastIdx="0" clrIdx="3276"/>
  <p:cmAuthor id="3278" name="鲁琪_ayIzYrYZ" initials="authorId_602698507" lastIdx="0" clrIdx="3277"/>
  <p:cmAuthor id="3279" name="黄百成_m6Jjq6bQ" initials="authorId_901868002" lastIdx="0" clrIdx="3278"/>
  <p:cmAuthor id="3280" name="guoshasha@hq.cmcc" initials="guoshasha" lastIdx="0" clrIdx="3279"/>
  <p:cmAuthor id="3281" name="Daigy" initials="D" lastIdx="0" clrIdx="3280"/>
  <p:cmAuthor id="3282" name="吴体华" initials="吴" lastIdx="0" clrIdx="3281"/>
  <p:cmAuthor id="3283" name="lin" initials="l" lastIdx="0" clrIdx="3282"/>
  <p:cmAuthor id="3284" name="乐一李" initials="乐" lastIdx="0" clrIdx="3283"/>
  <p:cmAuthor id="3285" name="明伶" initials="明" lastIdx="0" clrIdx="3284"/>
  <p:cmAuthor id="3286" name="无所谓" initials="无" lastIdx="0" clrIdx="3285"/>
  <p:cmAuthor id="3287" name="HE JIE" initials="" lastIdx="0" clrIdx="3286"/>
  <p:cmAuthor id="3288" name="健君" initials="" lastIdx="0" clrIdx="3287"/>
  <p:cmAuthor id="3289" name="lan kong" initials="lk" lastIdx="0" clrIdx="3288"/>
  <p:cmAuthor id="3290" name="王习习" initials="王" lastIdx="0" clrIdx="3289"/>
  <p:cmAuthor id="3291" name="陈艳民" initials="xb21cn" lastIdx="0" clrIdx="3290"/>
  <p:cmAuthor id="3292" name="unilabs" initials="u" lastIdx="0" clrIdx="3291"/>
  <p:cmAuthor id="3293" name="刘 波" initials="刘" lastIdx="0" clrIdx="3292"/>
  <p:cmAuthor id="3294" name="樊鲲鹏" initials="樊" lastIdx="0" clrIdx="3293"/>
  <p:cmAuthor id="3295" name="刘永国" initials="刘" lastIdx="0" clrIdx="3294"/>
  <p:cmAuthor id="3296" name="13686" initials="1" lastIdx="0" clrIdx="3295"/>
  <p:cmAuthor id="3297" name="黄黎" initials="黄" lastIdx="0" clrIdx="3296"/>
  <p:cmAuthor id="3298" name="sx_xuzx" initials="s" lastIdx="0" clrIdx="3297"/>
  <p:cmAuthor id="3299" name="tplife" initials="t" lastIdx="0" clrIdx="3298"/>
  <p:cmAuthor id="3300" name="孟 昕" initials="孟" lastIdx="0" clrIdx="3299"/>
  <p:cmAuthor id="3301" name="楷彦" initials="l" lastIdx="0" clrIdx="3300"/>
  <p:cmAuthor id="3302" name="郭丽" initials="郭" lastIdx="0" clrIdx="3301"/>
  <p:cmAuthor id="3303" name="Karen L Yu" initials="K" lastIdx="0" clrIdx="3302"/>
  <p:cmAuthor id="3304" name="jhw" initials="j" lastIdx="0" clrIdx="3303"/>
  <p:cmAuthor id="3305" name="Kas Won" initials="K" lastIdx="0" clrIdx="3304"/>
  <p:cmAuthor id="3306" name="10285602" initials="1" lastIdx="0" clrIdx="3305"/>
  <p:cmAuthor id="3307" name="韩靓" initials="韩靓" lastIdx="0" clrIdx="3306"/>
  <p:cmAuthor id="3308" name="Huang" initials="H" lastIdx="0" clrIdx="3307"/>
  <p:cmAuthor id="3309" name="曾建雄" initials="a" lastIdx="0" clrIdx="3308"/>
  <p:cmAuthor id="3310" name="董 荟" initials="董" lastIdx="0" clrIdx="3309"/>
  <p:cmAuthor id="3311" name="陈华磊" initials="u" lastIdx="0" clrIdx="3310"/>
  <p:cmAuthor id="3312" name="灰与幻想" initials="灰" lastIdx="0" clrIdx="3311"/>
  <p:cmAuthor id="3313" name="liuyuhao.hz" initials="liuyuhao.hz" lastIdx="0" clrIdx="3312"/>
  <p:cmAuthor id="3314" name="陈芳" initials="陈" lastIdx="0" clrIdx="3313"/>
  <p:cmAuthor id="3315" name="王鑫炎" initials="王" lastIdx="0" clrIdx="3314"/>
  <p:cmAuthor id="3316" name="liuhongjia" initials="A" lastIdx="0" clrIdx="3315"/>
  <p:cmAuthor id="3317" name="zhuwei" initials="zhuwei" lastIdx="0" clrIdx="3316"/>
  <p:cmAuthor id="3318" name="shiny" initials="s" lastIdx="0" clrIdx="3317"/>
  <p:cmAuthor id="3319" name="HD" initials="H" lastIdx="0" clrIdx="3318"/>
  <p:cmAuthor id="3320" name="go640" initials="g" lastIdx="0" clrIdx="3319"/>
  <p:cmAuthor id="3321" name="10265139" initials="1" lastIdx="0" clrIdx="3320"/>
  <p:cmAuthor id="3322" name="gsy" initials="gsy" lastIdx="0" clrIdx="3321"/>
  <p:cmAuthor id="3323" name="10283556" initials="1" lastIdx="0" clrIdx="3322"/>
  <p:cmAuthor id="3324" name="10036292" initials="1" lastIdx="0" clrIdx="3323"/>
  <p:cmAuthor id="3325" name="10090968" initials="1" lastIdx="0" clrIdx="3324"/>
  <p:cmAuthor id="3326" name="admin_lisj" initials="sl" lastIdx="0" clrIdx="3325"/>
  <p:cmAuthor id="3327" name="dezye-肖" initials="d" lastIdx="0" clrIdx="3326"/>
  <p:cmAuthor id="3328" name="Sunny" initials="S" lastIdx="0" clrIdx="3327"/>
  <p:cmAuthor id="3329" name="Y&amp;J" initials="Y" lastIdx="0" clrIdx="3328"/>
  <p:cmAuthor id="3330" name="老头王" initials="老" lastIdx="0" clrIdx="3329"/>
  <p:cmAuthor id="3331" name="短发Jessica" initials="短" lastIdx="0" clrIdx="3330"/>
  <p:cmAuthor id="3332" name="周雪梅" initials="ZXM" lastIdx="0" clrIdx="3331"/>
  <p:cmAuthor id="3333" name="魏桢" initials="魏" lastIdx="0" clrIdx="3332"/>
  <p:cmAuthor id="3334" name="goodbobo" initials="g" lastIdx="0" clrIdx="3333"/>
  <p:cmAuthor id="3335" name="qianyp" initials="q" lastIdx="0" clrIdx="3334"/>
  <p:cmAuthor id="3336" name="10096825" initials="1" lastIdx="0" clrIdx="3335"/>
  <p:cmAuthor id="3337" name="杨玉东" initials="8" lastIdx="0" clrIdx="3336"/>
  <p:cmAuthor id="3338" name="10038283" initials="1" lastIdx="0" clrIdx="3337"/>
  <p:cmAuthor id="3339" name="10020197" initials="1" lastIdx="0" clrIdx="3338"/>
  <p:cmAuthor id="3340" name="一桶" initials="一" lastIdx="0" clrIdx="3339"/>
  <p:cmAuthor id="3341" name="思思" initials="思" lastIdx="0" clrIdx="3340"/>
  <p:cmAuthor id="3342" name="weijie0213@163.com" initials="w" lastIdx="0" clrIdx="3341"/>
  <p:cmAuthor id="3343" name="wyy" initials="w" lastIdx="0" clrIdx="3342"/>
  <p:cmAuthor id="3344" name="ZRAUL" initials="Z" lastIdx="0" clrIdx="3343"/>
  <p:cmAuthor id="3345" name="李齐" initials="李" lastIdx="0" clrIdx="3344"/>
  <p:cmAuthor id="3346" name="郭凯" initials="郭" lastIdx="0" clrIdx="3345"/>
  <p:cmAuthor id="3347" name="李志军" initials="李" lastIdx="0" clrIdx="3346"/>
  <p:cmAuthor id="3348" name="李岩（IT）" initials="李" lastIdx="0" clrIdx="3347"/>
  <p:cmAuthor id="3349" name="周辉" initials="周" lastIdx="0" clrIdx="3348"/>
  <p:cmAuthor id="3350" name="郭雨婷" initials="郭" lastIdx="0" clrIdx="3349"/>
  <p:cmAuthor id="3351" name="yanhexin" initials="y" lastIdx="0" clrIdx="3350"/>
  <p:cmAuthor id="3352" name="LILI" initials="L" lastIdx="0" clrIdx="3351"/>
  <p:cmAuthor id="3353" name="sunyufang" initials="s" lastIdx="0" clrIdx="3352"/>
  <p:cmAuthor id="3354" name="Owner" initials="O" lastIdx="0" clrIdx="3353"/>
  <p:cmAuthor id="3355" name="hn" initials="h" lastIdx="0" clrIdx="3354"/>
  <p:cmAuthor id="3356" name="tangjp@mvtech.com.cn" initials="t" lastIdx="0" clrIdx="3355"/>
  <p:cmAuthor id="3357" name="P1063cindychen" initials="P" lastIdx="0" clrIdx="3356"/>
  <p:cmAuthor id="3358" name="Pueschner, Franziska {FA~Shanghai}" initials="P" lastIdx="0" clrIdx="3357"/>
  <p:cmAuthor id="3359" name="liu jing" initials="l" lastIdx="0" clrIdx="3358"/>
  <p:cmAuthor id="3360" name="嘉琦" initials="嘉琦" lastIdx="0" clrIdx="3359"/>
  <p:cmAuthor id="3361" name="xiongxiao" initials="x" lastIdx="0" clrIdx="3360"/>
  <p:cmAuthor id="3362" name="652003960@qq.com" initials="6" lastIdx="0" clrIdx="3361"/>
  <p:cmAuthor id="3363" name="guangjian hou" initials="gh" lastIdx="0" clrIdx="3362"/>
  <p:cmAuthor id="3364" name="左 金龙" initials="左" lastIdx="0" clrIdx="3363"/>
  <p:cmAuthor id="3365" name="布袋熊" initials="布" lastIdx="0" clrIdx="3364"/>
  <p:cmAuthor id="3366" name="於宝泉" initials="於" lastIdx="0" clrIdx="3365"/>
  <p:cmAuthor id="3367" name="suny hong" initials="sh" lastIdx="0" clrIdx="3366"/>
  <p:cmAuthor id="3368" name="凯翔 杜" initials="凯杜" lastIdx="0" clrIdx="3367"/>
  <p:cmAuthor id="3369" name="云成龙_JVVjiM7N" initials="authorId_318141806" lastIdx="0" clrIdx="3368"/>
  <p:cmAuthor id="3370" name="xiamoqiuchu" initials="x" lastIdx="0" clrIdx="3369"/>
  <p:cmAuthor id="3371" name="滴調/mg哖少" initials="滴" lastIdx="0" clrIdx="3370"/>
  <p:cmAuthor id="3372" name="巴尔" initials="巴" lastIdx="0" clrIdx="3371"/>
  <p:cmAuthor id="3373" name="张金颖&amp;Yilia" initials="MSOffice" lastIdx="0" clrIdx="3372"/>
  <p:cmAuthor id="3374" name="郭诗雅" initials="郭诗雅" lastIdx="0" clrIdx="3373"/>
  <p:cmAuthor id="3375" name="小小" initials="小" lastIdx="0" clrIdx="3374"/>
  <p:cmAuthor id="3376" name="gongjt" initials="g" lastIdx="0" clrIdx="3375"/>
  <p:cmAuthor id="3377" name="裴亚" initials="W用" lastIdx="0" clrIdx="3376"/>
  <p:cmAuthor id="3378" name="朝阳区人民群众" initials="朝" lastIdx="0" clrIdx="3377"/>
  <p:cmAuthor id="3379" name="四嚸燕" initials="四" lastIdx="0" clrIdx="3378"/>
  <p:cmAuthor id="3380" name="listen" initials="l" lastIdx="0" clrIdx="3379"/>
  <p:cmAuthor id="3381" name="biran" initials="b" lastIdx="0" clrIdx="3380"/>
  <p:cmAuthor id="3382" name="HidyHopps" initials="H" lastIdx="0" clrIdx="3381"/>
  <p:cmAuthor id="3383" name="jcxnj" initials="j" lastIdx="0" clrIdx="3382"/>
  <p:cmAuthor id="3384" name="thinkpad" initials="t" lastIdx="0" clrIdx="3383"/>
  <p:cmAuthor id="3385" name="打的不给钱" initials="打" lastIdx="0" clrIdx="3384"/>
  <p:cmAuthor id="3386" name="ai" initials="a" lastIdx="0" clrIdx="3385"/>
  <p:cmAuthor id="3387" name="张 朋飞" initials="张" lastIdx="0" clrIdx="3386"/>
  <p:cmAuthor id="3388" name="程 瑜檬" initials="程" lastIdx="0" clrIdx="3387"/>
  <p:cmAuthor id="3389" name="liudehou" initials="l" lastIdx="0" clrIdx="3388"/>
  <p:cmAuthor id="3390" name="wangwei" initials="vv" lastIdx="0" clrIdx="3389"/>
  <p:cmAuthor id="3391" name="zhangxin" initials="z" lastIdx="0" clrIdx="3390"/>
  <p:cmAuthor id="3392" name="szy" initials="s" lastIdx="0" clrIdx="3391"/>
  <p:cmAuthor id="3393" name="ehl0095" initials="e" lastIdx="0" clrIdx="3392"/>
  <p:cmAuthor id="3394" name="Jeson" initials="J" lastIdx="0" clrIdx="3393"/>
  <p:cmAuthor id="3395" name="chen ping ping" initials="cpp" lastIdx="0" clrIdx="3394"/>
  <p:cmAuthor id="3396" name="王 利权" initials="王" lastIdx="0" clrIdx="3395"/>
  <p:cmAuthor id="3397" name="尹泽明" initials="尹" lastIdx="0" clrIdx="3396"/>
  <p:cmAuthor id="3398" name="Wangtw" initials="W" lastIdx="0" clrIdx="3397"/>
  <p:cmAuthor id="3399" name="administrator" initials="ad" lastIdx="0" clrIdx="3398"/>
  <p:cmAuthor id="3400" name="Chaosmyth." initials="C" lastIdx="0" clrIdx="3399"/>
  <p:cmAuthor id="3401" name="赵宇光" initials="赵" lastIdx="0" clrIdx="3400"/>
  <p:cmAuthor id="3402" name="Kidman" initials="K" lastIdx="0" clrIdx="3401"/>
  <p:cmAuthor id="3403" name="Candy Kechen Chen" initials="C" lastIdx="0" clrIdx="3402"/>
  <p:cmAuthor id="3404" name="James Shihao Zhou" initials="J" lastIdx="0" clrIdx="3403"/>
  <p:cmAuthor id="3405" name="dragon_1412" initials="d" lastIdx="0" clrIdx="3404"/>
  <p:cmAuthor id="3406" name="liuxu" initials="l" lastIdx="0" clrIdx="3405"/>
  <p:cmAuthor id="3407" name="cao wen" initials="cw" lastIdx="0" clrIdx="3406"/>
  <p:cmAuthor id="3408" name="ZHGP" initials="Z" lastIdx="0" clrIdx="3407"/>
  <p:cmAuthor id="3409" name="陈 云" initials="陈" lastIdx="0" clrIdx="3408"/>
  <p:cmAuthor id="3410" name="得一 得一" initials="得一" lastIdx="0" clrIdx="3409"/>
  <p:cmAuthor id="3411" name="lfzhang" initials="l" lastIdx="0" clrIdx="3410"/>
  <p:cmAuthor id="3412" name="张倩" initials="张" lastIdx="0" clrIdx="3411"/>
  <p:cmAuthor id="3413" name="Book-Sword" initials="B" lastIdx="0" clrIdx="3412"/>
  <p:cmAuthor id="3414" name="yanr" initials="y" lastIdx="0" clrIdx="3413"/>
  <p:cmAuthor id="3415" name="yangchao" initials="y" lastIdx="0" clrIdx="3414"/>
  <p:cmAuthor id="3416" name="Chenhao (Ardbeg)" initials="" lastIdx="0" clrIdx="3415"/>
  <p:cmAuthor id="3417" name="ddz" initials="" lastIdx="0" clrIdx="3416"/>
  <p:cmAuthor id="3418" name="张跃明" initials="张" lastIdx="0" clrIdx="3417"/>
  <p:cmAuthor id="3419" name="LC" initials="A" lastIdx="0" clrIdx="3418"/>
  <p:cmAuthor id="3420" name="13316" initials="1" lastIdx="0" clrIdx="3419"/>
  <p:cmAuthor id="3421" name="zlx" initials="z" lastIdx="0" clrIdx="3420"/>
  <p:cmAuthor id="3422" name="LZX-PC" initials="L" lastIdx="0" clrIdx="3421"/>
  <p:cmAuthor id="3423" name="lyx" initials="l" lastIdx="0" clrIdx="3422"/>
  <p:cmAuthor id="3424" name="yang li" initials="y" lastIdx="0" clrIdx="3423"/>
  <p:cmAuthor id="3425" name="li kai" initials="l" lastIdx="0" clrIdx="3424"/>
  <p:cmAuthor id="3426" name="尚俊峰" initials="2" lastIdx="0" clrIdx="3425"/>
  <p:cmAuthor id="3427" name="djz" initials="d" lastIdx="0" clrIdx="3426"/>
  <p:cmAuthor id="3428" name="周明" initials="周" lastIdx="0" clrIdx="3427"/>
  <p:cmAuthor id="3429" name="guoting" initials="g" lastIdx="0" clrIdx="3428"/>
  <p:cmAuthor id="3430" name="Danling Li" initials="D" lastIdx="0" clrIdx="3429"/>
  <p:cmAuthor id="3431" name="Saunter" initials="S" lastIdx="0" clrIdx="3430"/>
  <p:cmAuthor id="3432" name="王瑶" initials="王" lastIdx="0" clrIdx="3431"/>
  <p:cmAuthor id="3433" name="Bo Yu" initials="B" lastIdx="0" clrIdx="3432"/>
  <p:cmAuthor id="3434" name="WuWanLing" initials="W" lastIdx="0" clrIdx="3433"/>
  <p:cmAuthor id="3435" name="金友兴10002775" initials="金友兴10002775" lastIdx="0" clrIdx="3434"/>
  <p:cmAuthor id="3436" name="Ms" initials="M" lastIdx="0" clrIdx="3435"/>
  <p:cmAuthor id="3437" name="hyrx05" initials="h" lastIdx="0" clrIdx="3436"/>
  <p:cmAuthor id="3438" name="slm" initials="X" lastIdx="0" clrIdx="3437"/>
  <p:cmAuthor id="3439" name="00087583" initials="0" lastIdx="0" clrIdx="3438"/>
  <p:cmAuthor id="3440" name="10260821" initials="1" lastIdx="0" clrIdx="3439"/>
  <p:cmAuthor id="3441" name="zym" initials="z" lastIdx="0" clrIdx="3440"/>
  <p:cmAuthor id="3442" name="王宇" initials="1" lastIdx="0" clrIdx="3441"/>
  <p:cmAuthor id="3443" name="锋 李" initials="锋" lastIdx="0" clrIdx="3442"/>
  <p:cmAuthor id="3444" name="王00" initials="王" lastIdx="0" clrIdx="3443"/>
  <p:cmAuthor id="3445" name="刘 明" initials="刘" lastIdx="0" clrIdx="3444"/>
  <p:cmAuthor id="3446" name="zhang xingwei" initials="zx" lastIdx="0" clrIdx="3445"/>
  <p:cmAuthor id="3447" name="Tang Siri" initials="TS [6]" lastIdx="0" clrIdx="3446"/>
  <p:cmAuthor id="3448" name="超 胡" initials="" lastIdx="0" clrIdx="3447"/>
  <p:cmAuthor id="3449" name="George Clooney" initials="GC" lastIdx="0" clrIdx="3448"/>
  <p:cmAuthor id="3450" name="XI XI" initials="XX" lastIdx="0" clrIdx="3449"/>
  <p:cmAuthor id="3451" name="张钰" initials="张" lastIdx="0" clrIdx="3450"/>
  <p:cmAuthor id="3452" name="dong wang" initials="dw" lastIdx="0" clrIdx="3451"/>
  <p:cmAuthor id="3453" name="赵婷婷" initials="赵婷婷" lastIdx="0" clrIdx="3452"/>
  <p:cmAuthor id="3454" name="li jl" initials="lj" lastIdx="0" clrIdx="3453"/>
  <p:cmAuthor id="3455" name="朱挺" initials="朱挺" lastIdx="0" clrIdx="3454"/>
  <p:cmAuthor id="3456" name="关丽莘" initials="T" lastIdx="0" clrIdx="3455"/>
  <p:cmAuthor id="3457" name="rabbit" initials="z" lastIdx="0" clrIdx="3456"/>
  <p:cmAuthor id="3458" name="wang ling" initials="wl" lastIdx="0" clrIdx="3457"/>
  <p:cmAuthor id="3459" name="李 里" initials="李" lastIdx="0" clrIdx="3458"/>
  <p:cmAuthor id="3460" name="刘 睿" initials="刘" lastIdx="0" clrIdx="3459"/>
  <p:cmAuthor id="3461" name="M lk" initials="Ml" lastIdx="0" clrIdx="3460"/>
  <p:cmAuthor id="3462" name="13994221026@139.com" initials="1" lastIdx="0" clrIdx="3461"/>
  <p:cmAuthor id="3463" name="魏蜜蜜|weimimi" initials="魏" lastIdx="0" clrIdx="3462"/>
  <p:cmAuthor id="3464" name="MN_Guan" initials="M" lastIdx="0" clrIdx="3463"/>
  <p:cmAuthor id="3465" name="shye_EbMrZnMJ" initials="authorId_858303361" lastIdx="0" clrIdx="3464"/>
  <p:cmAuthor id="3466" name="MLOONG" initials="M" lastIdx="0" clrIdx="3465"/>
  <p:cmAuthor id="3467" name="李 凤强" initials="李" lastIdx="0" clrIdx="3466"/>
  <p:cmAuthor id="3468" name="Qi Sun" initials="QS" lastIdx="0" clrIdx="3467"/>
  <p:cmAuthor id="3469" name="LW" initials="L" lastIdx="0" clrIdx="3468"/>
  <p:cmAuthor id="3470" name="lyly" initials="l" lastIdx="0" clrIdx="3469"/>
  <p:cmAuthor id="3471" name="86177" initials="8" lastIdx="0" clrIdx="3470"/>
  <p:cmAuthor id="3472" name="CCMQQ" initials="C" lastIdx="0" clrIdx="3471"/>
  <p:cmAuthor id="3473" name="周 辉" initials="周" lastIdx="0" clrIdx="3472"/>
  <p:cmAuthor id="3474" name="苏薇" initials="苏" lastIdx="0" clrIdx="3473"/>
  <p:cmAuthor id="3475" name="wum20" initials="w" lastIdx="0" clrIdx="3474"/>
  <p:cmAuthor id="3476" name="刘颖" initials="刘" lastIdx="0" clrIdx="3475"/>
  <p:cmAuthor id="3477" name="武敏" initials="武" lastIdx="0" clrIdx="3476"/>
  <p:cmAuthor id="3478" name="ZYSR-XY" initials="Z" lastIdx="0" clrIdx="3477"/>
  <p:cmAuthor id="3479" name="ting yue" initials="t" lastIdx="0" clrIdx="3478"/>
  <p:cmAuthor id="3480" name="david bin" initials="d" lastIdx="0" clrIdx="3479"/>
  <p:cmAuthor id="3481" name="Liu Dong" initials="L" lastIdx="0" clrIdx="3480"/>
  <p:cmAuthor id="3482" name="陈俊奕" initials="陈俊奕" lastIdx="0" clrIdx="3481"/>
  <p:cmAuthor id="3483" name="宋海锐" initials="宋" lastIdx="0" clrIdx="3482"/>
  <p:cmAuthor id="3484" name="xiaver xiaver" initials="xx" lastIdx="0" clrIdx="3483"/>
  <p:cmAuthor id="3485" name="shamrock" initials="s" lastIdx="0" clrIdx="3484"/>
  <p:cmAuthor id="3486" name="升腾桌面云" initials="升" lastIdx="0" clrIdx="3485"/>
  <p:cmAuthor id="3487" name="ethel" initials="e" lastIdx="0" clrIdx="3486"/>
  <p:cmAuthor id="3488" name="zhouMa" initials="z" lastIdx="0" clrIdx="3487"/>
  <p:cmAuthor id="3489" name="Jing Zhai(联通集团技术部)" initials="J" lastIdx="0" clrIdx="3488"/>
  <p:cmAuthor id="3490" name="荣 雷" initials="荣雷" lastIdx="0" clrIdx="3489"/>
  <p:cmAuthor id="3491" name="王伟栋_ymIjy2uI" initials="authorId_1008746-10055544" lastIdx="0" clrIdx="3490"/>
  <p:cmAuthor id="3492" name="coco" initials="c" lastIdx="0" clrIdx="3491"/>
  <p:cmAuthor id="3493" name="马涛" initials="马涛" lastIdx="0" clrIdx="3492"/>
  <p:cmAuthor id="3494" name="陈军" initials="陈" lastIdx="0" clrIdx="3493"/>
  <p:cmAuthor id="3495" name="30491" initials="3" lastIdx="0" clrIdx="3494"/>
  <p:cmAuthor id="3496" name="Rockey" initials="R" lastIdx="0" clrIdx="3495"/>
  <p:cmAuthor id="3497" name="娜娅" initials="娜" lastIdx="0" clrIdx="3496"/>
  <p:cmAuthor id="3498" name="mengx79" initials="m" lastIdx="0" clrIdx="3497"/>
  <p:cmAuthor id="3499" name="李晓波" initials="李" lastIdx="0" clrIdx="3498"/>
  <p:cmAuthor id="3500" name="崔涛" initials="崔" lastIdx="0" clrIdx="3499"/>
  <p:cmAuthor id="3501" name="Zhuqw" initials="Z" lastIdx="0" clrIdx="3500"/>
  <p:cmAuthor id="3502" name="李雄邦" initials="李" lastIdx="0" clrIdx="3501"/>
  <p:cmAuthor id="3503" name="孔祥云" initials="孔" lastIdx="0" clrIdx="3502"/>
  <p:cmAuthor id="3504" name="yangqd3" initials="y" lastIdx="0" clrIdx="3503"/>
  <p:cmAuthor id="3505" name="boyen" initials="b" lastIdx="0" clrIdx="3504"/>
  <p:cmAuthor id="3506" name="马月" initials="马" lastIdx="0" clrIdx="3505"/>
  <p:cmAuthor id="3507" name="10090288" initials="1" lastIdx="0" clrIdx="3506"/>
  <p:cmAuthor id="3508" name="姚翔" initials="姚" lastIdx="0" clrIdx="3507"/>
  <p:cmAuthor id="3509" name="倪怡" initials="倪" lastIdx="0" clrIdx="3508"/>
  <p:cmAuthor id="3510" name="叶海纳" initials="叶" lastIdx="0" clrIdx="3509"/>
  <p:cmAuthor id="3511" name="sushanshan1" initials="s" lastIdx="0" clrIdx="3510"/>
  <p:cmAuthor id="3512" name="wzy" initials="w" lastIdx="0" clrIdx="3511"/>
  <p:cmAuthor id="3513" name="黄鹏" initials="黄" lastIdx="0" clrIdx="3512"/>
  <p:cmAuthor id="3514" name="常光辉" initials="常" lastIdx="0" clrIdx="3513"/>
  <p:cmAuthor id="3515" name="王恒婧" initials="王" lastIdx="0" clrIdx="3514"/>
  <p:cmAuthor id="3516" name="丹 dean" initials="丹d" lastIdx="0" clrIdx="3515"/>
  <p:cmAuthor id="3517" name="8618608404186" initials="" lastIdx="0" clrIdx="3516"/>
  <p:cmAuthor id="3518" name="77599" initials="7" lastIdx="0" clrIdx="3517"/>
  <p:cmAuthor id="3519" name="古颜松" initials="古" lastIdx="0" clrIdx="3518"/>
  <p:cmAuthor id="3520" name="maosh" initials="m" lastIdx="0" clrIdx="3519"/>
  <p:cmAuthor id="3521" name="xieyy25" initials="x" lastIdx="0" clrIdx="3520"/>
  <p:cmAuthor id="3522" name="jiangmm10" initials="j" lastIdx="0" clrIdx="3521"/>
  <p:cmAuthor id="3523" name="XIAN" initials="X" lastIdx="0" clrIdx="3522"/>
  <p:cmAuthor id="3524" name="程佳琳" initials="程" lastIdx="0" clrIdx="3523"/>
  <p:cmAuthor id="3525" name="田延刚" initials="田" lastIdx="0" clrIdx="3524"/>
  <p:cmAuthor id="3526" name="ma yanru" initials="my" lastIdx="0" clrIdx="3525"/>
  <p:cmAuthor id="3527" name="崔冬亮" initials="u" lastIdx="0" clrIdx="3526"/>
  <p:cmAuthor id="3528" name="Ben Robinson (JF)" initials="B" lastIdx="0" clrIdx="3527"/>
  <p:cmAuthor id="3529" name="李楠" initials="李楠" lastIdx="0" clrIdx="3528"/>
  <p:cmAuthor id="3530" name="yuanle" initials="y" lastIdx="0" clrIdx="3529"/>
  <p:cmAuthor id="3531" name="刘凤" initials="刘" lastIdx="0" clrIdx="3530"/>
  <p:cmAuthor id="3532" name="史令晓|shilingxiao" initials="A" lastIdx="0" clrIdx="3531"/>
  <p:cmAuthor id="3533" name="陈之超" initials="陈" lastIdx="0" clrIdx="3532"/>
  <p:cmAuthor id="3534" name="吴琦" initials="吴" lastIdx="0" clrIdx="3533"/>
  <p:cmAuthor id="3535" name="10064906" initials="1" lastIdx="0" clrIdx="3534"/>
  <p:cmAuthor id="3536" name="Li Li Shan" initials="" lastIdx="0" clrIdx="3535"/>
  <p:cmAuthor id="3537" name="Peng Cheng Wang" initials="" lastIdx="0" clrIdx="3536"/>
  <p:cmAuthor id="3538" name="Chen, Chen (Rex) (Open) " initials="" lastIdx="0" clrIdx="3537"/>
  <p:cmAuthor id="3539" name="郑茂满" initials="Y" lastIdx="0" clrIdx="3538"/>
  <p:cmAuthor id="3540" name="zhong zhong" initials="zz" lastIdx="0" clrIdx="3539"/>
  <p:cmAuthor id="3541" name="许相辉" initials="许" lastIdx="0" clrIdx="3540"/>
  <p:cmAuthor id="3542" name="李 建坤" initials="李" lastIdx="0" clrIdx="3541"/>
  <p:cmAuthor id="3543" name="15437" initials="1" lastIdx="0" clrIdx="3542"/>
  <p:cmAuthor id="3544" name="hbpan" initials="h" lastIdx="0" clrIdx="3543"/>
  <p:cmAuthor id="3545" name="Li, Siyu" initials="L" lastIdx="0" clrIdx="3544"/>
  <p:cmAuthor id="3546" name="ting lin" initials="tl" lastIdx="0" clrIdx="3545"/>
  <p:cmAuthor id="3547" name="qsl" initials="q" lastIdx="0" clrIdx="3546"/>
  <p:cmAuthor id="3548" name="zxh" initials="z" lastIdx="0" clrIdx="3547"/>
  <p:cmAuthor id="3549" name="黄雯" initials="W用" lastIdx="0" clrIdx="3548"/>
  <p:cmAuthor id="3550" name="陈春智" initials="T" lastIdx="0" clrIdx="3549"/>
  <p:cmAuthor id="3551" name="傅白羽1" initials="U" lastIdx="0" clrIdx="3550"/>
  <p:cmAuthor id="3552" name="xmwujianx" initials="x" lastIdx="0" clrIdx="3551"/>
  <p:cmAuthor id="3553" name="陈志彬" initials="a" lastIdx="0" clrIdx="3552"/>
  <p:cmAuthor id="3554" name="zhengty" initials="z" lastIdx="0" clrIdx="3553"/>
  <p:cmAuthor id="3555" name="10303" initials="1" lastIdx="0" clrIdx="3554"/>
  <p:cmAuthor id="3556" name="nino" initials="n" lastIdx="0" clrIdx="3555"/>
  <p:cmAuthor id="3557" name="yuan liu" initials="yl" lastIdx="0" clrIdx="3556"/>
  <p:cmAuthor id="3558" name="Richard Xiong(YICT,ITD)" initials="" lastIdx="0" clrIdx="3557"/>
  <p:cmAuthor id="3559" name="Summer" initials="XM" lastIdx="0" clrIdx="3558"/>
  <p:cmAuthor id="3560" name="chenmeme" initials="c" lastIdx="0" clrIdx="3559"/>
  <p:cmAuthor id="3561" name="hjm" initials="h" lastIdx="0" clrIdx="3560"/>
  <p:cmAuthor id="3562" name="程昊_2Y7bmQfe" initials="authorId_1160405636" lastIdx="0" clrIdx="3561"/>
  <p:cmAuthor id="3563" name="Evermind" initials="E" lastIdx="0" clrIdx="3562"/>
  <p:cmAuthor id="3564" name="ZhangMiao" initials="Z" lastIdx="0" clrIdx="3563"/>
  <p:cmAuthor id="3565" name="陈小曼" initials="陈" lastIdx="0" clrIdx="3564"/>
  <p:cmAuthor id="3566" name="卞子琪" initials="卞" lastIdx="0" clrIdx="3565"/>
  <p:cmAuthor id="3567" name="LAIYONGMIN" initials="L" lastIdx="0" clrIdx="3566"/>
  <p:cmAuthor id="3568" name="xulina" initials="x" lastIdx="0" clrIdx="3567"/>
  <p:cmAuthor id="3569" name="林 淑君" initials="林" lastIdx="0" clrIdx="3568"/>
  <p:cmAuthor id="3570" name="jing hu" initials="jh" lastIdx="0" clrIdx="3569"/>
  <p:cmAuthor id="3571" name="linxiao" initials="l" lastIdx="0" clrIdx="3570"/>
  <p:cmAuthor id="3572" name="运营交付" initials="运" lastIdx="0" clrIdx="3571"/>
  <p:cmAuthor id="3573" name="段甜甜" initials="段" lastIdx="0" clrIdx="3572"/>
  <p:cmAuthor id="3574" name="陶夏溦" initials="陶夏溦" lastIdx="0" clrIdx="3573"/>
  <p:cmAuthor id="3575" name="成思远" initials="成" lastIdx="0" clrIdx="3574"/>
  <p:cmAuthor id="3576" name="大耳朵" initials="大" lastIdx="0" clrIdx="3575"/>
  <p:cmAuthor id="3577" name="丰先生" initials="丰" lastIdx="0" clrIdx="3576"/>
  <p:cmAuthor id="3578" name="新泉" initials="新" lastIdx="0" clrIdx="3577"/>
  <p:cmAuthor id="3579" name="烧饼比便当好吃" initials="烧" lastIdx="0" clrIdx="3578"/>
  <p:cmAuthor id="3580" name="莉珊 谢" initials="莉谢" lastIdx="0" clrIdx="3579"/>
  <p:cmAuthor id="3581" name="晶" initials="晶" lastIdx="0" clrIdx="3580"/>
  <p:cmAuthor id="3582" name="八步" initials="八" lastIdx="0" clrIdx="3581"/>
  <p:cmAuthor id="3583" name="Lynn Liu" initials="LL" lastIdx="0" clrIdx="3582"/>
  <p:cmAuthor id="3584" name="类" initials="类" lastIdx="0" clrIdx="3583"/>
  <p:cmAuthor id="3585" name="草长莺飞" initials="草" lastIdx="0" clrIdx="3584"/>
  <p:cmAuthor id="3586" name="解珍|zzxiezhen" initials="解" lastIdx="0" clrIdx="3585"/>
  <p:cmAuthor id="3587" name="申利霞|shenlixia" initials="申" lastIdx="0" clrIdx="3586"/>
  <p:cmAuthor id="3588" name="余大白" initials="余" lastIdx="0" clrIdx="3587"/>
  <p:cmAuthor id="3589" name="苍苍" initials="苍" lastIdx="0" clrIdx="3588"/>
  <p:cmAuthor id="3590" name="IrisH" initials="I" lastIdx="0" clrIdx="3589"/>
  <p:cmAuthor id="3591" name="云峰 贾" initials="云" lastIdx="0" clrIdx="3590"/>
  <p:cmAuthor id="3592" name="xulinjing" initials="x" lastIdx="0" clrIdx="3591"/>
  <p:cmAuthor id="3593" name="Zhi_RfqiJrym" initials="authorId_422254981" lastIdx="0" clrIdx="3592"/>
  <p:cmAuthor id="3594" name="邵亮" initials="SL" lastIdx="0" clrIdx="3593"/>
  <p:cmAuthor id="3595" name="涛娜" initials="涛" lastIdx="0" clrIdx="3594"/>
  <p:cmAuthor id="3596" name="邢亚楠" initials="邢" lastIdx="0" clrIdx="3595"/>
  <p:cmAuthor id="3597" name="熊仪_aYju7RJj" initials="熊" lastIdx="0" clrIdx="3596"/>
  <p:cmAuthor id="3598" name="小珞_QjMfU7FR" initials="小" lastIdx="0" clrIdx="3597"/>
  <p:cmAuthor id="3599" name="万 琳霞" initials="万" lastIdx="0" clrIdx="3598"/>
  <p:cmAuthor id="3600" name="Wang Ethan" initials="WE" lastIdx="0" clrIdx="3599"/>
  <p:cmAuthor id="3601" name="周丰" initials="e" lastIdx="0" clrIdx="3600"/>
  <p:cmAuthor id="3602" name="陆韵之" initials="4" lastIdx="0" clrIdx="3601"/>
  <p:cmAuthor id="3603" name="HP Inc." initials="HI" lastIdx="0" clrIdx="3602"/>
  <p:cmAuthor id="3604" name="小红 帽" initials="小红" lastIdx="0" clrIdx="3603"/>
  <p:cmAuthor id="3605" name="song jiaqi" initials="sj" lastIdx="0" clrIdx="3604"/>
  <p:cmAuthor id="3606" name="王秦" initials="D" lastIdx="0" clrIdx="3605"/>
  <p:cmAuthor id="3607" name="吕佩00036751" initials="吕佩00036751" lastIdx="0" clrIdx="3606"/>
  <p:cmAuthor id="3608" name="乐乐" initials="乐" lastIdx="0" clrIdx="3607"/>
  <p:cmAuthor id="3609" name="向堃" initials="向堃" lastIdx="0" clrIdx="3608"/>
  <p:cmAuthor id="3610" name="邵丹(联通上海市上海市分公司)" initials="邵丹(联通上海市上海市分公司)" lastIdx="0" clrIdx="3609"/>
  <p:cmAuthor id="3611" name="周文_R7fau6bq" initials="authorId_265585642" lastIdx="0" clrIdx="3610"/>
  <p:cmAuthor id="3612" name="zhang shaohui" initials="zs" lastIdx="0" clrIdx="3611"/>
  <p:cmAuthor id="3613" name="周能为" initials="华为" lastIdx="0" clrIdx="3612"/>
  <p:cmAuthor id="3614" name="珊 叶" initials="珊叶" lastIdx="0" clrIdx="3613"/>
  <p:cmAuthor id="3615" name="周慧平" initials="周慧平" lastIdx="0" clrIdx="3614"/>
  <p:cmAuthor id="3616" name="田荟" initials="田荟" lastIdx="0" clrIdx="3615"/>
  <p:cmAuthor id="3617" name="1 2" initials="12" lastIdx="0" clrIdx="3616"/>
  <p:cmAuthor id="3618" name="10040068" initials="hpy" lastIdx="0" clrIdx="3617"/>
  <p:cmAuthor id="3619" name="孙新国10011524" initials="孙新国10011524" lastIdx="0" clrIdx="3618"/>
  <p:cmAuthor id="3620" name="安 启飞" initials="安" lastIdx="0" clrIdx="3619"/>
  <p:cmAuthor id="3621" name="陈云斌10013556" initials="MSOffice" lastIdx="0" clrIdx="3620"/>
  <p:cmAuthor id="3622" name="唐青柏" initials="唐" lastIdx="0" clrIdx="3621"/>
  <p:cmAuthor id="3623" name="磊 陈" initials="磊陈" lastIdx="0" clrIdx="3622"/>
  <p:cmAuthor id="3624" name="Renoir" initials="R" lastIdx="0" clrIdx="3623"/>
  <p:cmAuthor id="3625" name="国家一级注册小仙女®" initials="国" lastIdx="0" clrIdx="3624"/>
  <p:cmAuthor id="3626" name="讀 書" initials="讀" lastIdx="0" clrIdx="3625"/>
  <p:cmAuthor id="3627" name="文斌" initials="文" lastIdx="0" clrIdx="3626"/>
  <p:cmAuthor id="3628" name="晴朗天空" initials="晴" lastIdx="0" clrIdx="3627"/>
  <p:cmAuthor id="3629" name="Fang, Garrick (QD/DA)" initials="FG(" lastIdx="0" clrIdx="3628"/>
  <p:cmAuthor id="3630" name="李飞" initials="李飞" lastIdx="0" clrIdx="3629"/>
  <p:cmAuthor id="3631" name="Zhanwei Xiao(CUC SRD2-HZ-FZ)" initials="Z" lastIdx="0" clrIdx="3630"/>
  <p:cmAuthor id="3632" name="Roet-Reinking, Nathalie" initials="R" lastIdx="0" clrIdx="3631"/>
  <p:cmAuthor id="3633" name="张金龙" initials="张" lastIdx="0" clrIdx="3632"/>
  <p:cmAuthor id="3634" name="张 振" initials="张" lastIdx="0" clrIdx="3633"/>
  <p:cmAuthor id="3635" name="刘 阳春" initials="刘" lastIdx="0" clrIdx="3634"/>
  <p:cmAuthor id="3636" name="sunyiqun2016@163.com" initials="s" lastIdx="0" clrIdx="3635"/>
  <p:cmAuthor id="3637" name="李兰兰" initials="李兰兰" lastIdx="0" clrIdx="3636"/>
  <p:cmAuthor id="3638" name="喻 海超" initials="喻" lastIdx="0" clrIdx="3637"/>
  <p:cmAuthor id="3639" name="郭欣萍" initials="郭" lastIdx="0" clrIdx="3638"/>
  <p:cmAuthor id="3640" name="编辑" initials="编" lastIdx="0" clrIdx="3639"/>
  <p:cmAuthor id="3641" name="邢" initials="邢" lastIdx="0" clrIdx="3640"/>
  <p:cmAuthor id="3642" name="MSN" initials="M" lastIdx="0" clrIdx="3641"/>
  <p:cmAuthor id="3643" name="陈赛龙" initials="陈" lastIdx="0" clrIdx="3642"/>
  <p:cmAuthor id="3644" name="林奇" initials="林" lastIdx="0" clrIdx="3643"/>
  <p:cmAuthor id="3645" name="Mr.便当 _7VRfAVJJ" initials="authorId_739207410" lastIdx="0" clrIdx="3644"/>
  <p:cmAuthor id="3646" name="杨跃倩" initials="杨" lastIdx="0" clrIdx="3645"/>
  <p:cmAuthor id="3647" name="Vic光年" initials="V" lastIdx="0" clrIdx="3646"/>
  <p:cmAuthor id="3648" name="面包真好吃" initials="面" lastIdx="0" clrIdx="3647"/>
  <p:cmAuthor id="3649" name="infor" initials="i" lastIdx="0" clrIdx="3648"/>
  <p:cmAuthor id="3650" name="10285279" initials="1" lastIdx="0" clrIdx="3649"/>
  <p:cmAuthor id="3651" name="WPS_1217700080" initials="W" lastIdx="0" clrIdx="3650"/>
  <p:cmAuthor id="3652" name="天月满" initials="天" lastIdx="0" clrIdx="3651"/>
  <p:cmAuthor id="3653" name="李明" initials="李" lastIdx="0" clrIdx="3652"/>
  <p:cmAuthor id="3654" name="ZHEN" initials="Z" lastIdx="0" clrIdx="3653"/>
  <p:cmAuthor id="3655" name="Go To" initials="G" lastIdx="0" clrIdx="3654"/>
  <p:cmAuthor id="3656" name="jadeite" initials="j" lastIdx="0" clrIdx="3655"/>
  <p:cmAuthor id="3657" name="杨哈哈" initials="杨" lastIdx="0" clrIdx="3656"/>
  <p:cmAuthor id="3658" name="FIREWORKS" initials="F" lastIdx="0" clrIdx="3657"/>
  <p:cmAuthor id="3659" name="billow.jen" initials="b" lastIdx="0" clrIdx="3658"/>
  <p:cmAuthor id="3660" name="XiaoMing" initials="X" lastIdx="0" clrIdx="3659"/>
  <p:cmAuthor id="3661" name="谢海明" initials="谢" lastIdx="0" clrIdx="3660"/>
  <p:cmAuthor id="3662" name="WPS_1580452479" initials="W" lastIdx="0" clrIdx="3661"/>
  <p:cmAuthor id="3663" name="小邪" initials="小" lastIdx="0" clrIdx="3662"/>
  <p:cmAuthor id="3664" name="王红智" initials="王" lastIdx="0" clrIdx="3663"/>
  <p:cmAuthor id="3665" name="Julia Jia" initials="J" lastIdx="0" clrIdx="3664"/>
  <p:cmAuthor id="3666" name="WPS_1668222346" initials="W" lastIdx="0" clrIdx="3665"/>
  <p:cmAuthor id="3667" name="陈双华" initials="陈" lastIdx="0" clrIdx="3666"/>
  <p:cmAuthor id="3668" name="yan冰" initials="y" lastIdx="0" clrIdx="3667"/>
  <p:cmAuthor id="3669" name="朱宁" initials="朱" lastIdx="0" clrIdx="3668"/>
  <p:cmAuthor id="3670" name="LeonLin" initials="L" lastIdx="0" clrIdx="3669"/>
  <p:cmAuthor id="3671" name="time killer" initials="t" lastIdx="0" clrIdx="3670"/>
  <p:cmAuthor id="3672" name="WPS_1700532929" initials="W" lastIdx="0" clrIdx="3671"/>
  <p:cmAuthor id="3673" name="QMY" initials="Q" lastIdx="0" clrIdx="3672"/>
  <p:cmAuthor id="3674" name="Steve" initials="S" lastIdx="0" clrIdx="3673"/>
  <p:cmAuthor id="3675" name="张百峰" initials="张" lastIdx="0" clrIdx="3674"/>
  <p:cmAuthor id="3676" name="liuzh" initials="l" lastIdx="0" clrIdx="3675"/>
  <p:cmAuthor id="3677" name="韩莹莹" initials="韩" lastIdx="0" clrIdx="3676"/>
  <p:cmAuthor id="3678" name="李晓彤" initials="6" lastIdx="0" clrIdx="3677"/>
  <p:cmAuthor id="3679" name="冯芳" initials="冯" lastIdx="0" clrIdx="3678"/>
  <p:cmAuthor id="3680" name="任龙飞" initials="任" lastIdx="0" clrIdx="3679"/>
  <p:cmAuthor id="3681" name="marmot" initials="m" lastIdx="0" clrIdx="3680"/>
  <p:cmAuthor id="3682" name="DDDDD" initials="D" lastIdx="0" clrIdx="3681"/>
  <p:cmAuthor id="3683" name="WPS_1735520906" initials="W" lastIdx="0" clrIdx="3682"/>
  <p:cmAuthor id="3684" name="田金金" initials="L" lastIdx="0" clrIdx="3683"/>
  <p:cmAuthor id="3685" name="张小咖" initials="张" lastIdx="0" clrIdx="3684"/>
  <p:cmAuthor id="3686" name="刘 杨" initials="刘" lastIdx="0" clrIdx="3685"/>
  <p:cmAuthor id="3687" name="陈豪" initials="陈" lastIdx="0" clrIdx="3686"/>
  <p:cmAuthor id="3688" name="Endless" initials="E" lastIdx="0" clrIdx="3687"/>
  <p:cmAuthor id="3689" name="SuYan" initials="S" lastIdx="0" clrIdx="3688"/>
  <p:cmAuthor id="3690" name="陈龙青" initials="陈龙青" lastIdx="0" clrIdx="3689"/>
  <p:cmAuthor id="3691" name="weigq" initials="李weiguoqi" lastIdx="0" clrIdx="3690"/>
  <p:cmAuthor id="3692" name="nalin" initials="n" lastIdx="0" clrIdx="3691"/>
  <p:cmAuthor id="3693" name="cash1228@126.com" initials="c" lastIdx="0" clrIdx="3692"/>
  <p:cmAuthor id="3694" name="woshimaomaoli" initials="w" lastIdx="0" clrIdx="3693"/>
  <p:cmAuthor id="3695" name="xml" initials="x" lastIdx="0" clrIdx="3694"/>
  <p:cmAuthor id="3696" name="青 飞" initials="青" lastIdx="0" clrIdx="3695"/>
  <p:cmAuthor id="3697" name="赖琮霖" initials="s" lastIdx="0" clrIdx="3696"/>
  <p:cmAuthor id="3698" name="香崽儿" initials="香" lastIdx="0" clrIdx="3697"/>
  <p:cmAuthor id="3699" name="wxpyx" initials="w" lastIdx="0" clrIdx="3698"/>
  <p:cmAuthor id="3700" name="前进 王" initials="前王" lastIdx="0" clrIdx="3699"/>
  <p:cmAuthor id="3701" name="今日勿扰" initials="今" lastIdx="0" clrIdx="3700"/>
  <p:cmAuthor id="3702" name="牧野" initials="牧" lastIdx="0" clrIdx="3701"/>
  <p:cmAuthor id="3703" name="洋仔" initials="洋" lastIdx="0" clrIdx="3702"/>
  <p:cmAuthor id="3704" name="泡泡" initials="泡" lastIdx="0" clrIdx="3703"/>
  <p:cmAuthor id="3705" name="karezi" initials="k" lastIdx="0" clrIdx="3704"/>
  <p:cmAuthor id="3706" name="小豆." initials="小" lastIdx="0" clrIdx="3705"/>
  <p:cmAuthor id="3707" name="  " initials=" " lastIdx="0" clrIdx="3706"/>
  <p:cmAuthor id="3708" name="华 柴" initials="华柴" lastIdx="0" clrIdx="3707"/>
  <p:cmAuthor id="3709" name="琦莹 吴" initials="琦莹" lastIdx="0" clrIdx="3708"/>
  <p:cmAuthor id="3710" name="陈思曦_Z3Ivji6B" initials="authorId_AK20221026:AK20221029HCSFPP10055444" lastIdx="0" clrIdx="3709"/>
  <p:cmAuthor id="3711" name="翟栋_VBFrBjyM" initials="authorId_AK20221026:AK20221029HCSFPP10055482" lastIdx="0" clrIdx="3710"/>
  <p:cmAuthor id="3712" name="丁" initials="丁" lastIdx="0" clrIdx="3711"/>
  <p:cmAuthor id="3713" name="风之子" initials="风" lastIdx="0" clrIdx="3712"/>
  <p:cmAuthor id="3714" name="芦小鱼" initials="芦" lastIdx="0" clrIdx="3713"/>
  <p:cmAuthor id="3715" name="Nie" initials="N" lastIdx="0" clrIdx="3714"/>
  <p:cmAuthor id="3716" name="桂扬℡" initials="桂" lastIdx="0" clrIdx="3715"/>
  <p:cmAuthor id="3717" name="fxy" initials="f" lastIdx="0" clrIdx="3716"/>
  <p:cmAuthor id="3718" name="jinpengcheng" initials="j" lastIdx="0" clrIdx="3717"/>
  <p:cmAuthor id="3719" name="青青" initials="青" lastIdx="0" clrIdx="3718"/>
  <p:cmAuthor id="3720" name="段瑞祥" initials="段" lastIdx="0" clrIdx="3719"/>
  <p:cmAuthor id="3721" name="Hey！Judy" initials="H" lastIdx="0" clrIdx="3720"/>
  <p:cmAuthor id="3722" name="wbl" initials="w" lastIdx="0" clrIdx="3721"/>
  <p:cmAuthor id="3723" name="玉碧茵～大秋通讯18977740188" initials="玉" lastIdx="0" clrIdx="3722"/>
  <p:cmAuthor id="3724" name="周旭东" initials="周" lastIdx="0" clrIdx="3723"/>
  <p:cmAuthor id="3725" name="李臻_jiai6ZRr" initials="authorId_192999303" lastIdx="0" clrIdx="3724"/>
  <p:cmAuthor id="3726" name="qddianxin@outlook.com" initials="q" lastIdx="0" clrIdx="3725"/>
  <p:cmAuthor id="3727" name="康雅茜" initials="康" lastIdx="0" clrIdx="3726"/>
  <p:cmAuthor id="3728" name="王 萱" initials="王" lastIdx="0" clrIdx="3727"/>
  <p:cmAuthor id="3729" name="11529" initials="1" lastIdx="0" clrIdx="3728"/>
  <p:cmAuthor id="3730" name="康杰" initials="A" lastIdx="0" clrIdx="3729"/>
  <p:cmAuthor id="3731" name="cmri" initials="c" lastIdx="0" clrIdx="3730"/>
  <p:cmAuthor id="3732" name="Tianhui Wu" initials="TW" lastIdx="0" clrIdx="3731"/>
  <p:cmAuthor id="3733" name="汤 珺洲" initials="汤" lastIdx="0" clrIdx="3732"/>
  <p:cmAuthor id="3734" name="chaifq" initials="c" lastIdx="0" clrIdx="3733"/>
  <p:cmAuthor id="3735" name="戴小文" initials="戴" lastIdx="0" clrIdx="3734"/>
  <p:cmAuthor id="3736" name="周振" initials="周" lastIdx="0" clrIdx="3735"/>
  <p:cmAuthor id="3737" name="莫滔10110373" initials="莫" lastIdx="0" clrIdx="3736"/>
  <p:cmAuthor id="3738" name="ZZ" initials="Z" lastIdx="0" clrIdx="3737"/>
  <p:cmAuthor id="3739" name="xuchenjie" initials="x" lastIdx="0" clrIdx="3738"/>
  <p:cmAuthor id="3740" name="suyan" initials="s" lastIdx="0" clrIdx="3739"/>
  <p:cmAuthor id="3741" name="linli" initials="l" lastIdx="0" clrIdx="3740"/>
  <p:cmAuthor id="3742" name="lisa" initials="l" lastIdx="0" clrIdx="3741"/>
  <p:cmAuthor id="3743" name="刘 振业" initials="刘" lastIdx="0" clrIdx="3742"/>
  <p:cmAuthor id="3744" name="26285" initials="2" lastIdx="0" clrIdx="3743"/>
  <p:cmAuthor id="3745" name="my word" initials="mw" lastIdx="0" clrIdx="3744"/>
  <p:cmAuthor id="3746" name="Li Guoliang" initials="LG" lastIdx="0" clrIdx="3745"/>
  <p:cmAuthor id="3747" name="Ping Xianping Li" initials="P" lastIdx="0" clrIdx="3746"/>
  <p:cmAuthor id="3748" name="YY" initials="Y" lastIdx="0" clrIdx="3747"/>
  <p:cmAuthor id="3749" name="董云云|dongyunyun" initials="董" lastIdx="0" clrIdx="3748"/>
  <p:cmAuthor id="3750" name="哈利波特" initials="哈" lastIdx="0" clrIdx="3749"/>
  <p:cmAuthor id="3751" name="sitao" initials="s" lastIdx="0" clrIdx="3750"/>
  <p:cmAuthor id="3752" name="帆" initials="帆" lastIdx="0" clrIdx="3751"/>
  <p:cmAuthor id="3753" name="Echo" initials="E" lastIdx="0" clrIdx="3752"/>
  <p:cmAuthor id="3754" name="hxh" initials="hxh" lastIdx="0" clrIdx="3753"/>
  <p:cmAuthor id="3755" name="370369741@qq.com" initials="3" lastIdx="0" clrIdx="3754"/>
  <p:cmAuthor id="3756" name="冀思伟" initials="冀" lastIdx="0" clrIdx="3755"/>
  <p:cmAuthor id="3757" name="shinin" initials="s" lastIdx="0" clrIdx="3756"/>
  <p:cmAuthor id="3758" name="ProMedican" initials="P" lastIdx="0" clrIdx="3757"/>
  <p:cmAuthor id="3759" name="冰雨" initials="冰" lastIdx="0" clrIdx="3758"/>
  <p:cmAuthor id="3760" name="焱恺 彭" initials="焱" lastIdx="0" clrIdx="3759"/>
  <p:cmAuthor id="3761" name="MR_JING" initials="M" lastIdx="0" clrIdx="3760"/>
  <p:cmAuthor id="3762" name="yanqiqi-lgd" initials="y" lastIdx="0" clrIdx="3761"/>
  <p:cmAuthor id="3763" name="LiWei" initials="L" lastIdx="0" clrIdx="3762"/>
  <p:cmAuthor id="3764" name="杨柳" initials="柳" lastIdx="0" clrIdx="3763"/>
  <p:cmAuthor id="3765" name="ZF" initials="ZF" lastIdx="0" clrIdx="3764"/>
  <p:cmAuthor id="3766" name="mzj" initials="m" lastIdx="0" clrIdx="3765"/>
  <p:cmAuthor id="3767" name="黄薇（IT）" initials="l" lastIdx="0" clrIdx="3766"/>
  <p:cmAuthor id="3768" name="胡益铭" initials="胡" lastIdx="0" clrIdx="3767"/>
  <p:cmAuthor id="3769" name="张羽丰" initials="张" lastIdx="0" clrIdx="3768"/>
  <p:cmAuthor id="3770" name="张小建" initials="张" lastIdx="0" clrIdx="3769"/>
  <p:cmAuthor id="3771" name="杨" initials="杨" lastIdx="0" clrIdx="3770"/>
  <p:cmAuthor id="3772" name="孟令坤" initials="MLK" lastIdx="0" clrIdx="3771"/>
  <p:cmAuthor id="3773" name="韩德" initials="韩" lastIdx="0" clrIdx="3772"/>
  <p:cmAuthor id="3774" name="S" initials="S" lastIdx="0" clrIdx="3773"/>
  <p:cmAuthor id="3775" name="Lihongxia Lihongxia" initials="LL" lastIdx="0" clrIdx="3774"/>
  <p:cmAuthor id="3776" name="张翼飞" initials="zhangyifei@ha.cmcc" lastIdx="0" clrIdx="3775"/>
  <p:cmAuthor id="3777" name="赖源添" initials="赖" lastIdx="0" clrIdx="3776"/>
  <p:cmAuthor id="3778" name="Xukejia" initials="X" lastIdx="0" clrIdx="3777"/>
  <p:cmAuthor id="3779" name="M 2" initials="M2" lastIdx="0" clrIdx="3778"/>
  <p:cmAuthor id="3780" name="Alex Hsu" initials="AH" lastIdx="0" clrIdx="3779"/>
  <p:cmAuthor id="3781" name="fhq" initials="f" lastIdx="0" clrIdx="3780"/>
  <p:cmAuthor id="3782" name="符玉珠(dx49281)" initials="符" lastIdx="0" clrIdx="3781"/>
  <p:cmAuthor id="3783" name="杨 高" initials="杨高" lastIdx="0" clrIdx="3782"/>
  <p:cmAuthor id="3784" name="崔莉莉(46202028)" initials="崔" lastIdx="0" clrIdx="3783"/>
  <p:cmAuthor id="3785" name="张兵" initials="J" lastIdx="0" clrIdx="3784"/>
  <p:cmAuthor id="3786" name="刘书辰" initials="s" lastIdx="0" clrIdx="3785"/>
  <p:cmAuthor id="3787" name="砚" initials="砚" lastIdx="0" clrIdx="3786"/>
  <p:cmAuthor id="3788" name="山西公司计划部刘智" initials="u" lastIdx="0" clrIdx="3787"/>
  <p:cmAuthor id="3789" name="zhangwenjun" initials="zwj" lastIdx="0" clrIdx="3788"/>
  <p:cmAuthor id="3790" name="LYQ" initials="L" lastIdx="0" clrIdx="3789"/>
  <p:cmAuthor id="3791" name="Dallen" initials="D" lastIdx="0" clrIdx="3790"/>
  <p:cmAuthor id="3792" name="Elena" initials="E" lastIdx="0" clrIdx="3791"/>
  <p:cmAuthor id="3793" name="maomao" initials="m" lastIdx="0" clrIdx="3792"/>
  <p:cmAuthor id="3794" name="阮 幸云" initials="阮" lastIdx="0" clrIdx="3793"/>
  <p:cmAuthor id="3795" name="ym" initials="y" lastIdx="0" clrIdx="3794"/>
  <p:cmAuthor id="3796" name="邓 星" initials="邓" lastIdx="0" clrIdx="3795"/>
  <p:cmAuthor id="3797" name="曹 学威" initials="曹" lastIdx="0" clrIdx="3796"/>
  <p:cmAuthor id="3798" name="李 工" initials="李" lastIdx="0" clrIdx="3797"/>
  <p:cmAuthor id="3799" name="1031978425@qq.com" initials="1" lastIdx="0" clrIdx="3798"/>
  <p:cmAuthor id="3800" name="xiaofei (E)" initials="x(" lastIdx="0" clrIdx="3799"/>
  <p:cmAuthor id="3801" name="程显赫" initials="程" lastIdx="0" clrIdx="3800"/>
  <p:cmAuthor id="3802" name="方 少云" initials="方" lastIdx="0" clrIdx="3801"/>
  <p:cmAuthor id="3803" name="程 梦凯" initials="程" lastIdx="0" clrIdx="3802"/>
  <p:cmAuthor id="3804" name="刘传坤" initials="刘" lastIdx="0" clrIdx="3803"/>
  <p:cmAuthor id="3805" name="sunzh" initials="s" lastIdx="0" clrIdx="3804"/>
  <p:cmAuthor id="3806" name="Zach Zhongkai Ye" initials="Z" lastIdx="0" clrIdx="3805"/>
  <p:cmAuthor id="3807" name="Emily Lu Chen" initials="E" lastIdx="0" clrIdx="3806"/>
  <p:cmAuthor id="3808" name="Lynette Zitong Li" initials="L" lastIdx="0" clrIdx="3807"/>
  <p:cmAuthor id="3809" name="Li Wei" initials="LW" lastIdx="0" clrIdx="3808"/>
  <p:cmAuthor id="3810" name="陈秀俊" initials="c" lastIdx="0" clrIdx="3809"/>
  <p:cmAuthor id="3811" name="Pangpang" initials="P" lastIdx="0" clrIdx="3810"/>
  <p:cmAuthor id="3812" name="dendy" initials="d" lastIdx="0" clrIdx="3811"/>
  <p:cmAuthor id="3813" name="张 小建" initials="张" lastIdx="0" clrIdx="3812"/>
  <p:cmAuthor id="3814" name="chenyiqu" initials="c" lastIdx="0" clrIdx="3813"/>
  <p:cmAuthor id="3815" name="张小建副总经理(zhangxj)" initials="张" lastIdx="0" clrIdx="3814"/>
  <p:cmAuthor id="3816" name="俞 芳婷" initials="俞" lastIdx="0" clrIdx="3815"/>
  <p:cmAuthor id="3817" name="郑 颖" initials="郑" lastIdx="0" clrIdx="3816"/>
  <p:cmAuthor id="3818" name="sxy" initials="s" lastIdx="0" clrIdx="3817"/>
  <p:cmAuthor id="3819" name="360" initials="3" lastIdx="0" clrIdx="3818"/>
  <p:cmAuthor id="3820" name="YANGYU.ZJ" initials="Y" lastIdx="0" clrIdx="3819"/>
  <p:cmAuthor id="3821" name="FFCS_E15" initials="F" lastIdx="0" clrIdx="3820"/>
  <p:cmAuthor id="3822" name="张恩昂" initials="张" lastIdx="0" clrIdx="3821"/>
  <p:cmAuthor id="3823" name="俊 刘" initials="俊刘" lastIdx="0" clrIdx="3822"/>
  <p:cmAuthor id="3824" name="张洁" initials="张" lastIdx="0" clrIdx="3823"/>
  <p:cmAuthor id="3825" name="MrH" initials="M" lastIdx="0" clrIdx="3824"/>
  <p:cmAuthor id="3826" name="中国电信" initials="a" lastIdx="0" clrIdx="3825"/>
  <p:cmAuthor id="3827" name="宗 静波" initials="宗" lastIdx="0" clrIdx="3826"/>
  <p:cmAuthor id="3828" name="10006113" initials="J.Chang" lastIdx="0" clrIdx="3827"/>
  <p:cmAuthor id="3829" name="RenBin" initials="R" lastIdx="0" clrIdx="3828"/>
  <p:cmAuthor id="3830" name="xiuyu" initials="x" lastIdx="0" clrIdx="3829"/>
  <p:cmAuthor id="3831" name="XIAO XINWEN" initials="XX" lastIdx="0" clrIdx="3830"/>
  <p:cmAuthor id="3832" name="李超（IT）" initials="L" lastIdx="0" clrIdx="3831"/>
  <p:cmAuthor id="3833" name="朱磊" initials="朱" lastIdx="0" clrIdx="3832"/>
  <p:cmAuthor id="3834" name="Xutao(X)" initials="X" lastIdx="0" clrIdx="3833"/>
  <p:cmAuthor id="3835" name="shi nandi" initials="sn" lastIdx="0" clrIdx="3834"/>
  <p:cmAuthor id="3836" name="x zy" initials="xz" lastIdx="0" clrIdx="3835"/>
  <p:cmAuthor id="3837" name="Bestpay-陆敏聪" initials="B" lastIdx="0" clrIdx="3836"/>
  <p:cmAuthor id="3838" name="王 宇航" initials="王" lastIdx="0" clrIdx="3837"/>
  <p:cmAuthor id="3839" name="孙爱昕" initials="b" lastIdx="0" clrIdx="3838"/>
  <p:cmAuthor id="3840" name="杨 丽霞" initials="杨" lastIdx="0" clrIdx="3839"/>
  <p:cmAuthor id="3841" name="xmy" initials="x" lastIdx="0" clrIdx="3840"/>
  <p:cmAuthor id="3842" name="mayl" initials="m" lastIdx="0" clrIdx="3841"/>
  <p:cmAuthor id="3843" name="clelo" initials="c" lastIdx="0" clrIdx="3842"/>
  <p:cmAuthor id="3844" name="颉 亚运" initials="颉" lastIdx="0" clrIdx="3843"/>
  <p:cmAuthor id="3845" name="CYF" initials="C" lastIdx="0" clrIdx="3844"/>
  <p:cmAuthor id="3846" name="G X" initials="GX" lastIdx="0" clrIdx="3845"/>
  <p:cmAuthor id="3847" name="leimingwang" initials="l" lastIdx="0" clrIdx="3846"/>
  <p:cmAuthor id="3848" name="郭玉强" initials="GYQ" lastIdx="0" clrIdx="3847"/>
  <p:cmAuthor id="3849" name="10032948" initials="1" lastIdx="0" clrIdx="3848"/>
  <p:cmAuthor id="3850" name="pzhao" initials="p" lastIdx="0" clrIdx="3849"/>
  <p:cmAuthor id="3851" name="叶知" initials="叶" lastIdx="0" clrIdx="3850"/>
  <p:cmAuthor id="3852" name="潘文娟" initials="潘" lastIdx="0" clrIdx="3851"/>
  <p:cmAuthor id="3853" name="wxzx" initials="w" lastIdx="0" clrIdx="3852"/>
  <p:cmAuthor id="3854" name="子云" initials="子云" lastIdx="0" clrIdx="3853"/>
  <p:cmAuthor id="3855" name="zhu chengxing" initials="zc" lastIdx="0" clrIdx="3854"/>
  <p:cmAuthor id="3856" name="lou cynthia" initials="l" lastIdx="0" clrIdx="3855"/>
  <p:cmAuthor id="3857" name="my zhang" initials="mz" lastIdx="0" clrIdx="3856"/>
  <p:cmAuthor id="3858" name="虞新颖_36fmV3QV" initials="authorId_321496044" lastIdx="0" clrIdx="3857"/>
  <p:cmAuthor id="3859" name="ShanQiu LH" initials="SL" lastIdx="0" clrIdx="3858"/>
  <p:cmAuthor id="3860" name="CTG丶Saer" initials="C" lastIdx="0" clrIdx="3859"/>
  <p:cmAuthor id="3861" name="吴云珊" initials="吴" lastIdx="0" clrIdx="3860"/>
  <p:cmAuthor id="3862" name="陈琦10012967" initials="陈琦10012967" lastIdx="0" clrIdx="3861"/>
  <p:cmAuthor id="3863" name="康 雅茜" initials="康" lastIdx="0" clrIdx="3862"/>
  <p:cmAuthor id="3864" name="10181563" initials="ll" lastIdx="0" clrIdx="3863"/>
  <p:cmAuthor id="3865" name="Song Chengxu" initials="S" lastIdx="0" clrIdx="3864"/>
  <p:cmAuthor id="3866" name="刘鹏" initials="刘" lastIdx="0" clrIdx="3865"/>
  <p:cmAuthor id="3867" name="宋" initials="宋" lastIdx="0" clrIdx="3866"/>
  <p:cmAuthor id="3868" name="suyao" initials="s" lastIdx="0" clrIdx="3867"/>
  <p:cmAuthor id="3869" name="10211257" initials="1" lastIdx="0" clrIdx="3868"/>
  <p:cmAuthor id="3870" name="10240440" initials="1" lastIdx="0" clrIdx="3869"/>
  <p:cmAuthor id="3871" name="heweia@digiwin.com" initials="h" lastIdx="0" clrIdx="3870"/>
  <p:cmAuthor id="3872" name="方婷婷" initials="方" lastIdx="0" clrIdx="3871"/>
  <p:cmAuthor id="3873" name="李宇赫_euaeAVJb" initials="authorId_1315184607" lastIdx="0" clrIdx="3872"/>
  <p:cmAuthor id="3874" name="张云鹏_meYv2ymI" initials="authorId_494055795" lastIdx="0" clrIdx="3873"/>
  <p:cmAuthor id="3875" name="刘迎浩_67fiJFFJ" initials="authorId_1593595386" lastIdx="0" clrIdx="3874"/>
  <p:cmAuthor id="3876" name="易倍汀_vMzqu6ny" initials="authorId_1599635383" lastIdx="0" clrIdx="3875"/>
  <p:cmAuthor id="3877" name="周大牛" initials="周" lastIdx="0" clrIdx="3876"/>
  <p:cmAuthor id="3878" name="牛 金星" initials="牛" lastIdx="0" clrIdx="3877"/>
  <p:cmAuthor id="3879" name="张 宝玉" initials="张" lastIdx="0" clrIdx="3878"/>
  <p:cmAuthor id="3880" name="nnn" initials="n" lastIdx="0" clrIdx="3879"/>
  <p:cmAuthor id="3881" name="MACoffice" initials="M" lastIdx="0" clrIdx="3880"/>
  <p:cmAuthor id="3882" name="x230" initials="x" lastIdx="0" clrIdx="3881"/>
  <p:cmAuthor id="3883" name="liyang" initials="l" lastIdx="0" clrIdx="3882"/>
  <p:cmAuthor id="3884" name="巴东电信-DXB" initials="巴" lastIdx="0" clrIdx="3883"/>
  <p:cmAuthor id="3885" name="Milo" initials="M" lastIdx="0" clrIdx="3884"/>
  <p:cmAuthor id="3886" name="HB34" initials="H" lastIdx="0" clrIdx="3885"/>
  <p:cmAuthor id="3887" name="传心咩咩" initials="传" lastIdx="0" clrIdx="3886"/>
  <p:cmAuthor id="3888" name="杨 婧" initials="杨" lastIdx="0" clrIdx="3887"/>
  <p:cmAuthor id="3889" name="杨 浩" initials="杨" lastIdx="0" clrIdx="3888"/>
  <p:cmAuthor id="3890" name="王 小二" initials="王" lastIdx="0" clrIdx="3889"/>
  <p:cmAuthor id="3891" name="10010870" initials="" lastIdx="0" clrIdx="3890"/>
  <p:cmAuthor id="3892" name="szsh" initials="" lastIdx="0" clrIdx="3891"/>
  <p:cmAuthor id="3893" name="yuan" initials="" lastIdx="0" clrIdx="3892"/>
  <p:cmAuthor id="3894" name="Besttone" initials="" lastIdx="0" clrIdx="3893"/>
  <p:cmAuthor id="3895" name="朱志浩" initials="" lastIdx="0" clrIdx="3894"/>
  <p:cmAuthor id="3896" name="江帆_URZzjiQn" initials="authorId_1297-248885151399874" lastIdx="0" clrIdx="3895"/>
  <p:cmAuthor id="3897" name="dx" initials="d" lastIdx="0" clrIdx="3896"/>
  <p:cmAuthor id="3898" name="hq" initials="h" lastIdx="0" clrIdx="3897"/>
  <p:cmAuthor id="3899" name="陈桂枝" initials="陈" lastIdx="0" clrIdx="3898"/>
  <p:cmAuthor id="3900" name="LEO L" initials="L" lastIdx="0" clrIdx="3899"/>
  <p:cmAuthor id="3901" name="li dashuang" initials="ld" lastIdx="0" clrIdx="3900"/>
  <p:cmAuthor id="3902" name="xu" initials="x" lastIdx="0" clrIdx="3901"/>
  <p:cmAuthor id="3903" name="唐钰小宝" initials="唐" lastIdx="0" clrIdx="3902"/>
  <p:cmAuthor id="3904" name="龟斯基" initials="龟" lastIdx="0" clrIdx="3903"/>
  <p:cmAuthor id="3905" name="libin1204@163.com" initials="l" lastIdx="0" clrIdx="3904"/>
  <p:cmAuthor id="3906" name="Liu, Leo (MBSHR cs)" initials="L" lastIdx="0" clrIdx="3905"/>
  <p:cmAuthor id="3907" name="10339" initials="1" lastIdx="0" clrIdx="3906"/>
  <p:cmAuthor id="3908" name="王丽" initials="王" lastIdx="0" clrIdx="3907"/>
  <p:cmAuthor id="3909" name="郜鹏飞" initials="G" lastIdx="0" clrIdx="3908"/>
  <p:cmAuthor id="3910" name="旭东 唐" initials="旭唐" lastIdx="0" clrIdx="3909"/>
  <p:cmAuthor id="3911" name="朱加成" initials="z" lastIdx="0" clrIdx="3910"/>
  <p:cmAuthor id="3912" name="Yara Liu" initials="YL" lastIdx="0" clrIdx="3911"/>
  <p:cmAuthor id="3913" name="曹增稳" initials="曹" lastIdx="0" clrIdx="3912"/>
  <p:cmAuthor id="3914" name="冯远" initials="冯" lastIdx="0" clrIdx="3913"/>
  <p:cmAuthor id="3915" name="Smilyrwj" initials="S" lastIdx="0" clrIdx="3914"/>
  <p:cmAuthor id="3916" name="与荒野匆匆独白" initials="与" lastIdx="0" clrIdx="3915"/>
  <p:cmAuthor id="3917" name="刘嘉文(省公司一)/" initials="刘" lastIdx="0" clrIdx="3916"/>
  <p:cmAuthor id="3918" name="shiyuxuan" initials="s" lastIdx="0" clrIdx="3917"/>
  <p:cmAuthor id="3919" name="ZT" initials="Z" lastIdx="0" clrIdx="3918"/>
  <p:cmAuthor id="3920" name="WD" initials="W" lastIdx="0" clrIdx="3919"/>
  <p:cmAuthor id="3921" name="hsm" initials="h" lastIdx="0" clrIdx="3920"/>
  <p:cmAuthor id="3922" name="杨林" initials="杨" lastIdx="0" clrIdx="3921"/>
  <p:cmAuthor id="3923" name="梁蕴涵" initials="梁" lastIdx="0" clrIdx="3922"/>
  <p:cmAuthor id="3924" name="卢占总" initials="卢占总" lastIdx="0" clrIdx="3923"/>
  <p:cmAuthor id="3925" name="F肥宝er" initials="F" lastIdx="0" clrIdx="3924"/>
  <p:cmAuthor id="3926" name="WPS_1554120084" initials="W" lastIdx="0" clrIdx="3925"/>
  <p:cmAuthor id="3927" name="李广林" initials="3" lastIdx="0" clrIdx="3926"/>
  <p:cmAuthor id="3928" name="哪都通" initials="哪" lastIdx="0" clrIdx="3927"/>
  <p:cmAuthor id="3929" name="Yukun Zhang" initials="YZ" lastIdx="0" clrIdx="3928"/>
  <p:cmAuthor id="3930" name="邵羽丰" initials="邵羽丰" lastIdx="0" clrIdx="3929"/>
  <p:cmAuthor id="3931" name="zhuqy3" initials="z" lastIdx="0" clrIdx="3930"/>
  <p:cmAuthor id="3932" name="le" initials="l" lastIdx="0" clrIdx="3931"/>
  <p:cmAuthor id="3933" name="上雅" initials="上" lastIdx="0" clrIdx="3932"/>
  <p:cmAuthor id="3934" name="水妖" initials="水" lastIdx="0" clrIdx="3933"/>
  <p:cmAuthor id="3935" name="渔" initials="渔" lastIdx="0" clrIdx="3934"/>
  <p:cmAuthor id="3936" name="飘 杨" initials="飘" lastIdx="0" clrIdx="3935"/>
  <p:cmAuthor id="3937" name="jianren" initials="j" lastIdx="0" clrIdx="3936"/>
  <p:cmAuthor id="3938" name="春娇" initials="春" lastIdx="0" clrIdx="3937"/>
  <p:cmAuthor id="3939" name="琪" initials="琪" lastIdx="0" clrIdx="3938"/>
  <p:cmAuthor id="3940" name="晨黎" initials="晨" lastIdx="0" clrIdx="3939"/>
  <p:cmAuthor id="3941" name="xuting@sn.cmcc" initials="A" lastIdx="0" clrIdx="3940"/>
  <p:cmAuthor id="3942" name="朱婉铭" initials="a" lastIdx="0" clrIdx="3941"/>
  <p:cmAuthor id="3943" name="skye" initials="s" lastIdx="0" clrIdx="3942"/>
  <p:cmAuthor id="3944" name="WPS_1630727012" initials="W" lastIdx="0" clrIdx="3943"/>
  <p:cmAuthor id="3945" name="Gary Lou" initials="GL" lastIdx="0" clrIdx="3944"/>
  <p:cmAuthor id="3946" name="Cedric Lin" initials="CL" lastIdx="0" clrIdx="3945"/>
  <p:cmAuthor id="3947" name="Bonnie XH" initials="BX" lastIdx="0" clrIdx="3946"/>
  <p:cmAuthor id="3948" name="Niya Wang" initials="NW" lastIdx="0" clrIdx="3947"/>
  <p:cmAuthor id="3949" name="Vera BX Liu" initials="VBL" lastIdx="0" clrIdx="3948"/>
  <p:cmAuthor id="3950" name="Candy Hao" initials="CH" lastIdx="0" clrIdx="3949"/>
  <p:cmAuthor id="3951" name="NCmio" initials="N" lastIdx="0" clrIdx="3950"/>
  <p:cmAuthor id="3952" name="不疯魔不成活" initials="不" lastIdx="0" clrIdx="3951"/>
  <p:cmAuthor id="3953" name="Ordinary世界" initials="O" lastIdx="0" clrIdx="3952"/>
  <p:cmAuthor id="3954" name="岳亮" initials="岳" lastIdx="0" clrIdx="3953"/>
  <p:cmAuthor id="3955" name="PXY" initials="P" lastIdx="0" clrIdx="3954"/>
  <p:cmAuthor id="3956" name="陈冲" initials="陈" lastIdx="0" clrIdx="3955"/>
  <p:cmAuthor id="3957" name="cqq" initials="c" lastIdx="0" clrIdx="3956"/>
  <p:cmAuthor id="3958" name="hj" initials="h" lastIdx="0" clrIdx="3957"/>
  <p:cmAuthor id="3959" name="L Jen" initials="L" lastIdx="0" clrIdx="3958"/>
  <p:cmAuthor id="3960" name="丁 同学" initials="同丁" lastIdx="0" clrIdx="3959"/>
  <p:cmAuthor id="3961" name="张剑" initials="张" lastIdx="0" clrIdx="3960"/>
  <p:cmAuthor id="3962" name="10012269" initials="1" lastIdx="0" clrIdx="3961"/>
  <p:cmAuthor id="3963" name="10086807" initials="1" lastIdx="0" clrIdx="3962"/>
  <p:cmAuthor id="3964" name="10090152" initials="1" lastIdx="0" clrIdx="3963"/>
  <p:cmAuthor id="3965" name="张 庆飞" initials="张" lastIdx="0" clrIdx="3964"/>
  <p:cmAuthor id="3966" name="10054047" initials="1" lastIdx="0" clrIdx="3965"/>
  <p:cmAuthor id="3967" name="10029265@zte.intra" initials="1" lastIdx="0" clrIdx="3966"/>
  <p:cmAuthor id="3968" name="赵红宇" initials="l" lastIdx="0" clrIdx="3967"/>
  <p:cmAuthor id="3969" name="乔钱英" initials="乔钱英" lastIdx="0" clrIdx="3968"/>
  <p:cmAuthor id="3970" name="卡卡空间战" initials="卡" lastIdx="0" clrIdx="3969"/>
  <p:cmAuthor id="3971" name="D Jason" initials="D" lastIdx="0" clrIdx="3970"/>
  <p:cmAuthor id="3972" name="杨晓杰" initials="杨" lastIdx="0" clrIdx="3971"/>
  <p:cmAuthor id="3973" name="Wang Seven" initials="W" lastIdx="0" clrIdx="3972"/>
  <p:cmAuthor id="3974" name="QI" initials="Q" lastIdx="0" clrIdx="3973"/>
  <p:cmAuthor id="3975" name="a" initials="a" lastIdx="0" clrIdx="3974"/>
  <p:cmAuthor id="3976" name="刘清香" initials="刘" lastIdx="0" clrIdx="3975"/>
  <p:cmAuthor id="3977" name="郑静" initials="郑" lastIdx="0" clrIdx="3976"/>
  <p:cmAuthor id="3978" name="13348611870@189.cn" initials="1" lastIdx="0" clrIdx="3977"/>
  <p:cmAuthor id="3979" name="cedar liu" initials="cl" lastIdx="0" clrIdx="3978"/>
  <p:cmAuthor id="3980" name="86155" initials="8" lastIdx="0" clrIdx="3979"/>
  <p:cmAuthor id="3981" name="房建磊" initials="Q" lastIdx="0" clrIdx="3980"/>
  <p:cmAuthor id="3982" name="Nicolas" initials="N" lastIdx="0" clrIdx="3981"/>
  <p:cmAuthor id="3983" name="╰雨雪霏霏" initials="╰" lastIdx="0" clrIdx="3982"/>
  <p:cmAuthor id="3984" name="林肇新(企业信息化事业部)" initials="W用" lastIdx="0" clrIdx="3983"/>
  <p:cmAuthor id="3985" name="汪俊" initials="汪" lastIdx="0" clrIdx="3984"/>
  <p:cmAuthor id="3986" name="程琳" initials="程" lastIdx="0" clrIdx="3985"/>
  <p:cmAuthor id="3987" name="静" initials="静" lastIdx="0" clrIdx="3986"/>
  <p:cmAuthor id="3988" name="chenjing" initials="c" lastIdx="0" clrIdx="3987"/>
  <p:cmAuthor id="3989" name="wang hao" initials="w" lastIdx="0" clrIdx="3988"/>
  <p:cmAuthor id="3990" name="刘 建辉" initials="刘 [7]" lastIdx="0" clrIdx="3989"/>
  <p:cmAuthor id="3991" name="吉 茹萍" initials="吉" lastIdx="0" clrIdx="3990"/>
  <p:cmAuthor id="3992" name="黄 定江" initials="黄" lastIdx="0" clrIdx="3991"/>
  <p:cmAuthor id="3993" name="龙艳梅" initials="l" lastIdx="0" clrIdx="3992"/>
  <p:cmAuthor id="3994" name="18955772210@189.cn" initials="1" lastIdx="0" clrIdx="3993"/>
  <p:cmAuthor id="3995" name="何宇1" initials="何" lastIdx="0" clrIdx="3994"/>
  <p:cmAuthor id="3996" name="杨漫" initials="杨" lastIdx="0" clrIdx="3995"/>
  <p:cmAuthor id="3997" name="黄治_南充" initials="黄" lastIdx="0" clrIdx="3996"/>
  <p:cmAuthor id="3998" name="饶舜恒_南充" initials="饶" lastIdx="0" clrIdx="3997"/>
  <p:cmAuthor id="3999" name="林晓伟" initials="b" lastIdx="0" clrIdx="3998"/>
  <p:cmAuthor id="4000" name="22848" initials="2" lastIdx="0" clrIdx="3999"/>
  <p:cmAuthor id="4001" name="李旭_南充" initials="李" lastIdx="0" clrIdx="4000"/>
  <p:cmAuthor id="4002" name="ahhfsnn@189.cn" initials="" lastIdx="0" clrIdx="4001"/>
  <p:cmAuthor id="4003" name="齐捷" initials="E" lastIdx="0" clrIdx="4002"/>
  <p:cmAuthor id="4004" name="Z99G2" initials="Z" lastIdx="0" clrIdx="4003"/>
  <p:cmAuthor id="4005" name="姚家甫" initials="姚" lastIdx="0" clrIdx="4004"/>
  <p:cmAuthor id="4006" name="孟晓静" initials="孟" lastIdx="0" clrIdx="4005"/>
  <p:cmAuthor id="4007" name="王 子文" initials="王" lastIdx="0" clrIdx="4006"/>
  <p:cmAuthor id="4008" name="何佳" initials="何" lastIdx="0" clrIdx="4007"/>
  <p:cmAuthor id="4009" name="cmcc" initials="c" lastIdx="0" clrIdx="4008"/>
  <p:cmAuthor id="4010" name="Lee" initials="L" lastIdx="0" clrIdx="4009"/>
  <p:cmAuthor id="4011" name="王丽（IT）" initials="王" lastIdx="0" clrIdx="4010"/>
  <p:cmAuthor id="4012" name="姬渭孟|jiweimeng" initials="姬" lastIdx="0" clrIdx="4011"/>
  <p:cmAuthor id="4013" name="子文" initials="子" lastIdx="0" clrIdx="4012"/>
  <p:cmAuthor id="4014" name="10708" initials="1" lastIdx="0" clrIdx="4013"/>
  <p:cmAuthor id="4015" name="梁正" initials="梁" lastIdx="0" clrIdx="4014"/>
  <p:cmAuthor id="4016" name="泾伦" initials="泾" lastIdx="0" clrIdx="4015"/>
  <p:cmAuthor id="4017" name="su liqin" initials="s" lastIdx="0" clrIdx="4016"/>
  <p:cmAuthor id="4018" name="陈召国" initials="陈" lastIdx="0" clrIdx="4017"/>
  <p:cmAuthor id="4019" name="刘凯铃" initials="刘" lastIdx="0" clrIdx="4018"/>
  <p:cmAuthor id="4020" name="admin7" initials="l" lastIdx="0" clrIdx="4019"/>
  <p:cmAuthor id="4021" name="黄译萱(联通上海市上海市分公司)" initials="MSOffice" lastIdx="0" clrIdx="4020"/>
  <p:cmAuthor id="4022" name="ztolei@163.com" initials="z" lastIdx="0" clrIdx="4021"/>
  <p:cmAuthor id="4023" name="MI" initials="M" lastIdx="0" clrIdx="4022"/>
  <p:cmAuthor id="4024" name="黄忠孝" initials="黄" lastIdx="0" clrIdx="4023"/>
  <p:cmAuthor id="4025" name="KZY" initials="K" lastIdx="0" clrIdx="4024"/>
  <p:cmAuthor id="4026" name="金洁" initials="金" lastIdx="0" clrIdx="4025"/>
  <p:cmAuthor id="4027" name="wangxinran" initials="w" lastIdx="0" clrIdx="4026"/>
  <p:cmAuthor id="4028" name="zhaoqi" initials="z" lastIdx="0" clrIdx="4027"/>
  <p:cmAuthor id="4029" name="lll" initials="l" lastIdx="0" clrIdx="4028"/>
  <p:cmAuthor id="4030" name="李伟（IT）" initials="李" lastIdx="0" clrIdx="4029"/>
  <p:cmAuthor id="4031" name="佳乐baby" initials="佳" lastIdx="0" clrIdx="4030"/>
  <p:cmAuthor id="4032" name="郏鹏" initials="M" lastIdx="0" clrIdx="4031"/>
  <p:cmAuthor id="4033" name="阿 凝" initials="阿" lastIdx="0" clrIdx="4032"/>
  <p:cmAuthor id="4034" name="王璐" initials="CMCC" lastIdx="0" clrIdx="4033"/>
  <p:cmAuthor id="4035" name="11839" initials="1" lastIdx="0" clrIdx="4034"/>
  <p:cmAuthor id="4036" name="14815" initials="1" lastIdx="0" clrIdx="4035"/>
  <p:cmAuthor id="4037" name="12724" initials="1" lastIdx="0" clrIdx="4036"/>
  <p:cmAuthor id="4038" name="hailinx" initials="h" lastIdx="0" clrIdx="4037"/>
  <p:cmAuthor id="4039" name="luckyday" initials="l" lastIdx="0" clrIdx="4038"/>
  <p:cmAuthor id="4040" name="陈钢" initials="陈" lastIdx="0" clrIdx="4039"/>
  <p:cmAuthor id="4041" name="Lj" initials="L" lastIdx="0" clrIdx="4040"/>
  <p:cmAuthor id="4042" name="WPS_628784318" initials="W" lastIdx="0" clrIdx="4041"/>
  <p:cmAuthor id="4043" name="奥利奥饼干" initials="奥" lastIdx="0" clrIdx="4042"/>
  <p:cmAuthor id="4044" name="天天向上" initials="天" lastIdx="0" clrIdx="4043"/>
  <p:cmAuthor id="4045" name="tuchaokun" initials="t" lastIdx="0" clrIdx="4044"/>
  <p:cmAuthor id="4046" name="18983" initials="1" lastIdx="0" clrIdx="4045"/>
  <p:cmAuthor id="4047" name="28064" initials="2" lastIdx="0" clrIdx="4046"/>
  <p:cmAuthor id="4048" name="_Ｌi 圥 玍、" initials="_" lastIdx="0" clrIdx="4047"/>
  <p:cmAuthor id="4049" name="Yisc" initials="Yi" lastIdx="0" clrIdx="4048"/>
  <p:cmAuthor id="4050" name="MJ" initials="M" lastIdx="0" clrIdx="4049"/>
  <p:cmAuthor id="4051" name="18908" initials="1" lastIdx="0" clrIdx="4050"/>
  <p:cmAuthor id="4052" name="闫丽娟00014464" initials="闫" lastIdx="0" clrIdx="4051"/>
  <p:cmAuthor id="4053" name="夏天的风" initials="夏" lastIdx="0" clrIdx="4052"/>
  <p:cmAuthor id="4054" name="mashan@cmhi.cmcc" initials="mashan@cmhi.cmcc" lastIdx="0" clrIdx="4053"/>
  <p:cmAuthor id="4055" name="陈仕东(dx43201)" initials="陈" lastIdx="0" clrIdx="4054"/>
  <p:cmAuthor id="4056" name="gaojg02" initials="g" lastIdx="0" clrIdx="4055"/>
  <p:cmAuthor id="4057" name="fwq" initials="f" lastIdx="0" clrIdx="4056"/>
  <p:cmAuthor id="4058" name="Liyangjun" initials="L" lastIdx="0" clrIdx="4057"/>
  <p:cmAuthor id="4059" name="李梦佳" initials="N" lastIdx="0" clrIdx="4058"/>
  <p:cmAuthor id="4060" name="Chen Gin" initials="C" lastIdx="0" clrIdx="4059"/>
  <p:cmAuthor id="4061" name="刘云飞" initials="刘" lastIdx="0" clrIdx="4060"/>
  <p:cmAuthor id="4062" name="未知用户105" initials="未" lastIdx="0" clrIdx="4061"/>
  <p:cmAuthor id="4063" name="qiuzq02" initials="q" lastIdx="0" clrIdx="4062"/>
  <p:cmAuthor id="4064" name="mawei19" initials="m" lastIdx="0" clrIdx="4063"/>
  <p:cmAuthor id="4065" name="shuaibing" initials="s" lastIdx="0" clrIdx="4064"/>
  <p:cmAuthor id="4066" name="李旭兰" initials="李" lastIdx="0" clrIdx="4065"/>
  <p:cmAuthor id="4067" name="tianjuan555555@outlook.com" initials="t" lastIdx="0" clrIdx="4066"/>
  <p:cmAuthor id="4068" name="姚灿" initials="姚" lastIdx="0" clrIdx="4067"/>
  <p:cmAuthor id="4069" name="zhaozhihua-lhn" initials="z" lastIdx="0" clrIdx="4068"/>
  <p:cmAuthor id="4070" name="黄洁雯" initials="黄" lastIdx="0" clrIdx="4069"/>
  <p:cmAuthor id="4071" name="何秀英" initials="何" lastIdx="0" clrIdx="4070"/>
  <p:cmAuthor id="4072" name="黄 兴贵" initials="黄" lastIdx="0" clrIdx="4071"/>
  <p:cmAuthor id="4073" name="13331030826@189.cn" initials="" lastIdx="0" clrIdx="4072"/>
  <p:cmAuthor id="4074" name="和文祺" initials="" lastIdx="0" clrIdx="4073"/>
  <p:cmAuthor id="4075" name="wangxl" initials="w" lastIdx="0" clrIdx="4074"/>
  <p:cmAuthor id="4076" name="qi" initials="q" lastIdx="0" clrIdx="4075"/>
  <p:cmAuthor id="4077" name="lh" initials="l" lastIdx="0" clrIdx="4076"/>
  <p:cmAuthor id="4078" name="tkyan" initials="t" lastIdx="0" clrIdx="4077"/>
  <p:cmAuthor id="4079" name="Maxsad" initials="M" lastIdx="0" clrIdx="4078"/>
  <p:cmAuthor id="4080" name="wanghao31" initials="w" lastIdx="0" clrIdx="4079"/>
  <p:cmAuthor id="4081" name="丹妮 李" initials="丹李" lastIdx="0" clrIdx="4080"/>
  <p:cmAuthor id="4082" name="yin gang" initials="yg" lastIdx="0" clrIdx="4081"/>
  <p:cmAuthor id="4083" name="陈效国" initials="陈" lastIdx="0" clrIdx="4082"/>
  <p:cmAuthor id="4084" name="Forest" initials="F" lastIdx="0" clrIdx="4083"/>
  <p:cmAuthor id="4085" name="杨 硕" initials="杨" lastIdx="0" clrIdx="4084"/>
  <p:cmAuthor id="4086" name="13794" initials="1" lastIdx="0" clrIdx="4085"/>
  <p:cmAuthor id="4087" name="杨小凤" initials="杨" lastIdx="0" clrIdx="4086"/>
  <p:cmAuthor id="4088" name="聂劲松" initials="MS" lastIdx="0" clrIdx="4087"/>
  <p:cmAuthor id="4089" name="liu min" initials="lm" lastIdx="0" clrIdx="4088"/>
  <p:cmAuthor id="4090" name="ming ming" initials="mm" lastIdx="0" clrIdx="4089"/>
  <p:cmAuthor id="4091" name="邹毅" initials="邹毅" lastIdx="0" clrIdx="4090"/>
  <p:cmAuthor id="4092" name="alexz z" initials="az" lastIdx="0" clrIdx="4091"/>
  <p:cmAuthor id="4093" name="18980092992@189.cn" initials="1" lastIdx="0" clrIdx="4092"/>
  <p:cmAuthor id="4094" name="杜六苟_eY7nzAz2" initials="authorId_161193040" lastIdx="0" clrIdx="4093"/>
  <p:cmAuthor id="4095" name="xuqunhe" initials="x" lastIdx="0" clrIdx="4094"/>
  <p:cmAuthor id="4096" name="jhj" initials="j" lastIdx="0" clrIdx="4095"/>
  <p:cmAuthor id="4097" name="wuxiaoqi1" initials="w" lastIdx="0" clrIdx="4096"/>
  <p:cmAuthor id="4098" name="jinbq" initials="j" lastIdx="0" clrIdx="4097"/>
  <p:cmAuthor id="4099" name="赵刚" initials="赵" lastIdx="0" clrIdx="4098"/>
  <p:cmAuthor id="4100" name="guqin" initials="g" lastIdx="0" clrIdx="4099"/>
  <p:cmAuthor id="4101" name="yangf82" initials="y" lastIdx="0" clrIdx="4100"/>
  <p:cmAuthor id="4102" name="胡 松华" initials="胡" lastIdx="0" clrIdx="4101"/>
  <p:cmAuthor id="4103" name="刘小伟" initials="刘" lastIdx="0" clrIdx="4102"/>
  <p:cmAuthor id="4104" name="柳雪松" initials="C" lastIdx="0" clrIdx="4103"/>
  <p:cmAuthor id="4105" name="SLW" initials="S" lastIdx="0" clrIdx="4104"/>
  <p:cmAuthor id="4106" name="Bianjing (China NPS, C&amp;SI)" initials="B(NC" lastIdx="0" clrIdx="4105"/>
  <p:cmAuthor id="4107" name="刘达" initials="刘" lastIdx="0" clrIdx="4106"/>
  <p:cmAuthor id="4108" name="方蓉" initials="A" lastIdx="0" clrIdx="4107"/>
  <p:cmAuthor id="4109" name="林玲" initials="林" lastIdx="0" clrIdx="4108"/>
  <p:cmAuthor id="4110" name="李 大伟" initials="李" lastIdx="0" clrIdx="4109"/>
  <p:cmAuthor id="4111" name="wang jinhui" initials="wj" lastIdx="0" clrIdx="4110"/>
  <p:cmAuthor id="4112" name="2502559737@qq.com" initials="2" lastIdx="0" clrIdx="4111"/>
  <p:cmAuthor id="4113" name="黄元岗" initials="黄" lastIdx="0" clrIdx="4112"/>
  <p:cmAuthor id="4114" name="刘 剑" initials="刘" lastIdx="0" clrIdx="4113"/>
  <p:cmAuthor id="4115" name="宋旭" initials="A" lastIdx="0" clrIdx="4114"/>
  <p:cmAuthor id="4116" name="马彦青" initials="马" lastIdx="0" clrIdx="4115"/>
  <p:cmAuthor id="4117" name="张典利" initials="" lastIdx="0" clrIdx="4116"/>
  <p:cmAuthor id="4118" name="除了我还有谁叫翠翠" initials="除" lastIdx="0" clrIdx="4117"/>
  <p:cmAuthor id="4119" name="yuan yang" initials="yy" lastIdx="0" clrIdx="4118"/>
  <p:cmAuthor id="4120" name="刘勋祥" initials="w" lastIdx="0" clrIdx="4119"/>
  <p:cmAuthor id="4121" name="sharnny" initials="s" lastIdx="0" clrIdx="4120"/>
  <p:cmAuthor id="4122" name="周抒豪" initials="W" lastIdx="0" clrIdx="4121"/>
  <p:cmAuthor id="4123" name="锐 曹" initials="锐" lastIdx="0" clrIdx="4122"/>
  <p:cmAuthor id="4124" name="WIN10" initials="W" lastIdx="0" clrIdx="4123"/>
  <p:cmAuthor id="4125" name="马瑾璐" initials="马" lastIdx="0" clrIdx="4124"/>
  <p:cmAuthor id="4126" name="1234" initials="1" lastIdx="0" clrIdx="4125"/>
  <p:cmAuthor id="4127" name="administrator1" initials="a" lastIdx="0" clrIdx="4126"/>
  <p:cmAuthor id="4128" name="huangli" initials="h" lastIdx="0" clrIdx="4127"/>
  <p:cmAuthor id="4129" name="张彦" initials="张" lastIdx="0" clrIdx="4128"/>
  <p:cmAuthor id="4130" name="andres.x.gomez" initials="a" lastIdx="0" clrIdx="4129"/>
  <p:cmAuthor id="4131" name="黄鸣宇" initials="黄" lastIdx="0" clrIdx="4130"/>
  <p:cmAuthor id="4132" name="陶川" initials="陶" lastIdx="0" clrIdx="4131"/>
  <p:cmAuthor id="4133" name="MAMAMIYA" initials="M" lastIdx="0" clrIdx="4132"/>
  <p:cmAuthor id="4134" name="梁子" initials="梁" lastIdx="0" clrIdx="4133"/>
  <p:cmAuthor id="4135" name="jl liu" initials="j" lastIdx="0" clrIdx="4134"/>
  <p:cmAuthor id="4136" name="刘琦瑾" initials="刘" lastIdx="0" clrIdx="4135"/>
  <p:cmAuthor id="4137" name="admin5992" initials="a" lastIdx="0" clrIdx="4136"/>
  <p:cmAuthor id="4138" name="欧阳双人" initials="欧" lastIdx="0" clrIdx="4137"/>
  <p:cmAuthor id="4139" name="8199050543" initials="8" lastIdx="0" clrIdx="4138"/>
  <p:cmAuthor id="4140" name="yu haiyang" initials="yh" lastIdx="0" clrIdx="4139"/>
  <p:cmAuthor id="4141" name="崔培超" initials="崔" lastIdx="0" clrIdx="4140"/>
  <p:cmAuthor id="4142" name="刘洋" initials="刘" lastIdx="0" clrIdx="4141"/>
  <p:cmAuthor id="4143" name="huqiao (F)" initials="h(" lastIdx="0" clrIdx="4142"/>
  <p:cmAuthor id="4144" name="10024885" initials="1" lastIdx="0" clrIdx="4143"/>
  <p:cmAuthor id="4145" name="Mr. Berlin" initials="M" lastIdx="0" clrIdx="4144"/>
  <p:cmAuthor id="4146" name="肖 钦峰" initials="肖" lastIdx="0" clrIdx="4145"/>
  <p:cmAuthor id="4147" name="伍婵媛00248942" initials="MSOffice" lastIdx="0" clrIdx="4146"/>
  <p:cmAuthor id="4148" name="鄢智勇" initials="鄢" lastIdx="0" clrIdx="4147"/>
  <p:cmAuthor id="4149" name="邱灿辉" initials="邱" lastIdx="0" clrIdx="4148"/>
  <p:cmAuthor id="4150" name="kidtise" initials="k" lastIdx="0" clrIdx="4149"/>
  <p:cmAuthor id="4151" name="阮" initials="阮" lastIdx="0" clrIdx="4150"/>
  <p:cmAuthor id="4152" name="zd" initials="z" lastIdx="0" clrIdx="4151"/>
  <p:cmAuthor id="4153" name="SKRRR" initials="S" lastIdx="0" clrIdx="4152"/>
  <p:cmAuthor id="4154" name="壬清(亮亮)" initials="壬" lastIdx="0" clrIdx="4153"/>
  <p:cmAuthor id="4155" name="July" initials="J" lastIdx="0" clrIdx="4154"/>
  <p:cmAuthor id="4156" name="ZhengShilei" initials="Z" lastIdx="0" clrIdx="4155"/>
  <p:cmAuthor id="4157" name="Sun Yanhao" initials="SY" lastIdx="0" clrIdx="4156"/>
  <p:cmAuthor id="4158" name="Yan Rui" initials="Y" lastIdx="0" clrIdx="4157"/>
  <p:cmAuthor id="4159" name="Unknown User1" initials="" lastIdx="0" clrIdx="4158"/>
  <p:cmAuthor id="4160" name="标哥" initials="标" lastIdx="0" clrIdx="4159"/>
  <p:cmAuthor id="4161" name="苏志博_zUFrqQ3Q" initials="authorId_456263772" lastIdx="0" clrIdx="4160"/>
  <p:cmAuthor id="4162" name="Alan" initials="A" lastIdx="0" clrIdx="4161"/>
  <p:cmAuthor id="4163" name="汤雪莹" initials="汤" lastIdx="0" clrIdx="4162"/>
  <p:cmAuthor id="4164" name="caicai" initials="c" lastIdx="0" clrIdx="4163"/>
  <p:cmAuthor id="4165" name="vonxd@189.cn" initials="v" lastIdx="0" clrIdx="4164"/>
  <p:cmAuthor id="4166" name="zhang qijin" initials="zq" lastIdx="0" clrIdx="4165"/>
  <p:cmAuthor id="4167" name="杨娇娇" initials="authorId_466235129" lastIdx="0" clrIdx="4166"/>
  <p:cmAuthor id="4168" name="SUN feiting" initials="Sf" lastIdx="0" clrIdx="4167"/>
  <p:cmAuthor id="4169" name="张伟芳" initials="张" lastIdx="0" clrIdx="4168"/>
  <p:cmAuthor id="4170" name="李娜" initials="李" lastIdx="0" clrIdx="4169"/>
  <p:cmAuthor id="4171" name="朱雪萍" initials="朱" lastIdx="0" clrIdx="4170"/>
  <p:cmAuthor id="4172" name="Cecilia" initials="C" lastIdx="0" clrIdx="4171"/>
  <p:cmAuthor id="4173" name="Lzhaoyan" initials="L" lastIdx="0" clrIdx="4172"/>
  <p:cmAuthor id="4174" name="梁田" initials="梁" lastIdx="0" clrIdx="4173"/>
  <p:cmAuthor id="4175" name="RedmiBook" initials="R" lastIdx="0" clrIdx="4174"/>
  <p:cmAuthor id="4176" name="徐 超" initials="徐" lastIdx="0" clrIdx="4175"/>
  <p:cmAuthor id="4177" name="王 刚" initials="王" lastIdx="0" clrIdx="4176"/>
  <p:cmAuthor id="4178" name="Wu, Jing 1. (NSB - CN/Hangzhou)" initials="WJ1(C" lastIdx="0" clrIdx="4177"/>
  <p:cmAuthor id="4179" name="蔡蔡" initials="蔡" lastIdx="0" clrIdx="4178"/>
  <p:cmAuthor id="4180" name="tr_gxy" initials="U" lastIdx="0" clrIdx="4179"/>
  <p:cmAuthor id="4181" name="10023731" initials="1" lastIdx="0" clrIdx="4180"/>
  <p:cmAuthor id="4182" name="zhangqiang" initials="z" lastIdx="0" clrIdx="4181"/>
  <p:cmAuthor id="4183" name="unicom" initials="" lastIdx="0" clrIdx="4182"/>
  <p:cmAuthor id="4184" name="佳慧 戴" initials="佳戴" lastIdx="0" clrIdx="4183"/>
  <p:cmAuthor id="4185" name="Fx." initials="F" lastIdx="0" clrIdx="4184"/>
  <p:cmAuthor id="4186" name="00244312" initials="0" lastIdx="0" clrIdx="4185"/>
  <p:cmAuthor id="4187" name="MM" initials="M" lastIdx="0" clrIdx="4186"/>
  <p:cmAuthor id="4188" name="zhuzy" initials="z" lastIdx="0" clrIdx="4187"/>
  <p:cmAuthor id="4189" name="10335529" initials="1" lastIdx="0" clrIdx="4188"/>
  <p:cmAuthor id="4190" name="Kathy" initials="K" lastIdx="0" clrIdx="4189"/>
  <p:cmAuthor id="4191" name="10011306" initials="1" lastIdx="0" clrIdx="4190"/>
  <p:cmAuthor id="4192" name="10158184" initials="1" lastIdx="0" clrIdx="4191"/>
  <p:cmAuthor id="4193" name="10033218" initials="1" lastIdx="0" clrIdx="4192"/>
  <p:cmAuthor id="4194" name="10049497" initials="1" lastIdx="0" clrIdx="4193"/>
  <p:cmAuthor id="4195" name="10081076" initials="1" lastIdx="0" clrIdx="4194"/>
  <p:cmAuthor id="4196" name="10322559" initials="1" lastIdx="0" clrIdx="4195"/>
  <p:cmAuthor id="4197" name="10161768" initials="1" lastIdx="0" clrIdx="4196"/>
  <p:cmAuthor id="4198" name="00158845" initials="0" lastIdx="0" clrIdx="4197"/>
  <p:cmAuthor id="4199" name="10078316" initials="1" lastIdx="0" clrIdx="4198"/>
  <p:cmAuthor id="4200" name="00332340" initials="0" lastIdx="0" clrIdx="4199"/>
  <p:cmAuthor id="4201" name="yq_yaoxin@bj.cmcc" initials="yq_yaoxin@bj.cmcc" lastIdx="0" clrIdx="4200"/>
  <p:cmAuthor id="4202" name="10009993" initials="1" lastIdx="0" clrIdx="4201"/>
  <p:cmAuthor id="4203" name="00159163" initials="0" lastIdx="0" clrIdx="4202"/>
  <p:cmAuthor id="4204" name="10187976@zte.intra" initials="1" lastIdx="0" clrIdx="4203"/>
  <p:cmAuthor id="4205" name="郭旭" initials="郭" lastIdx="0" clrIdx="4204"/>
  <p:cmAuthor id="4206" name="10226012" initials="1" lastIdx="0" clrIdx="4205"/>
  <p:cmAuthor id="4207" name="10074613" initials="1" lastIdx="0" clrIdx="4206"/>
  <p:cmAuthor id="4208" name="10216996" initials="wjd" lastIdx="0" clrIdx="4207"/>
  <p:cmAuthor id="4209" name="杨岚 00340308" initials="0" lastIdx="0" clrIdx="4208"/>
  <p:cmAuthor id="4210" name="大攀" initials="大" lastIdx="0" clrIdx="4209"/>
  <p:cmAuthor id="4211" name="Cushion" initials="C" lastIdx="0" clrIdx="4210"/>
  <p:cmAuthor id="4212" name="子小T光军" initials="子" lastIdx="0" clrIdx="4211"/>
  <p:cmAuthor id="4213" name="糕酥...●—●" initials="糕" lastIdx="0" clrIdx="4212"/>
  <p:cmAuthor id="4214" name="霈霈妈" initials="霈" lastIdx="0" clrIdx="4213"/>
  <p:cmAuthor id="4215" name="杨华芬" initials="Q" lastIdx="0" clrIdx="4214"/>
  <p:cmAuthor id="4216" name="朱清" initials="朱" lastIdx="0" clrIdx="4215"/>
  <p:cmAuthor id="4217" name="杨蕾" initials="杨" lastIdx="0" clrIdx="4216"/>
  <p:cmAuthor id="4218" name="曹帅(省公司一)" initials="曹" lastIdx="0" clrIdx="4217"/>
  <p:cmAuthor id="4219" name="蜗 牛" initials="蜗" lastIdx="0" clrIdx="4218"/>
  <p:cmAuthor id="4220" name="熊嘉浩/" initials="熊" lastIdx="0" clrIdx="4219"/>
  <p:cmAuthor id="4221" name="yin zhu" initials="yz" lastIdx="0" clrIdx="4220"/>
  <p:cmAuthor id="4222" name="周烨" initials="周" lastIdx="0" clrIdx="4221"/>
  <p:cmAuthor id="4223" name="金欣" initials="金" lastIdx="0" clrIdx="4222"/>
  <p:cmAuthor id="4224" name="Seven 李" initials="S李" lastIdx="0" clrIdx="4223"/>
  <p:cmAuthor id="4225" name="王翠翠" initials="wangcc" lastIdx="0" clrIdx="4224"/>
  <p:cmAuthor id="4226" name="张云茜" initials="张" lastIdx="0" clrIdx="4225"/>
  <p:cmAuthor id="4227" name="冯璐萍" initials="冯" lastIdx="0" clrIdx="4226"/>
  <p:cmAuthor id="4228" name="Richard Liu" initials="R" lastIdx="0" clrIdx="4227"/>
  <p:cmAuthor id="4229" name="卡卡吉" initials="卡" lastIdx="0" clrIdx="4228"/>
  <p:cmAuthor id="4230" name="王 迪生" initials="迪王" lastIdx="0" clrIdx="4229"/>
  <p:cmAuthor id="4231" name="lulueagle" initials="l" lastIdx="0" clrIdx="4230"/>
  <p:cmAuthor id="4232" name="Lay" initials="L" lastIdx="0" clrIdx="4231"/>
  <p:cmAuthor id="4233" name="秋鱼" initials="秋" lastIdx="0" clrIdx="4232"/>
  <p:cmAuthor id="4234" name="放空。。。" initials="放" lastIdx="0" clrIdx="4233"/>
  <p:cmAuthor id="4235" name="WPS_1686099686" initials="W" lastIdx="0" clrIdx="4234"/>
  <p:cmAuthor id="4236" name="zhanglipingsj@hq.cmcc" initials="zhanglipi" lastIdx="0" clrIdx="4235"/>
  <p:cmAuthor id="4237" name="HLH" initials="H" lastIdx="0" clrIdx="4236"/>
  <p:cmAuthor id="4238" name="新萝卜家园" initials="新" lastIdx="0" clrIdx="4237"/>
  <p:cmAuthor id="4239" name="韩星星" initials="韩" lastIdx="0" clrIdx="4238"/>
  <p:cmAuthor id="4240" name="monster" initials="m" lastIdx="0" clrIdx="4239"/>
  <p:cmAuthor id="4241" name="WPS_1624268430" initials="W" lastIdx="0" clrIdx="4240"/>
  <p:cmAuthor id="4242" name="WPS_1598403054" initials="W" lastIdx="0" clrIdx="4241"/>
  <p:cmAuthor id="4243" name="H" initials="H" lastIdx="0" clrIdx="4242"/>
  <p:cmAuthor id="4244" name="Victlief" initials="V" lastIdx="0" clrIdx="4243"/>
  <p:cmAuthor id="4245" name="chen hc" initials="c" lastIdx="0" clrIdx="4244"/>
  <p:cmAuthor id="4246" name="胡诗祺" initials="胡" lastIdx="0" clrIdx="4245"/>
  <p:cmAuthor id="4247" name="8618963514970" initials="" lastIdx="0" clrIdx="4246"/>
  <p:cmAuthor id="4248" name="刘春丽" initials="刘" lastIdx="0" clrIdx="4247"/>
  <p:cmAuthor id="4249" name="MMa" initials="M" lastIdx="0" clrIdx="4248"/>
  <p:cmAuthor id="4250" name="王崴" initials="王" lastIdx="0" clrIdx="4249"/>
  <p:cmAuthor id="4251" name="oo尐晶" initials="o" lastIdx="0" clrIdx="4250"/>
  <p:cmAuthor id="4252" name=" 丶爱皮蛋" initials=" " lastIdx="0" clrIdx="4251"/>
  <p:cmAuthor id="4253" name="张裴|zhangpeizmd" initials="W用" lastIdx="0" clrIdx="4252"/>
  <p:cmAuthor id="4254" name="王文斌" initials="王" lastIdx="0" clrIdx="4253"/>
  <p:cmAuthor id="4255" name="简若        ≡°" initials="简" lastIdx="0" clrIdx="4254"/>
  <p:cmAuthor id="4256" name="(*¯﹀¯*)" initials="(" lastIdx="0" clrIdx="4255"/>
  <p:cmAuthor id="4257" name="ahyuei" initials="a" lastIdx="0" clrIdx="4256"/>
  <p:cmAuthor id="4258" name="w" initials="w" lastIdx="0" clrIdx="4257"/>
  <p:cmAuthor id="4259" name="焦宁" initials="焦" lastIdx="0" clrIdx="4258"/>
  <p:cmAuthor id="4260" name="weisheng zhu" initials="wz" lastIdx="0" clrIdx="4259"/>
  <p:cmAuthor id="4261" name="曹晶" initials="" lastIdx="0" clrIdx="4260"/>
  <p:cmAuthor id="4262" name="成珊娣3" initials="" lastIdx="0" clrIdx="4261"/>
  <p:cmAuthor id="4263" name="jialin wu" initials="" lastIdx="0" clrIdx="4262"/>
  <p:cmAuthor id="4264" name="龙" initials="" lastIdx="0" clrIdx="4263"/>
  <p:cmAuthor id="4265" name="BOSS" initials="B" lastIdx="0" clrIdx="4264"/>
  <p:cmAuthor id="4266" name="86181" initials="8" lastIdx="0" clrIdx="4265"/>
  <p:cmAuthor id="4267" name="打工人" initials="打" lastIdx="0" clrIdx="4266"/>
  <p:cmAuthor id="4268" name="lhy" initials="l" lastIdx="0" clrIdx="4267"/>
  <p:cmAuthor id="4269" name="孙鑫" initials="A" lastIdx="0" clrIdx="4268"/>
  <p:cmAuthor id="4270" name="肖帅" initials="肖" lastIdx="0" clrIdx="4269"/>
  <p:cmAuthor id="4271" name="张晶" initials="张" lastIdx="0" clrIdx="4270"/>
  <p:cmAuthor id="4272" name="li'da'meng" initials="l" lastIdx="0" clrIdx="4271"/>
  <p:cmAuthor id="4273" name="王小月|wangxiaoyue" initials="王" lastIdx="0" clrIdx="4272"/>
  <p:cmAuthor id="4274" name="林有宏" initials="林" lastIdx="0" clrIdx="4273"/>
  <p:cmAuthor id="4275" name="胡敬良" initials="A" lastIdx="0" clrIdx="4274"/>
  <p:cmAuthor id="4276" name="hndx001" initials="h" lastIdx="0" clrIdx="4275"/>
  <p:cmAuthor id="4277" name="15305515015@189.cn" initials="1" lastIdx="0" clrIdx="4276"/>
  <p:cmAuthor id="4278" name="郭 继康" initials="郭" lastIdx="0" clrIdx="4277"/>
  <p:cmAuthor id="4279" name="郭继康" initials="郭" lastIdx="0" clrIdx="4278"/>
  <p:cmAuthor id="4280" name="宏伟" initials="宏伟" lastIdx="0" clrIdx="4279"/>
  <p:cmAuthor id="4281" name="苗丁仁10181802" initials="苗" lastIdx="0" clrIdx="4280"/>
  <p:cmAuthor id="4282" name="盛新鹏" initials="盛" lastIdx="0" clrIdx="4281"/>
  <p:cmAuthor id="4283" name="chenyuan" initials="c" lastIdx="0" clrIdx="4282"/>
  <p:cmAuthor id="4284" name="10194379" initials="1" lastIdx="0" clrIdx="4283"/>
  <p:cmAuthor id="4285" name="10288204" initials="1" lastIdx="0" clrIdx="4284"/>
  <p:cmAuthor id="4286" name="10092163" initials="1" lastIdx="0" clrIdx="4285"/>
  <p:cmAuthor id="4287" name="10157624" initials="1" lastIdx="0" clrIdx="4286"/>
  <p:cmAuthor id="4288" name="whpaul" initials="w" lastIdx="0" clrIdx="4287"/>
  <p:cmAuthor id="4289" name="anima" initials="a" lastIdx="0" clrIdx="4288"/>
  <p:cmAuthor id="4290" name="lirui" initials="l" lastIdx="0" clrIdx="4289"/>
  <p:cmAuthor id="4291" name="10108380" initials="1" lastIdx="0" clrIdx="4290"/>
  <p:cmAuthor id="4292" name="王帅" initials="王" lastIdx="0" clrIdx="4291"/>
  <p:cmAuthor id="4293" name="小情绪ぅ" initials="小" lastIdx="0" clrIdx="4292"/>
  <p:cmAuthor id="4294" name="刘付观生" initials="刘付观生" lastIdx="0" clrIdx="4293"/>
  <p:cmAuthor id="4295" name="洪 俊成" initials="洪" lastIdx="0" clrIdx="4294"/>
  <p:cmAuthor id="4296" name="xiao" initials="h" lastIdx="0" clrIdx="4295"/>
  <p:cmAuthor id="4297" name="maozy" initials="m" lastIdx="0" clrIdx="4296"/>
  <p:cmAuthor id="4298" name="陈杰威" initials="陈杰威" lastIdx="0" clrIdx="4297"/>
  <p:cmAuthor id="4299" name="Young" initials="Y" lastIdx="0" clrIdx="4298"/>
  <p:cmAuthor id="4300" name="wx" initials="w" lastIdx="0" clrIdx="4299"/>
  <p:cmAuthor id="4301" name="Dengjunmin (Helen, C&amp;SI)" initials="D(C" lastIdx="0" clrIdx="4300"/>
  <p:cmAuthor id="4302" name="方祥" initials="g" lastIdx="0" clrIdx="4301"/>
  <p:cmAuthor id="4303" name="Family401" initials="F" lastIdx="0" clrIdx="4302"/>
  <p:cmAuthor id="4304" name="山西公司集团客户部季文海" initials="山" lastIdx="0" clrIdx="4303"/>
  <p:cmAuthor id="4305" name="山西公司集团客户部DICT及云能力中心高新宇" initials="山" lastIdx="0" clrIdx="4304"/>
  <p:cmAuthor id="4306" name="guanxiaoyu" initials="g" lastIdx="0" clrIdx="4305"/>
  <p:cmAuthor id="4307" name="山西公司集团客户部杨天翼" initials="山" lastIdx="0" clrIdx="4306"/>
  <p:cmAuthor id="4308" name="韩 俊" initials="韩" lastIdx="0" clrIdx="4307"/>
  <p:cmAuthor id="4309" name="tianlin" initials="t" lastIdx="0" clrIdx="4308"/>
  <p:cmAuthor id="4310" name="Kevin" initials="K" lastIdx="0" clrIdx="4309"/>
  <p:cmAuthor id="4311" name="caipeiyuan@sd.cmcc" initials="caipeiyuan" lastIdx="0" clrIdx="4310"/>
  <p:cmAuthor id="4312" name="00024945" initials="0" lastIdx="0" clrIdx="4311"/>
  <p:cmAuthor id="4313" name="10205805" initials="1" lastIdx="0" clrIdx="4312"/>
  <p:cmAuthor id="4314" name="zhangjinjun" initials="z" lastIdx="0" clrIdx="4313"/>
  <p:cmAuthor id="4315" name="山西公司计划部马晨晖" initials="山" lastIdx="0" clrIdx="4314"/>
  <p:cmAuthor id="4316" name="M" initials="M" lastIdx="0" clrIdx="4315"/>
  <p:cmAuthor id="4317" name="10080095" initials="1" lastIdx="0" clrIdx="4316"/>
  <p:cmAuthor id="4318" name="cw198" initials="c" lastIdx="0" clrIdx="4317"/>
  <p:cmAuthor id="4319" name="王 伟" initials="王" lastIdx="0" clrIdx="4318"/>
  <p:cmAuthor id="4320" name="00265078" initials="0" lastIdx="0" clrIdx="4319"/>
  <p:cmAuthor id="4321" name="xxguojian" initials="x" lastIdx="0" clrIdx="4320"/>
  <p:cmAuthor id="4322" name="fengye zhu" initials="fz" lastIdx="0" clrIdx="4321"/>
  <p:cmAuthor id="4323" name="nelly" initials="n" lastIdx="0" clrIdx="4322"/>
  <p:cmAuthor id="4324" name="刘莹" initials="刘" lastIdx="0" clrIdx="4323"/>
  <p:cmAuthor id="4325" name="yj W" initials="yW" lastIdx="0" clrIdx="4324"/>
  <p:cmAuthor id="4326" name="晨曦_n6n2bAVB" initials="authorId_925318141" lastIdx="0" clrIdx="4325"/>
  <p:cmAuthor id="4327" name="徐 正国" initials="徐" lastIdx="0" clrIdx="4326"/>
  <p:cmAuthor id="4328" name="fengjianyou" initials="f" lastIdx="0" clrIdx="4327"/>
  <p:cmAuthor id="4329" name="帅 杰" initials="帅" lastIdx="0" clrIdx="4328"/>
  <p:cmAuthor id="4330" name="yangll" initials="y" lastIdx="0" clrIdx="4329"/>
  <p:cmAuthor id="4331" name="jwt" initials="jwt" lastIdx="0" clrIdx="4330"/>
  <p:cmAuthor id="4332" name="林娜" initials="林娜" lastIdx="0" clrIdx="4331"/>
  <p:cmAuthor id="4333" name="史文婷" initials="S" lastIdx="0" clrIdx="4332"/>
  <p:cmAuthor id="4334" name="線缐线✨" initials="線" lastIdx="0" clrIdx="4333"/>
  <p:cmAuthor id="4335" name="10092253" initials="1" lastIdx="0" clrIdx="4334"/>
  <p:cmAuthor id="4336" name="10309979" initials="1" lastIdx="0" clrIdx="4335"/>
  <p:cmAuthor id="4337" name="xd" initials="x" lastIdx="0" clrIdx="4336"/>
  <p:cmAuthor id="4338" name="Shu Chu" initials="SC" lastIdx="0" clrIdx="4337"/>
  <p:cmAuthor id="4339" name="方天" initials="方天" lastIdx="0" clrIdx="4338"/>
  <p:cmAuthor id="4340" name="王贺" initials="王" lastIdx="0" clrIdx="4339"/>
  <p:cmAuthor id="4341" name="dtf" initials="d" lastIdx="0" clrIdx="4340"/>
  <p:cmAuthor id="4342" name="Lin" initials="L" lastIdx="0" clrIdx="4341"/>
  <p:cmAuthor id="4343" name="潘婷婷" initials="潘婷婷" lastIdx="0" clrIdx="4342"/>
  <p:cmAuthor id="4344" name="桴 浮" initials="桴" lastIdx="0" clrIdx="4343"/>
  <p:cmAuthor id="4345" name="陈 相如" initials="陈" lastIdx="0" clrIdx="4344"/>
  <p:cmAuthor id="4346" name="13671140764@163.com" initials="1" lastIdx="0" clrIdx="4345"/>
  <p:cmAuthor id="4347" name="刘 镠" initials="刘" lastIdx="0" clrIdx="4346"/>
  <p:cmAuthor id="4348" name="Liu" initials="L" lastIdx="0" clrIdx="4347"/>
  <p:cmAuthor id="4349" name="gong Cathy" initials="gC" lastIdx="0" clrIdx="4348"/>
  <p:cmAuthor id="4350" name="Jeannette L Chu" initials="J" lastIdx="0" clrIdx="4349"/>
  <p:cmAuthor id="4351" name="ldh" initials="l" lastIdx="0" clrIdx="4350"/>
  <p:cmAuthor id="4352" name="杨雪" initials="杨" lastIdx="0" clrIdx="4351"/>
  <p:cmAuthor id="4353" name="桥 洪" initials="桥" lastIdx="0" clrIdx="4352"/>
  <p:cmAuthor id="4354" name="Sean Li" initials="SL" lastIdx="0" clrIdx="4353"/>
  <p:cmAuthor id="4355" name="麦子 婷" initials="麦子" lastIdx="0" clrIdx="4354"/>
  <p:cmAuthor id="4356" name="THINK" initials="T" lastIdx="0" clrIdx="4355"/>
  <p:cmAuthor id="4357" name="QC" initials="Q" lastIdx="0" clrIdx="4356"/>
  <p:cmAuthor id="4358" name="86180" initials="8" lastIdx="0" clrIdx="4357"/>
  <p:cmAuthor id="4359" name="Ding Gina" initials="DG" lastIdx="0" clrIdx="4358"/>
  <p:cmAuthor id="4360" name="Ahdx" initials="A" lastIdx="0" clrIdx="4359"/>
  <p:cmAuthor id="4361" name="锦蓉" initials="锦" lastIdx="0" clrIdx="4360"/>
  <p:cmAuthor id="4362" name="瑾" initials="瑾" lastIdx="0" clrIdx="4361"/>
  <p:cmAuthor id="4363" name="Zzzzzzz" initials="Z" lastIdx="0" clrIdx="4362"/>
  <p:cmAuthor id="4364" name="AORUS" initials="A" lastIdx="0" clrIdx="4363"/>
  <p:cmAuthor id="4365" name="t先生" initials="t" lastIdx="0" clrIdx="4364"/>
  <p:cmAuthor id="4366" name="p1110" initials="p" lastIdx="0" clrIdx="4365"/>
  <p:cmAuthor id="4367" name="张通" initials="张" lastIdx="0" clrIdx="4366"/>
  <p:cmAuthor id="4368" name="晓贤 黄" initials="晓黄" lastIdx="0" clrIdx="4367"/>
  <p:cmAuthor id="4369" name="cloudy1011" initials="c" lastIdx="0" clrIdx="4368"/>
  <p:cmAuthor id="4370" name="耿星星" initials="耿" lastIdx="0" clrIdx="4369"/>
  <p:cmAuthor id="4371" name="张馨玲" initials="张" lastIdx="0" clrIdx="4370"/>
  <p:cmAuthor id="4372" name="xusd" initials="x" lastIdx="0" clrIdx="4371"/>
  <p:cmAuthor id="4373" name="zhifubao" initials="z" lastIdx="0" clrIdx="4372"/>
  <p:cmAuthor id="4374" name="Chang, Catherine (BJ/DA)" initials="CC(" lastIdx="0" clrIdx="4373"/>
  <p:cmAuthor id="4375" name="年志强" initials="年" lastIdx="0" clrIdx="4374"/>
  <p:cmAuthor id="4376" name="87346" initials="8" lastIdx="0" clrIdx="4375"/>
  <p:cmAuthor id="4377" name="倪道明" initials="wh" lastIdx="0" clrIdx="4376"/>
  <p:cmAuthor id="4378" name="weiyi" initials="w" lastIdx="0" clrIdx="4377"/>
  <p:cmAuthor id="4379" name="linsq2" initials="l" lastIdx="0" clrIdx="4378"/>
  <p:cmAuthor id="4380" name="方贤斌" initials="u" lastIdx="0" clrIdx="4379"/>
  <p:cmAuthor id="4381" name="章佳妮" initials="章佳妮" lastIdx="0" clrIdx="4380"/>
  <p:cmAuthor id="4382" name="xingxing geng" initials="xg" lastIdx="0" clrIdx="4381"/>
  <p:cmAuthor id="4383" name="Cmit" initials="C" lastIdx="0" clrIdx="4382"/>
  <p:cmAuthor id="4384" name="qdf" initials="q" lastIdx="0" clrIdx="4383"/>
  <p:cmAuthor id="4385" name="刘 国维" initials="刘" lastIdx="0" clrIdx="4384"/>
  <p:cmAuthor id="4386" name="WPS_1728549599" initials="W" lastIdx="0" clrIdx="4385"/>
  <p:cmAuthor id="4387" name="阿勇" initials="阿" lastIdx="0" clrIdx="4386"/>
  <p:cmAuthor id="4388" name="正玄" initials="正" lastIdx="0" clrIdx="4387"/>
  <p:cmAuthor id="4389" name="烬飞默途" initials="烬" lastIdx="0" clrIdx="4388"/>
  <p:cmAuthor id="4390" name="3CtxCbr" initials="3" lastIdx="0" clrIdx="4389"/>
  <p:cmAuthor id="4391" name="张 青山" initials="张" lastIdx="0" clrIdx="4390"/>
  <p:cmAuthor id="4392" name="yulia" initials="y" lastIdx="0" clrIdx="4391"/>
  <p:cmAuthor id="4393" name="wangdi" initials="w" lastIdx="0" clrIdx="4392"/>
  <p:cmAuthor id="4394" name="10006799" initials="1" lastIdx="0" clrIdx="4393"/>
  <p:cmAuthor id="4395" name="10262568" initials="1" lastIdx="0" clrIdx="4394"/>
  <p:cmAuthor id="4396" name="10038422" initials="1" lastIdx="0" clrIdx="4395"/>
  <p:cmAuthor id="4397" name="leida" initials="LD" lastIdx="0" clrIdx="4396"/>
  <p:cmAuthor id="4398" name="xuanyu lin" initials="xl" lastIdx="0" clrIdx="4397"/>
  <p:cmAuthor id="4399" name="黄世彬" initials="黄" lastIdx="0" clrIdx="4398"/>
  <p:cmAuthor id="4400" name="zzz" initials="z" lastIdx="0" clrIdx="4399"/>
  <p:cmAuthor id="4401" name="10344322" initials="1" lastIdx="0" clrIdx="4400"/>
  <p:cmAuthor id="4402" name="龙 涛" initials="龙" lastIdx="0" clrIdx="4401"/>
  <p:cmAuthor id="4403" name="Chenqiuru (Jori, HW University)" initials="C" lastIdx="0" clrIdx="4402"/>
  <p:cmAuthor id="4404" name="zhou'ke'diao" initials="z" lastIdx="0" clrIdx="4403"/>
  <p:cmAuthor id="4405" name="中邮三农" initials="中" lastIdx="0" clrIdx="4404"/>
  <p:cmAuthor id="4406" name="Huawei" initials="H" lastIdx="0" clrIdx="4405"/>
  <p:cmAuthor id="4407" name="w00568405" initials="w" lastIdx="0" clrIdx="4406"/>
  <p:cmAuthor id="4408" name="liwei" initials="l" lastIdx="0" clrIdx="4407"/>
  <p:cmAuthor id="4409" name="LYZ" initials="L" lastIdx="0" clrIdx="4408"/>
  <p:cmAuthor id="4410" name="文发扬" initials="文" lastIdx="0" clrIdx="4409"/>
  <p:cmAuthor id="4411" name="张艺-km" initials="张" lastIdx="0" clrIdx="4410"/>
  <p:cmAuthor id="4412" name="31423" initials="3" lastIdx="0" clrIdx="4411"/>
  <p:cmAuthor id="4413" name="ME" initials="M" lastIdx="0" clrIdx="4412"/>
  <p:cmAuthor id="4414" name="JZ" initials="J" lastIdx="0" clrIdx="4413"/>
  <p:cmAuthor id="4415" name="71171220" initials="7" lastIdx="0" clrIdx="4414"/>
  <p:cmAuthor id="4416" name="Stay" initials="S" lastIdx="0" clrIdx="4415"/>
  <p:cmAuthor id="4417" name="Scoote" initials="S" lastIdx="0" clrIdx="4416"/>
  <p:cmAuthor id="4418" name="阿修罗" initials="阿" lastIdx="0" clrIdx="4417"/>
  <p:cmAuthor id="4419" name="李进进" initials="李" lastIdx="0" clrIdx="4418"/>
  <p:cmAuthor id="4420" name="gh666 S" initials="gS" lastIdx="0" clrIdx="4419"/>
  <p:cmAuthor id="4421" name="皮月新_baeqEzem" initials="authorId_2351" lastIdx="0" clrIdx="4420"/>
  <p:cmAuthor id="4422" name="刘朔" initials="刘" lastIdx="0" clrIdx="4421"/>
  <p:cmAuthor id="4423" name="张梦路" initials="张" lastIdx="0" clrIdx="4422"/>
  <p:cmAuthor id="4424" name="WPS_1728272768" initials="W" lastIdx="0" clrIdx="4423"/>
  <p:cmAuthor id="4425" name="yuyuzi" initials="y" lastIdx="0" clrIdx="4424"/>
  <p:cmAuthor id="4426" name="诺思hg" initials="诺" lastIdx="0" clrIdx="4425"/>
  <p:cmAuthor id="4427" name="刷新" initials="刷" lastIdx="0" clrIdx="4426"/>
  <p:cmAuthor id="4428" name="一米猪猪" initials="一" lastIdx="0" clrIdx="4427"/>
  <p:cmAuthor id="4429" name="王志伟" initials="王" lastIdx="0" clrIdx="4428"/>
  <p:cmAuthor id="4430" name="William Sun" initials="W" lastIdx="0" clrIdx="4429"/>
  <p:cmAuthor id="4431" name="Guaje7Villa" initials="G" lastIdx="0" clrIdx="4430"/>
  <p:cmAuthor id="4432" name="cheng yu" initials="cy" lastIdx="0" clrIdx="4431"/>
  <p:cmAuthor id="4433" name="song bin" initials="sb" lastIdx="0" clrIdx="4432"/>
  <p:cmAuthor id="4434" name="xy y" initials="xy" lastIdx="0" clrIdx="4433"/>
  <p:cmAuthor id="4435" name="Alpha" initials="α" lastIdx="0" clrIdx="4434"/>
  <p:cmAuthor id="4436" name="yjashley" initials="y" lastIdx="0" clrIdx="4435"/>
  <p:cmAuthor id="4437" name="李雅雯" initials="李" lastIdx="0" clrIdx="4436"/>
  <p:cmAuthor id="4438" name="王 祥如" initials="王" lastIdx="0" clrIdx="4437"/>
  <p:cmAuthor id="4439" name="李 芳怡" initials="李" lastIdx="0" clrIdx="4438"/>
  <p:cmAuthor id="4440" name="dscAdmin" initials="d" lastIdx="0" clrIdx="4439"/>
  <p:cmAuthor id="4441" name="Microsoft Office 使用者" initials="M" lastIdx="0" clrIdx="4440"/>
  <p:cmAuthor id="4442" name="淑美 翁" initials="淑" lastIdx="0" clrIdx="4441"/>
  <p:cmAuthor id="4443" name="Zengyuan Zheng" initials="ZZ" lastIdx="0" clrIdx="4442"/>
  <p:cmAuthor id="4444" name="S. Xi" initials="SX" lastIdx="0" clrIdx="4443"/>
  <p:cmAuthor id="4445" name="Victor Gao" initials="VG" lastIdx="0" clrIdx="4444"/>
  <p:cmAuthor id="4446" name="刘宝琛_JbIzNJ3U" initials="authorId_2661815016" lastIdx="0" clrIdx="4445"/>
  <p:cmAuthor id="4447" name="wunq1" initials="w" lastIdx="0" clrIdx="4446"/>
  <p:cmAuthor id="4448" name="yunfan" initials="y" lastIdx="0" clrIdx="4447"/>
  <p:cmAuthor id="4449" name="杨 东鹏" initials="杨" lastIdx="0" clrIdx="4448"/>
  <p:cmAuthor id="4450" name="冯 杰" initials="冯" lastIdx="0" clrIdx="4449"/>
  <p:cmAuthor id="4451" name="王昆" initials="王昆" lastIdx="0" clrIdx="4450"/>
  <p:cmAuthor id="4452" name="当 当" initials="当" lastIdx="0" clrIdx="4451"/>
  <p:cmAuthor id="4453" name="wl" initials="w" lastIdx="0" clrIdx="4452"/>
  <p:cmAuthor id="4454" name="Redeker, Yolanda" initials="R" lastIdx="0" clrIdx="4453"/>
  <p:cmAuthor id="4455" name="hl" initials="h" lastIdx="0" clrIdx="4454"/>
  <p:cmAuthor id="4456" name="acer" initials="a" lastIdx="0" clrIdx="4455"/>
  <p:cmAuthor id="4457" name="Tao, Sherry Sitong" initials="TSS" lastIdx="0" clrIdx="4456"/>
  <p:cmAuthor id="4458" name="hitwa" initials="h" lastIdx="0" clrIdx="4457"/>
  <p:cmAuthor id="4459" name="何山" initials="h" lastIdx="0" clrIdx="4458"/>
  <p:cmAuthor id="4460" name="SHAN HE" initials="SH" lastIdx="0" clrIdx="4459"/>
  <p:cmAuthor id="4461" name="IKKI" initials="I" lastIdx="0" clrIdx="4460"/>
  <p:cmAuthor id="4462" name="bob kang" initials="bk" lastIdx="0" clrIdx="4461"/>
  <p:cmAuthor id="4463" name="zhiqing peng" initials="zp" lastIdx="0" clrIdx="4462"/>
  <p:cmAuthor id="4464" name="朱明威" initials="zmw" lastIdx="0" clrIdx="4463"/>
  <p:cmAuthor id="4465" name="黄 婷" initials="黄" lastIdx="0" clrIdx="4464"/>
  <p:cmAuthor id="4466" name="song chuan" initials="sc" lastIdx="0" clrIdx="4465"/>
  <p:cmAuthor id="4467" name="zyrstz" initials="z" lastIdx="0" clrIdx="4466"/>
  <p:cmAuthor id="4468" name="mengm" initials="m" lastIdx="0" clrIdx="4467"/>
  <p:cmAuthor id="4469" name="邹亮" initials="邹" lastIdx="0" clrIdx="4468"/>
  <p:cmAuthor id="4470" name="XMY" initials="X" lastIdx="0" clrIdx="4469"/>
  <p:cmAuthor id="4471" name="song song" initials="s" lastIdx="0" clrIdx="4470"/>
  <p:cmAuthor id="4472" name="曾阿婷" initials="曾" lastIdx="0" clrIdx="4471"/>
  <p:cmAuthor id="4473" name="居下方上" initials="居" lastIdx="0" clrIdx="4472"/>
  <p:cmAuthor id="4474" name="丁香" initials="DX" lastIdx="0" clrIdx="4473"/>
  <p:cmAuthor id="4475" name="zhuxiujun" initials="z" lastIdx="0" clrIdx="4474"/>
  <p:cmAuthor id="4476" name="yangzf4" initials="y" lastIdx="0" clrIdx="4475"/>
  <p:cmAuthor id="4477" name="hanxu" initials="h" lastIdx="0" clrIdx="4476"/>
  <p:cmAuthor id="4478" name="13317" initials="1" lastIdx="0" clrIdx="4477"/>
  <p:cmAuthor id="4479" name="1564000570@qq.com" initials="1" lastIdx="0" clrIdx="4478"/>
  <p:cmAuthor id="4480" name="张黎明" initials="张" lastIdx="0" clrIdx="4479"/>
  <p:cmAuthor id="4481" name="沈 东昱" initials="沈" lastIdx="0" clrIdx="4480"/>
  <p:cmAuthor id="4482" name="xxy" initials="x" lastIdx="0" clrIdx="4481"/>
  <p:cmAuthor id="4483" name="ghostcat" initials="g" lastIdx="0" clrIdx="4482"/>
  <p:cmAuthor id="4484" name="郎 蕊" initials="郎" lastIdx="0" clrIdx="4483"/>
  <p:cmAuthor id="4485" name="蔡 宝岩" initials="蔡" lastIdx="0" clrIdx="4484"/>
  <p:cmAuthor id="4486" name="idxls7" initials="i" lastIdx="0" clrIdx="4485"/>
  <p:cmAuthor id="4487" name="郭婧" initials="郭" lastIdx="0" clrIdx="4486"/>
  <p:cmAuthor id="4488" name="wlc" initials="w" lastIdx="0" clrIdx="4487"/>
  <p:cmAuthor id="4489" name="王 云龙" initials="王" lastIdx="0" clrIdx="4488"/>
  <p:cmAuthor id="4490" name="批注" initials="z" lastIdx="0" clrIdx="4489"/>
  <p:cmAuthor id="4491" name="ws873111" initials="w" lastIdx="0" clrIdx="4490"/>
  <p:cmAuthor id="4492" name="Xi Chen" initials="XC" lastIdx="0" clrIdx="4491"/>
  <p:cmAuthor id="4493" name="张 强" initials="张" lastIdx="0" clrIdx="4492"/>
  <p:cmAuthor id="4494" name="徐亮" initials="XL" lastIdx="0" clrIdx="4493"/>
  <p:cmAuthor id="4495" name="zzy" initials="zzy" lastIdx="0" clrIdx="4494"/>
  <p:cmAuthor id="4496" name="tao" initials="t" lastIdx="0" clrIdx="4495"/>
  <p:cmAuthor id="4497" name="庞可" initials="庞" lastIdx="0" clrIdx="4496"/>
  <p:cmAuthor id="4498" name="yuange" initials="y" lastIdx="0" clrIdx="4497"/>
  <p:cmAuthor id="4499" name="sizhao@cmsr.cmcc" initials="S" lastIdx="0" clrIdx="4498"/>
  <p:cmAuthor id="4500" name="王 小圈" initials="王" lastIdx="0" clrIdx="4499"/>
  <p:cmAuthor id="4501" name="EDY" initials="E" lastIdx="0" clrIdx="4500"/>
  <p:cmAuthor id="4502" name="赵海红" initials="赵" lastIdx="0" clrIdx="4501"/>
  <p:cmAuthor id="4503" name="刘永勤" initials="hhg" lastIdx="0" clrIdx="4502"/>
  <p:cmAuthor id="4504" name="翟瑞霞" initials="ZHRX" lastIdx="0" clrIdx="4503"/>
  <p:cmAuthor id="4505" name="边娟" initials="边" lastIdx="0" clrIdx="4504"/>
  <p:cmAuthor id="4506" name="自由 鱼" initials="自由" lastIdx="0" clrIdx="4505"/>
  <p:cmAuthor id="4507" name="yuan jingjing" initials="yj" lastIdx="0" clrIdx="4506"/>
  <p:cmAuthor id="4508" name="10084783" initials="1" lastIdx="0" clrIdx="4507"/>
  <p:cmAuthor id="4509" name="tangrh" initials="tangrh" lastIdx="0" clrIdx="4508"/>
  <p:cmAuthor id="4510" name="ahkf" initials="a" lastIdx="0" clrIdx="4509"/>
  <p:cmAuthor id="4511" name="tu hy" initials="th" lastIdx="0" clrIdx="4510"/>
  <p:cmAuthor id="4512" name="庞翠翠" initials="庞" lastIdx="0" clrIdx="4511"/>
  <p:cmAuthor id="4513" name="艺 左" initials="艺" lastIdx="0" clrIdx="4512"/>
  <p:cmAuthor id="4514" name="白天石10193388" initials="白天石10193388" lastIdx="0" clrIdx="4513"/>
  <p:cmAuthor id="4515" name="卢静" initials="卢静" lastIdx="0" clrIdx="4514"/>
  <p:cmAuthor id="4516" name="liuyeqing" initials="l" lastIdx="0" clrIdx="4515"/>
  <p:cmAuthor id="4517" name="86137" initials="8" lastIdx="0" clrIdx="4516"/>
  <p:cmAuthor id="4518" name="TMDwangjiaq" initials="T" lastIdx="0" clrIdx="4517"/>
  <p:cmAuthor id="4519" name="张洋" initials="张" lastIdx="0" clrIdx="4518"/>
  <p:cmAuthor id="4520" name="zhuliang1" initials="z" lastIdx="0" clrIdx="4519"/>
  <p:cmAuthor id="4521" name="nan li" initials="nl" lastIdx="0" clrIdx="4520"/>
  <p:cmAuthor id="4522" name="后来" initials="后" lastIdx="0" clrIdx="4521"/>
  <p:cmAuthor id="4523" name="田婷婷" initials="田" lastIdx="0" clrIdx="4522"/>
  <p:cmAuthor id="4524" name="fly凡" initials="f" lastIdx="0" clrIdx="4523"/>
  <p:cmAuthor id="4525" name="冯 长杰" initials="冯" lastIdx="0" clrIdx="4524"/>
  <p:cmAuthor id="4526" name="杨 士韶" initials="杨" lastIdx="0" clrIdx="4525"/>
  <p:cmAuthor id="4527" name="宇 张" initials="宇" lastIdx="0" clrIdx="4526"/>
  <p:cmAuthor id="4528" name="zhouniudong" initials="z" lastIdx="0" clrIdx="4527"/>
  <p:cmAuthor id="4529" name="IT 测试" initials="I测" lastIdx="0" clrIdx="4528"/>
  <p:cmAuthor id="4530" name="MA XIYANG" initials="MX" lastIdx="0" clrIdx="4529"/>
  <p:cmAuthor id="4531" name="王 众" initials="王" lastIdx="0" clrIdx="4530"/>
  <p:cmAuthor id="4532" name="陈 勇" initials="陈" lastIdx="0" clrIdx="4531"/>
  <p:cmAuthor id="4533" name="hyh" initials="" lastIdx="0" clrIdx="4532"/>
  <p:cmAuthor id="4534" name="李 刚" initials="李" lastIdx="0" clrIdx="4533"/>
  <p:cmAuthor id="4535" name="李奉" initials="李奉" lastIdx="0" clrIdx="4534"/>
  <p:cmAuthor id="4536" name="李 彤彤" initials="李" lastIdx="0" clrIdx="4535"/>
  <p:cmAuthor id="4537" name="王 峻佑" initials="王" lastIdx="0" clrIdx="4536"/>
  <p:cmAuthor id="4538" name="惠 志行" initials="惠" lastIdx="0" clrIdx="4537"/>
  <p:cmAuthor id="4539" name="王 晓鹏" initials="王" lastIdx="0" clrIdx="4538"/>
  <p:cmAuthor id="4540" name="何 杰" initials="何" lastIdx="0" clrIdx="4539"/>
  <p:cmAuthor id="4541" name="刘斌章" initials="刘" lastIdx="0" clrIdx="4540"/>
  <p:cmAuthor id="4542" name="sj" initials="s" lastIdx="0" clrIdx="4541"/>
  <p:cmAuthor id="4543" name="赖小萍" initials="赖" lastIdx="0" clrIdx="4542"/>
  <p:cmAuthor id="4544" name="liubin" initials="l" lastIdx="0" clrIdx="4543"/>
  <p:cmAuthor id="4545" name="盛纵运营小组" initials="Office [32]" lastIdx="0" clrIdx="4544"/>
  <p:cmAuthor id="4546" name="史婷婷" initials="史" lastIdx="0" clrIdx="4545"/>
  <p:cmAuthor id="4547" name="齐昕" initials="齐" lastIdx="0" clrIdx="4546"/>
  <p:cmAuthor id="4548" name="杨尚阳" initials="杨" lastIdx="0" clrIdx="4547"/>
  <p:cmAuthor id="4549" name="肖 盛" initials="肖" lastIdx="0" clrIdx="4548"/>
  <p:cmAuthor id="4550" name="my2284" initials="m" lastIdx="0" clrIdx="4549"/>
  <p:cmAuthor id="4551" name="程 西西" initials="程" lastIdx="0" clrIdx="4550"/>
  <p:cmAuthor id="4552" name="wuc" initials="w" lastIdx="0" clrIdx="4551"/>
  <p:cmAuthor id="4553" name="jason" initials="j" lastIdx="0" clrIdx="4552"/>
  <p:cmAuthor id="4554" name="公诚" initials="公诚" lastIdx="0" clrIdx="4553"/>
  <p:cmAuthor id="4555" name="吴 寒" initials="吴" lastIdx="0" clrIdx="4554"/>
  <p:cmAuthor id="4556" name="袁理洁" initials="袁" lastIdx="0" clrIdx="4555"/>
  <p:cmAuthor id="4557" name="Thinkpad" initials="T" lastIdx="0" clrIdx="4556"/>
  <p:cmAuthor id="4558" name="ZDY" initials="Z" lastIdx="0" clrIdx="4557"/>
  <p:cmAuthor id="4559" name="lwq" initials="l" lastIdx="0" clrIdx="4558"/>
  <p:cmAuthor id="4560" name="liubo01" initials="l" lastIdx="0" clrIdx="4559"/>
  <p:cmAuthor id="4561" name="zhuji" initials="z" lastIdx="0" clrIdx="4560"/>
  <p:cmAuthor id="4562" name="BMC" initials="B" lastIdx="0" clrIdx="4561"/>
  <p:cmAuthor id="4563" name="Haibin Zhi" initials="HZ" lastIdx="0" clrIdx="4562"/>
  <p:cmAuthor id="4564" name="柳晓莉" initials="柳晓莉" lastIdx="0" clrIdx="4563"/>
  <p:cmAuthor id="4565" name="nannan" initials="n" lastIdx="0" clrIdx="4564"/>
  <p:cmAuthor id="4566" name="鞠睿" initials="鞠" lastIdx="0" clrIdx="4565"/>
  <p:cmAuthor id="4567" name="徐津津" initials="徐" lastIdx="0" clrIdx="4566"/>
  <p:cmAuthor id="4568" name="chep" initials="c" lastIdx="0" clrIdx="4567"/>
  <p:cmAuthor id="4569" name="杨浩波" initials="y" lastIdx="0" clrIdx="4568"/>
  <p:cmAuthor id="4570" name="lr" initials="l" lastIdx="0" clrIdx="4569"/>
  <p:cmAuthor id="4571" name="huodl" initials="h" lastIdx="0" clrIdx="4570"/>
  <p:cmAuthor id="4572" name="韩冬" initials="韩" lastIdx="0" clrIdx="4571"/>
  <p:cmAuthor id="4573" name="丽辉" initials="丽" lastIdx="0" clrIdx="4572"/>
  <p:cmAuthor id="4574" name="王庆娥" initials="王" lastIdx="0" clrIdx="4573"/>
  <p:cmAuthor id="4575" name="Kingsoft" initials="K" lastIdx="0" clrIdx="4574"/>
  <p:cmAuthor id="4576" name="吕利侠" initials="吕" lastIdx="0" clrIdx="4575"/>
  <p:cmAuthor id="4577" name="罗来宝" initials="l" lastIdx="0" clrIdx="4576"/>
  <p:cmAuthor id="4578" name="姚雅竹" initials="姚" lastIdx="0" clrIdx="4577"/>
  <p:cmAuthor id="4579" name="ccc" initials="c" lastIdx="0" clrIdx="4578"/>
  <p:cmAuthor id="4580" name="何文通" initials="何" lastIdx="0" clrIdx="4579"/>
  <p:cmAuthor id="4581" name="郭勇" initials="l" lastIdx="0" clrIdx="4580"/>
  <p:cmAuthor id="4582" name="王海清" initials="" lastIdx="0" clrIdx="4581"/>
  <p:cmAuthor id="4583" name="abeis" initials="a" lastIdx="0" clrIdx="4582"/>
  <p:cmAuthor id="4584" name="王伟" initials="a" lastIdx="0" clrIdx="4583"/>
  <p:cmAuthor id="4585" name="邵小丽" initials="邵" lastIdx="0" clrIdx="4584"/>
  <p:cmAuthor id="4586" name="骑着蜗牛闯世界" initials="骑" lastIdx="0" clrIdx="4585"/>
  <p:cmAuthor id="4587" name="OUTT" initials="O" lastIdx="0" clrIdx="4586"/>
  <p:cmAuthor id="4588" name="111" initials="1" lastIdx="0" clrIdx="4587"/>
  <p:cmAuthor id="4589" name="赵 akeci" initials="赵" lastIdx="0" clrIdx="4588"/>
  <p:cmAuthor id="4590" name="吴锦雅" initials="w" lastIdx="0" clrIdx="4589"/>
  <p:cmAuthor id="4591" name="summer2023" initials="s" lastIdx="0" clrIdx="4590"/>
  <p:cmAuthor id="4592" name="icey" initials="i" lastIdx="0" clrIdx="4591"/>
  <p:cmAuthor id="4593" name="郑园" initials="郑" lastIdx="0" clrIdx="4592"/>
  <p:cmAuthor id="4594" name="WPS_1496387999" initials="W" lastIdx="0" clrIdx="4593"/>
  <p:cmAuthor id="4595" name="coisini" initials="c" lastIdx="0" clrIdx="4594"/>
  <p:cmAuthor id="4596" name="WPS_1569972266" initials="W" lastIdx="0" clrIdx="4595"/>
  <p:cmAuthor id="4597" name="keliu" initials="k" lastIdx="0" clrIdx="4596"/>
  <p:cmAuthor id="4598" name="李晓琳|zzlixiaolin" initials="L" lastIdx="0" clrIdx="4597"/>
  <p:cmAuthor id="4599" name="gk480" initials="g" lastIdx="0" clrIdx="4598"/>
  <p:cmAuthor id="4600" name="18937" initials="1" lastIdx="0" clrIdx="4599"/>
  <p:cmAuthor id="4601" name="鹿心悸" initials="鹿" lastIdx="0" clrIdx="4600"/>
  <p:cmAuthor id="4602" name="liu" initials="l" lastIdx="0" clrIdx="4601"/>
  <p:cmAuthor id="4603" name="永 卢" initials="永" lastIdx="0" clrIdx="4602"/>
  <p:cmAuthor id="4604" name="慧" initials="慧" lastIdx="0" clrIdx="4603"/>
  <p:cmAuthor id="4605" name="没错啊~我们就是仙女儿呀！" initials="没" lastIdx="0" clrIdx="4604"/>
  <p:cmAuthor id="4606" name="呼啦啦" initials="呼" lastIdx="0" clrIdx="4605"/>
  <p:cmAuthor id="4607" name="ifangta@163.com" initials="i" lastIdx="0" clrIdx="4606"/>
  <p:cmAuthor id="4608" name="ffzengx" initials="f" lastIdx="0" clrIdx="4607"/>
  <p:cmAuthor id="4609" name="Simon" initials="S" lastIdx="0" clrIdx="4608"/>
  <p:cmAuthor id="4610" name="hu lingli" initials="hl" lastIdx="0" clrIdx="4609"/>
  <p:cmAuthor id="4611" name="DONG YUNCHUAN" initials="D" lastIdx="0" clrIdx="4610"/>
  <p:cmAuthor id="4612" name="依冉如故" initials="依" lastIdx="0" clrIdx="4611"/>
  <p:cmAuthor id="4613" name="wuaj" initials="w" lastIdx="0" clrIdx="4612"/>
  <p:cmAuthor id="4614" name="YL" initials="Y" lastIdx="0" clrIdx="4613"/>
  <p:cmAuthor id="4615" name="张 佳" initials="张" lastIdx="0" clrIdx="4614"/>
  <p:cmAuthor id="4616" name="史晨晨" initials="史" lastIdx="0" clrIdx="4615"/>
  <p:cmAuthor id="4617" name="王轶" initials="a" lastIdx="0" clrIdx="4616"/>
  <p:cmAuthor id="4618" name="甜 微" initials="甜" lastIdx="0" clrIdx="4617"/>
  <p:cmAuthor id="4619" name="李晓春" initials="李晓春" lastIdx="0" clrIdx="4618"/>
  <p:cmAuthor id="4620" name="未知的使用者101" initials="未" lastIdx="0" clrIdx="4619"/>
  <p:cmAuthor id="4621" name="WTY" initials="W" lastIdx="0" clrIdx="4620"/>
  <p:cmAuthor id="4622" name="®Bats." initials="®" lastIdx="0" clrIdx="4621"/>
  <p:cmAuthor id="4623" name="吴强" initials="W" lastIdx="0" clrIdx="4622"/>
  <p:cmAuthor id="4624" name="zhan Kevin" initials="zK" lastIdx="0" clrIdx="4623"/>
  <p:cmAuthor id="4625" name="张占成" initials="A" lastIdx="0" clrIdx="4624"/>
  <p:cmAuthor id="4626" name="赵海威" initials="赵" lastIdx="0" clrIdx="4625"/>
  <p:cmAuthor id="4627" name="DU" initials="D" lastIdx="0" clrIdx="4626"/>
  <p:cmAuthor id="4628" name="hsdx" initials="h" lastIdx="0" clrIdx="4627"/>
  <p:cmAuthor id="4629" name="何 异舟" initials="异何" lastIdx="0" clrIdx="4628"/>
  <p:cmAuthor id="4630" name="刘媛" initials="刘" lastIdx="0" clrIdx="4629"/>
  <p:cmAuthor id="4631" name="撕裂面具" initials="撕" lastIdx="0" clrIdx="4630"/>
  <p:cmAuthor id="4632" name="pai." initials="p" lastIdx="0" clrIdx="4631"/>
  <p:cmAuthor id="4633" name="siyuan zhao" initials="sz" lastIdx="0" clrIdx="4632"/>
  <p:cmAuthor id="4634" name="xu cheng" initials="xc" lastIdx="0" clrIdx="4633"/>
  <p:cmAuthor id="4635" name="gaowang" initials="g" lastIdx="0" clrIdx="4634"/>
  <p:cmAuthor id="4636" name="kjw" initials="k" lastIdx="0" clrIdx="4635"/>
  <p:cmAuthor id="4637" name="霍琰" initials="霍" lastIdx="0" clrIdx="4636"/>
  <p:cmAuthor id="4638" name="陈艳芳" initials="l" lastIdx="0" clrIdx="4637"/>
  <p:cmAuthor id="4639" name="方泽强" initials="A" lastIdx="0" clrIdx="4638"/>
  <p:cmAuthor id="4640" name="heyiheng" initials="h" lastIdx="0" clrIdx="4639"/>
  <p:cmAuthor id="4641" name="顾云康" initials="h" lastIdx="0" clrIdx="4640"/>
  <p:cmAuthor id="4642" name="rfsm" initials="r" lastIdx="0" clrIdx="4641"/>
  <p:cmAuthor id="4643" name="554623384@qq.com" initials="" lastIdx="0" clrIdx="4642"/>
  <p:cmAuthor id="4644" name="杨玫" initials="a" lastIdx="0" clrIdx="4643"/>
  <p:cmAuthor id="4645" name="王泽超" initials="王" lastIdx="0" clrIdx="4644"/>
  <p:cmAuthor id="4646" name="曾花" initials="曾" lastIdx="0" clrIdx="4645"/>
  <p:cmAuthor id="4647" name="lry_3" initials="l" lastIdx="0" clrIdx="4646"/>
  <p:cmAuthor id="4648" name="zhu'zhu'xu'qin" initials="z" lastIdx="0" clrIdx="4647"/>
  <p:cmAuthor id="4649" name="唐 小米" initials="唐" lastIdx="0" clrIdx="4648"/>
  <p:cmAuthor id="4650" name="赖晓宇" initials="赖" lastIdx="0" clrIdx="4649"/>
  <p:cmAuthor id="4651" name="24910" initials="2" lastIdx="0" clrIdx="4650"/>
  <p:cmAuthor id="4652" name="86187" initials="8" lastIdx="0" clrIdx="4651"/>
  <p:cmAuthor id="4653" name="涂 朝辉" initials="涂" lastIdx="0" clrIdx="4652"/>
  <p:cmAuthor id="4654" name="佩永" initials="佩永" lastIdx="0" clrIdx="4653"/>
  <p:cmAuthor id="4655" name="黄淑芳" initials="黄" lastIdx="0" clrIdx="4654"/>
  <p:cmAuthor id="4656" name="艾红霞（客户经营中心）" initials="艾" lastIdx="0" clrIdx="4655"/>
  <p:cmAuthor id="4657" name="志明 李" initials="志李" lastIdx="0" clrIdx="4656"/>
  <p:cmAuthor id="4658" name="ydcyy" initials="y" lastIdx="0" clrIdx="4657"/>
  <p:cmAuthor id="4659" name="15585" initials="1" lastIdx="0" clrIdx="4658"/>
  <p:cmAuthor id="4660" name="翁淑美" initials="翁" lastIdx="0" clrIdx="4659"/>
  <p:cmAuthor id="4661" name="胡誉湘" initials="Huyx" lastIdx="0" clrIdx="4660"/>
  <p:cmAuthor id="4662" name="Young~Win" initials="Y" lastIdx="0" clrIdx="4661"/>
  <p:cmAuthor id="4663" name="叶萍(襄樊用户一)" initials="叶" lastIdx="0" clrIdx="4662"/>
  <p:cmAuthor id="4664" name="bowen" initials="b" lastIdx="0" clrIdx="4663"/>
  <p:cmAuthor id="4665" name="桂" initials="HFDX" lastIdx="0" clrIdx="4664"/>
  <p:cmAuthor id="4666" name="pgos" initials="p" lastIdx="0" clrIdx="4665"/>
  <p:cmAuthor id="4667" name="qiao****@*****mail.site" initials="q" lastIdx="0" clrIdx="4666"/>
  <p:cmAuthor id="4668" name="韩" initials="韩" lastIdx="0" clrIdx="4667"/>
  <p:cmAuthor id="4669" name="18975169521@189.cn" initials="1" lastIdx="0" clrIdx="4668"/>
  <p:cmAuthor id="4670" name="liyuqin" initials="l" lastIdx="0" clrIdx="4669"/>
  <p:cmAuthor id="4671" name="杰" initials="杰" lastIdx="0" clrIdx="4670"/>
  <p:cmAuthor id="4672" name="琉璃" initials="琉" lastIdx="0" clrIdx="4671"/>
  <p:cmAuthor id="4673" name="caoyy51" initials="c" lastIdx="0" clrIdx="4672"/>
  <p:cmAuthor id="4674" name="lit53" initials="l" lastIdx="0" clrIdx="4673"/>
  <p:cmAuthor id="4675" name="王芃" initials="王" lastIdx="0" clrIdx="4674"/>
  <p:cmAuthor id="4676" name="李奕" initials="李" lastIdx="0" clrIdx="4675"/>
  <p:cmAuthor id="4677" name="曾楚轩" initials="曾" lastIdx="0" clrIdx="4676"/>
  <p:cmAuthor id="4678" name="魏天伟" initials="魏" lastIdx="0" clrIdx="4677"/>
  <p:cmAuthor id="4679" name="张宇" initials="张" lastIdx="0" clrIdx="4678"/>
  <p:cmAuthor id="4680" name="胡乐信" initials="胡" lastIdx="0" clrIdx="4679"/>
  <p:cmAuthor id="4681" name="徐魁" initials="A" lastIdx="0" clrIdx="4680"/>
  <p:cmAuthor id="4682" name="刘希梅" initials="刘" lastIdx="0" clrIdx="4681"/>
  <p:cmAuthor id="4683" name="ymr" initials="y" lastIdx="0" clrIdx="4682"/>
  <p:cmAuthor id="4684" name="倪平" initials="M" lastIdx="0" clrIdx="4683"/>
  <p:cmAuthor id="4685" name="刘璇" initials="刘" lastIdx="0" clrIdx="4684"/>
  <p:cmAuthor id="4686" name="FD-PC" initials="FP" lastIdx="0" clrIdx="4685"/>
  <p:cmAuthor id="4687" name="李垚" initials="李" lastIdx="0" clrIdx="4686"/>
  <p:cmAuthor id="4688" name="CN=徐菲3/OU=辽宁/O=chtc" initials="b" lastIdx="0" clrIdx="4687"/>
  <p:cmAuthor id="4689" name="CN=刘函语/OU=承德/OU=河北/O=chtc" initials="刘函语" lastIdx="0" clrIdx="4688"/>
  <p:cmAuthor id="4690" name="10206905" initials="1" lastIdx="0" clrIdx="4689"/>
  <p:cmAuthor id="4691" name="孟远" initials="A" lastIdx="0" clrIdx="4690"/>
  <p:cmAuthor id="4692" name="000274" initials="0" lastIdx="0" clrIdx="4691"/>
  <p:cmAuthor id="4693" name="冯庭玮" initials="冯" lastIdx="0" clrIdx="4692"/>
  <p:cmAuthor id="4694" name="Linan" initials="L" lastIdx="0" clrIdx="4693"/>
  <p:cmAuthor id="4695" name="tan jiarui" initials="tj" lastIdx="0" clrIdx="4694"/>
  <p:cmAuthor id="4696" name="WPS_1503766384" initials="W" lastIdx="0" clrIdx="4695"/>
  <p:cmAuthor id="4697" name="空" initials="空" lastIdx="0" clrIdx="4696"/>
  <p:cmAuthor id="4698" name="小麦" initials="l" lastIdx="0" clrIdx="4697"/>
  <p:cmAuthor id="4699" name="仲杰 李" initials="仲杰" lastIdx="0" clrIdx="4698"/>
  <p:cmAuthor id="4700" name="蘇建明 fatty_BFjaamIF" initials="authorId_241790624" lastIdx="0" clrIdx="4699"/>
  <p:cmAuthor id="4701" name="匡思" initials="匡" lastIdx="0" clrIdx="4700"/>
  <p:cmAuthor id="4702" name="yue tian" initials="ty" lastIdx="0" clrIdx="4701"/>
  <p:cmAuthor id="4703" name="玉柱 姚" initials="玉柱" lastIdx="0" clrIdx="4702"/>
  <p:cmAuthor id="4704" name="李广瑞" initials="l" lastIdx="0" clrIdx="4703"/>
  <p:cmAuthor id="4705" name="dongz2@chinatelecom.cn" initials="d" lastIdx="0" clrIdx="4704"/>
  <p:cmAuthor id="4706" name="li chunyi" initials="lc" lastIdx="0" clrIdx="4705"/>
  <p:cmAuthor id="4707" name="chunyi Li" initials="cL" lastIdx="0" clrIdx="4706"/>
  <p:cmAuthor id="4708" name="松 张" initials="松张" lastIdx="0" clrIdx="4707"/>
  <p:cmAuthor id="4709" name="PJ Landwehrle" initials="P" lastIdx="0" clrIdx="4708"/>
  <p:cmAuthor id="4710" name="smkhan" initials="s" lastIdx="0" clrIdx="4709"/>
  <p:cmAuthor id="4711" name="23" initials="2" lastIdx="0" clrIdx="4710"/>
  <p:cmAuthor id="4712" name="chivas d" initials="c" lastIdx="0" clrIdx="4711"/>
  <p:cmAuthor id="4713" name="hugh" initials="h" lastIdx="0" clrIdx="4712"/>
  <p:cmAuthor id="4714" name="wanggux" initials="w" lastIdx="0" clrIdx="4713"/>
  <p:cmAuthor id="4715" name="zhangqs" initials="z" lastIdx="0" clrIdx="4714"/>
  <p:cmAuthor id="4716" name="wah win" initials="ww" lastIdx="0" clrIdx="4715"/>
  <p:cmAuthor id="4717" name="ADMIN" initials="A" lastIdx="0" clrIdx="4716"/>
  <p:cmAuthor id="4718" name="KK" initials="K" lastIdx="0" clrIdx="4717"/>
  <p:cmAuthor id="4719" name="xiaozih" initials="x" lastIdx="0" clrIdx="4718"/>
  <p:cmAuthor id="4720" name="电信" initials="小" lastIdx="0" clrIdx="4719"/>
  <p:cmAuthor id="4721" name="李亚雄" initials="李" lastIdx="0" clrIdx="4720"/>
  <p:cmAuthor id="4722" name="寳" initials="寳" lastIdx="0" clrIdx="4721"/>
  <p:cmAuthor id="4723" name="guoliang" initials="guol2" lastIdx="0" clrIdx="4722"/>
  <p:cmAuthor id="4724" name="Rick Jing" initials="Rick" lastIdx="0" clrIdx="4723"/>
  <p:cmAuthor id="4725" name="民峰 谭" initials="民" lastIdx="0" clrIdx="4724"/>
  <p:cmAuthor id="4726" name="戈" initials="戈" lastIdx="0" clrIdx="4725"/>
  <p:cmAuthor id="4727" name="王莺" initials="王" lastIdx="0" clrIdx="4726"/>
  <p:cmAuthor id="4728" name="张韬" initials="张韬" lastIdx="0" clrIdx="4727"/>
  <p:cmAuthor id="4729" name="燕龙" initials="燕龙" lastIdx="0" clrIdx="4728"/>
  <p:cmAuthor id="4730" name="李应鑫" initials="李" lastIdx="0" clrIdx="4729"/>
  <p:cmAuthor id="4731" name="C ss" initials="Cs" lastIdx="0" clrIdx="4730"/>
  <p:cmAuthor id="4732" name="zhaopj18" initials="z" lastIdx="0" clrIdx="4731"/>
  <p:cmAuthor id="4733" name="gang cao" initials="gc" lastIdx="0" clrIdx="4732"/>
  <p:cmAuthor id="4734" name="曾素灵" initials="曾" lastIdx="0" clrIdx="4733"/>
  <p:cmAuthor id="4735" name="55012" initials="5" lastIdx="0" clrIdx="4734"/>
  <p:cmAuthor id="4736" name="Unknown User115" initials="U" lastIdx="0" clrIdx="4735"/>
  <p:cmAuthor id="4737" name="梦莉 王" initials="梦王" lastIdx="0" clrIdx="4736"/>
  <p:cmAuthor id="4738" name="雅芳 彭" initials="雅彭" lastIdx="0" clrIdx="4737"/>
  <p:cmAuthor id="4739" name="李慧娟" initials="李" lastIdx="0" clrIdx="4738"/>
  <p:cmAuthor id="4740" name="肖顶波" initials="肖" lastIdx="0" clrIdx="4739"/>
  <p:cmAuthor id="4741" name="企业用户_803309284" initials="企" lastIdx="0" clrIdx="4740"/>
  <p:cmAuthor id="4742" name="Nora" initials="N" lastIdx="0" clrIdx="4741"/>
  <p:cmAuthor id="4743" name="李大嗨" initials="李" lastIdx="0" clrIdx="4742"/>
  <p:cmAuthor id="4744" name="qianzhang" initials="q" lastIdx="0" clrIdx="4743"/>
  <p:cmAuthor id="4745" name="11617" initials="1" lastIdx="0" clrIdx="4744"/>
  <p:cmAuthor id="4746" name="yongbin tan" initials="yt" lastIdx="0" clrIdx="4745"/>
  <p:cmAuthor id="4747" name="武晓红" initials="武" lastIdx="0" clrIdx="4746"/>
  <p:cmAuthor id="4748" name="Jessica" initials="J" lastIdx="0" clrIdx="4747"/>
  <p:cmAuthor id="4749" name="wmcmdi" initials="w" lastIdx="0" clrIdx="4748"/>
  <p:cmAuthor id="4750" name="10109399" initials="1" lastIdx="0" clrIdx="4749"/>
  <p:cmAuthor id="4751" name="北野战萧" initials="北" lastIdx="0" clrIdx="4750"/>
  <p:cmAuthor id="4752" name="JIANG QUN" initials="J" lastIdx="0" clrIdx="4751"/>
  <p:cmAuthor id="4753" name="刚刚好_RBZbyEj2" initials="authorId_256324335" lastIdx="0" clrIdx="4752"/>
  <p:cmAuthor id="4754" name="Ghuck" initials="G" lastIdx="0" clrIdx="4753"/>
  <p:cmAuthor id="4755" name="黄鸿达" initials="黄" lastIdx="0" clrIdx="4754"/>
  <p:cmAuthor id="4756" name="关璐" initials="关" lastIdx="0" clrIdx="4755"/>
  <p:cmAuthor id="4757" name="10010178" initials="1" lastIdx="0" clrIdx="4756"/>
  <p:cmAuthor id="4758" name="江 玲" initials="江" lastIdx="0" clrIdx="4757"/>
  <p:cmAuthor id="4759" name="10129659" initials="1" lastIdx="0" clrIdx="4758"/>
  <p:cmAuthor id="4760" name="10100374" initials="1" lastIdx="0" clrIdx="4759"/>
  <p:cmAuthor id="4761" name="10012613" initials="1" lastIdx="0" clrIdx="4760"/>
  <p:cmAuthor id="4762" name="JS-HA-ZSB-孙文涛" initials="J" lastIdx="0" clrIdx="4761"/>
  <p:cmAuthor id="4763" name="leif" initials="l" lastIdx="0" clrIdx="4762"/>
  <p:cmAuthor id="4764" name="郭瑞博" initials="郭" lastIdx="0" clrIdx="4763"/>
  <p:cmAuthor id="4765" name="00305056" initials="0" lastIdx="0" clrIdx="4764"/>
  <p:cmAuthor id="4766" name="10111841" initials="1" lastIdx="0" clrIdx="4765"/>
  <p:cmAuthor id="4767" name="罗雅丹" initials="罗" lastIdx="0" clrIdx="4766"/>
  <p:cmAuthor id="4768" name="10240466" initials="1" lastIdx="0" clrIdx="4767"/>
  <p:cmAuthor id="4769" name="zqsgs" initials="z" lastIdx="0" clrIdx="4768"/>
  <p:cmAuthor id="4770" name="董耘_um22zMFb" initials="authorId_1461203234" lastIdx="0" clrIdx="4769"/>
  <p:cmAuthor id="4771" name="廖一明" initials="廖一明" lastIdx="0" clrIdx="4770"/>
  <p:cmAuthor id="4772" name="A熊泽锐" initials="A" lastIdx="0" clrIdx="4771"/>
  <p:cmAuthor id="4773" name="svime" initials="s" lastIdx="0" clrIdx="4772"/>
  <p:cmAuthor id="4774" name="禹 邓" initials="禹邓" lastIdx="0" clrIdx="4773"/>
  <p:cmAuthor id="4775" name="18037" initials="1" lastIdx="0" clrIdx="4774"/>
  <p:cmAuthor id="4776" name="tiger" initials="t" lastIdx="0" clrIdx="4775"/>
  <p:cmAuthor id="4777" name="10035626" initials="1" lastIdx="0" clrIdx="4776"/>
  <p:cmAuthor id="4778" name="李锦贞00249252" initials="MSOffice" lastIdx="0" clrIdx="4777"/>
  <p:cmAuthor id="4779" name="杨丹" initials="6" lastIdx="0" clrIdx="4778"/>
  <p:cmAuthor id="4780" name="USER631805" initials="U" lastIdx="0" clrIdx="4779"/>
  <p:cmAuthor id="4781" name="巧克力" initials="巧" lastIdx="0" clrIdx="4780"/>
  <p:cmAuthor id="4782" name="黄波" initials="黄波" lastIdx="0" clrIdx="4781"/>
  <p:cmAuthor id="4783" name="温蒂" initials="温" lastIdx="0" clrIdx="4782"/>
  <p:cmAuthor id="4784" name="10351191" initials="1" lastIdx="0" clrIdx="4783"/>
  <p:cmAuthor id="4785" name="liuti" initials="l" lastIdx="0" clrIdx="4784"/>
  <p:cmAuthor id="4786" name="原野" initials="原" lastIdx="0" clrIdx="4785"/>
  <p:cmAuthor id="4787" name="董星星" initials="董" lastIdx="0" clrIdx="4786"/>
  <p:cmAuthor id="4788" name="王旭" initials="王" lastIdx="0" clrIdx="4787"/>
  <p:cmAuthor id="4789" name="罗艺萌" initials="罗" lastIdx="0" clrIdx="4788"/>
  <p:cmAuthor id="4790" name="Juliet猪立业" initials="J" lastIdx="0" clrIdx="4789"/>
  <p:cmAuthor id="4791" name="段江" initials="段" lastIdx="0" clrIdx="4790"/>
  <p:cmAuthor id="4792" name="wswsbo" initials="w" lastIdx="0" clrIdx="4791"/>
  <p:cmAuthor id="4793" name="陆森" initials="陆" lastIdx="0" clrIdx="4792"/>
  <p:cmAuthor id="4794" name="李亮" initials="李" lastIdx="0" clrIdx="4793"/>
  <p:cmAuthor id="4795" name="改变" initials="改" lastIdx="0" clrIdx="4794"/>
  <p:cmAuthor id="4796" name="skyblue2009" initials="s" lastIdx="0" clrIdx="4795"/>
  <p:cmAuthor id="4797" name="tianatan" initials="t" lastIdx="0" clrIdx="4796"/>
  <p:cmAuthor id="4798" name="Carith" initials="C" lastIdx="0" clrIdx="4797"/>
  <p:cmAuthor id="4799" name="时光" initials="时" lastIdx="0" clrIdx="4798"/>
  <p:cmAuthor id="4800" name="lzy" initials="8" lastIdx="0" clrIdx="4799"/>
  <p:cmAuthor id="4801" name="孙傲" initials="孙" lastIdx="0" clrIdx="4800"/>
  <p:cmAuthor id="4802" name="Tea" initials="T" lastIdx="0" clrIdx="4801"/>
  <p:cmAuthor id="4803" name="想" initials="想" lastIdx="0" clrIdx="4802"/>
  <p:cmAuthor id="4804" name="殷一非" initials="殷" lastIdx="0" clrIdx="4803"/>
  <p:cmAuthor id="4805" name="夏先生" initials="夏" lastIdx="0" clrIdx="4804"/>
  <p:cmAuthor id="4806" name="niuniu" initials="n" lastIdx="0" clrIdx="4805"/>
  <p:cmAuthor id="4807" name="桃豆豆" initials="桃" lastIdx="0" clrIdx="4806"/>
  <p:cmAuthor id="4808" name="刁航宇" initials="刁" lastIdx="0" clrIdx="4807"/>
  <p:cmAuthor id="4809" name="小州Gg" initials="小" lastIdx="0" clrIdx="4808"/>
  <p:cmAuthor id="4810" name="13488749431手机用户" initials="1" lastIdx="0" clrIdx="4809"/>
  <p:cmAuthor id="4811" name="李宁" initials="李" lastIdx="0" clrIdx="4810"/>
  <p:cmAuthor id="4812" name="马宇媛" initials="马" lastIdx="0" clrIdx="4811"/>
  <p:cmAuthor id="4813" name="天天" initials="天" lastIdx="0" clrIdx="4812"/>
  <p:cmAuthor id="4814" name="初七之月亮" initials="初" lastIdx="0" clrIdx="4813"/>
  <p:cmAuthor id="4815" name=" LION" initials=" " lastIdx="0" clrIdx="4814"/>
  <p:cmAuthor id="4816" name="康斯坦尼斯拉夫斯基" initials="康" lastIdx="0" clrIdx="4815"/>
  <p:cmAuthor id="4817" name="Frank" initials="F" lastIdx="0" clrIdx="4816"/>
  <p:cmAuthor id="4818" name="LBB" initials="L" lastIdx="0" clrIdx="4817"/>
  <p:cmAuthor id="4819" name="半暖时光" initials="半" lastIdx="0" clrIdx="4818"/>
  <p:cmAuthor id="4820" name="杜立旺" initials="杜" lastIdx="0" clrIdx="4819"/>
  <p:cmAuthor id="4821" name="依依" initials="依" lastIdx="0" clrIdx="4820"/>
  <p:cmAuthor id="4822" name="曹劲然" initials="曹" lastIdx="0" clrIdx="4821"/>
  <p:cmAuthor id="4823" name="赵永成" initials="赵" lastIdx="0" clrIdx="4822"/>
  <p:cmAuthor id="4824" name="16640" initials="1" lastIdx="0" clrIdx="4823"/>
  <p:cmAuthor id="4825" name="袖盈嘉茉" initials="袖" lastIdx="0" clrIdx="4824"/>
  <p:cmAuthor id="4826" name="西赆南琛" initials="西" lastIdx="0" clrIdx="4825"/>
  <p:cmAuthor id="4827" name="WPS_1716908770" initials="W" lastIdx="0" clrIdx="4826"/>
  <p:cmAuthor id="4828" name="于浣" initials="于" lastIdx="0" clrIdx="4827"/>
  <p:cmAuthor id="4829" name="小粟勺" initials="小" lastIdx="0" clrIdx="4828"/>
  <p:cmAuthor id="4830" name="黄炜" initials="黄" lastIdx="0" clrIdx="4829"/>
  <p:cmAuthor id="4831" name="wink" initials="w" lastIdx="0" clrIdx="4830"/>
  <p:cmAuthor id="4832" name="番茄^_^" initials="番" lastIdx="0" clrIdx="4831"/>
  <p:cmAuthor id="4833" name="项军杨" initials="项" lastIdx="0" clrIdx="4832"/>
  <p:cmAuthor id="4834" name="月亮是我啃弯的" initials="月" lastIdx="0" clrIdx="4833"/>
  <p:cmAuthor id="4835" name="wangyan" initials="w" lastIdx="0" clrIdx="4834"/>
  <p:cmAuthor id="4836" name="等我有" initials="等" lastIdx="0" clrIdx="4835"/>
  <p:cmAuthor id="4837" name="25721" initials="2" lastIdx="0" clrIdx="4836"/>
  <p:cmAuthor id="4838" name="徐静" initials="徐" lastIdx="0" clrIdx="4837"/>
  <p:cmAuthor id="4839" name="yuehui" initials="y" lastIdx="0" clrIdx="4838"/>
  <p:cmAuthor id="4840" name="fubin" initials="f" lastIdx="0" clrIdx="4839"/>
  <p:cmAuthor id="4841" name="徐林" initials="徐" lastIdx="0" clrIdx="4840"/>
  <p:cmAuthor id="4842" name="guocy2" initials="g" lastIdx="0" clrIdx="4841"/>
  <p:cmAuthor id="4843" name="黄尔妮" initials="W用" lastIdx="0" clrIdx="4842"/>
  <p:cmAuthor id="4844" name="liy36" initials="l" lastIdx="0" clrIdx="4843"/>
  <p:cmAuthor id="4845" name="陈东昶" initials="" lastIdx="0" clrIdx="4844"/>
  <p:cmAuthor id="4846" name="王红梅" initials="u" lastIdx="0" clrIdx="4845"/>
  <p:cmAuthor id="4847" name="yan xueshen" initials="y" lastIdx="0" clrIdx="4846"/>
  <p:cmAuthor id="4848" name="官美玲" initials="官" lastIdx="0" clrIdx="4847"/>
  <p:cmAuthor id="4849" name="14480" initials="1" lastIdx="0" clrIdx="4848"/>
  <p:cmAuthor id="4850" name="彭春桥" initials="彭" lastIdx="0" clrIdx="4849"/>
  <p:cmAuthor id="4851" name="maoshilei" initials="msl" lastIdx="0" clrIdx="4850"/>
  <p:cmAuthor id="4852" name="hp-pc" initials="h" lastIdx="0" clrIdx="4851"/>
  <p:cmAuthor id="4853" name="喵不嗑盐" initials="喵" lastIdx="0" clrIdx="4852"/>
  <p:cmAuthor id="4854" name="HUANG YANG" initials="H" lastIdx="0" clrIdx="4853"/>
  <p:cmAuthor id="4855" name="v-yangheng" initials="v" lastIdx="0" clrIdx="4854"/>
  <p:cmAuthor id="4856" name="家伟 黄" initials="家" lastIdx="0" clrIdx="4855"/>
  <p:cmAuthor id="4857" name="kimi的辣妈丽华" initials="k" lastIdx="0" clrIdx="4856"/>
  <p:cmAuthor id="4858" name="Yuri1823" initials="Y" lastIdx="0" clrIdx="4857"/>
  <p:cmAuthor id="4859" name="雷明望" initials="a" lastIdx="0" clrIdx="4858"/>
  <p:cmAuthor id="4860" name="李涛" initials="李涛" lastIdx="0" clrIdx="4859"/>
  <p:cmAuthor id="4861" name="lumingj" initials="l" lastIdx="0" clrIdx="4860"/>
  <p:cmAuthor id="4862" name="刘志杰" initials="刘" lastIdx="0" clrIdx="4861"/>
  <p:cmAuthor id="4863" name="奇峰 胡" initials="奇胡" lastIdx="0" clrIdx="4862"/>
  <p:cmAuthor id="4864" name="骑蜗牛闯红灯" initials="骑" lastIdx="0" clrIdx="4863"/>
  <p:cmAuthor id="4865" name="李辉" initials="A" lastIdx="0" clrIdx="4864"/>
  <p:cmAuthor id="4866" name="吴益雯" initials="吴益雯" lastIdx="0" clrIdx="4865"/>
  <p:cmAuthor id="4867" name="贾帅" initials="贾帅" lastIdx="0" clrIdx="4866"/>
  <p:cmAuthor id="4868" name="WPS_1657248322" initials="W" lastIdx="0" clrIdx="4867"/>
  <p:cmAuthor id="4869" name="楼彤彤" initials="楼" lastIdx="0" clrIdx="4868"/>
  <p:cmAuthor id="4870" name="Justin" initials="" lastIdx="0" clrIdx="4869"/>
  <p:cmAuthor id="4871" name="殷 凯" initials="凯殷" lastIdx="0" clrIdx="4870"/>
  <p:cmAuthor id="4872" name="行 朱" initials="行" lastIdx="0" clrIdx="4871"/>
  <p:cmAuthor id="4873" name="蔡浩02-售前赋能部" initials="蔡浩02-售前赋能部" lastIdx="0" clrIdx="4872"/>
  <p:cmAuthor id="4874" name="范卫娜" initials="范卫娜" lastIdx="0" clrIdx="4873"/>
  <p:cmAuthor id="4875" name="huang pengtao" initials="hp" lastIdx="0" clrIdx="4874"/>
  <p:cmAuthor id="4876" name="卢 静" initials="卢" lastIdx="0" clrIdx="4875"/>
  <p:cmAuthor id="4877" name="黎智哲" initials="黎" lastIdx="0" clrIdx="4876"/>
  <p:cmAuthor id="4878" name="祝云兰" initials="祝" lastIdx="0" clrIdx="4877"/>
  <p:cmAuthor id="4879" name="新生" initials="新生" lastIdx="0" clrIdx="4878"/>
  <p:cmAuthor id="4880" name="坚定不移" initials="坚" lastIdx="0" clrIdx="4879"/>
  <p:cmAuthor id="4881" name="tactic tactic" initials="tt" lastIdx="0" clrIdx="4880"/>
  <p:cmAuthor id="4882" name="婕" initials="婕" lastIdx="0" clrIdx="4881"/>
  <p:cmAuthor id="4883" name="方 婕" initials="方" lastIdx="0" clrIdx="4882"/>
  <p:cmAuthor id="4884" name="我乃浮云" initials="我" lastIdx="0" clrIdx="4883"/>
  <p:cmAuthor id="4885" name="wenny" initials="w" lastIdx="0" clrIdx="4884"/>
  <p:cmAuthor id="4886" name="GTS" initials="G" lastIdx="0" clrIdx="4885"/>
  <p:cmAuthor id="4887" name="格林王子" initials="格" lastIdx="0" clrIdx="4886"/>
  <p:cmAuthor id="4888" name="1987901993@qq.com" initials="" lastIdx="0" clrIdx="4887"/>
  <p:cmAuthor id="4889" name="严建" initials="严" lastIdx="0" clrIdx="4888"/>
  <p:cmAuthor id="4890" name="肖世洋00332539" initials="肖世洋00332539" lastIdx="0" clrIdx="4889"/>
  <p:cmAuthor id="4891" name="潇湘妃子" initials="潇" lastIdx="0" clrIdx="4890"/>
  <p:cmAuthor id="4892" name="罗意（市场部）" initials="罗" lastIdx="0" clrIdx="4891"/>
  <p:cmAuthor id="4893" name="邹章华" initials="邹" lastIdx="0" clrIdx="4892"/>
  <p:cmAuthor id="4894" name="熊俊阳_JVbuRZzi" initials="authorId_369679057" lastIdx="0" clrIdx="4893"/>
  <p:cmAuthor id="4895" name="于晖_zy632mY3" initials="authorId_387757713" lastIdx="0" clrIdx="4894"/>
  <p:cmAuthor id="4896" name="Ivy Shen (Open) " initials="I" lastIdx="0" clrIdx="4895"/>
  <p:cmAuthor id="4897" name="向小芹" initials="向" lastIdx="0" clrIdx="4896"/>
  <p:cmAuthor id="4898" name="刘军" initials="l" lastIdx="0" clrIdx="4897"/>
  <p:cmAuthor id="4899" name="倩" initials="倩" lastIdx="0" clrIdx="4898"/>
  <p:cmAuthor id="4900" name="胡聪(政法治理支撑中心)" initials="胡" lastIdx="0" clrIdx="4899"/>
  <p:cmAuthor id="4901" name="莫芸菁(物联网与云运营中心)" initials="A" lastIdx="0" clrIdx="4900"/>
  <p:cmAuthor id="4902" name="周燕宁(政企客户部)" initials="周" lastIdx="0" clrIdx="4901"/>
  <p:cmAuthor id="4903" name="唐瑭(政企客户部)" initials="TT" lastIdx="0" clrIdx="4902"/>
  <p:cmAuthor id="4904" name="dan" initials="d" lastIdx="0" clrIdx="4903"/>
  <p:cmAuthor id="4905" name="井 春晓" initials="井" lastIdx="0" clrIdx="4904"/>
  <p:cmAuthor id="4906" name="莫之聪(商业客户中心)" initials="莫" lastIdx="0" clrIdx="4905"/>
  <p:cmAuthor id="4907" name="ChinaTea" initials="C" lastIdx="0" clrIdx="4906"/>
  <p:cmAuthor id="4908" name="程 贝贝" initials="程" lastIdx="0" clrIdx="4907"/>
  <p:cmAuthor id="4909" name="刘梦莹(市场部)" initials="刘" lastIdx="0" clrIdx="4908"/>
  <p:cmAuthor id="4910" name="85721" initials="8" lastIdx="0" clrIdx="4909"/>
  <p:cmAuthor id="4911" name="Hai Meimei" initials="H" lastIdx="0" clrIdx="4910"/>
  <p:cmAuthor id="4912" name="芦彦霖的PC" initials="芦" lastIdx="0" clrIdx="4911"/>
  <p:cmAuthor id="4913" name="zhu liudan" initials="lz" lastIdx="0" clrIdx="4912"/>
  <p:cmAuthor id="4914" name="╰o 綯氣" initials="╰" lastIdx="0" clrIdx="4913"/>
  <p:cmAuthor id="4915" name="何苗(市场部)" initials="何" lastIdx="0" clrIdx="4914"/>
  <p:cmAuthor id="4916" name="xiuqi chen" initials="xc" lastIdx="0" clrIdx="4915"/>
  <p:cmAuthor id="4917" name="孙梦(全渠道运营中心)" initials="孙" lastIdx="0" clrIdx="4916"/>
  <p:cmAuthor id="4918" name="18977148228@189.cn" initials="1" lastIdx="0" clrIdx="4917"/>
  <p:cmAuthor id="4919" name="上帝的宠儿" initials="上" lastIdx="0" clrIdx="4918"/>
  <p:cmAuthor id="4920" name="刘永军(政企客户部)" initials="刘" lastIdx="0" clrIdx="4919"/>
  <p:cmAuthor id="4921" name="蔡燕宁(政企客户管理部)" initials="W用" lastIdx="0" clrIdx="4920"/>
  <p:cmAuthor id="4922" name="汤戈清(客户运营中心(电子渠道运营中心))" initials="汤" lastIdx="0" clrIdx="4921"/>
  <p:cmAuthor id="4923" name="MAC" initials="M" lastIdx="0" clrIdx="4922"/>
  <p:cmAuthor id="4924" name="Tianchi Yao" initials="TY" lastIdx="0" clrIdx="4923"/>
  <p:cmAuthor id="4925" name="Olivia" initials="O" lastIdx="0" clrIdx="4924"/>
  <p:cmAuthor id="4926" name="Mi" initials="M" lastIdx="0" clrIdx="4925"/>
  <p:cmAuthor id="4927" name="何剑锋(市场部)" initials="何" lastIdx="0" clrIdx="4926"/>
  <p:cmAuthor id="4928" name="陈诚" initials="陈" lastIdx="0" clrIdx="4927"/>
  <p:cmAuthor id="4929" name="陈刚_Zneq2e63" initials="authorId_1297-394800944998690" lastIdx="0" clrIdx="4928"/>
  <p:cmAuthor id="4930" name="戴 波" initials="戴" lastIdx="0" clrIdx="4929"/>
  <p:cmAuthor id="4931" name="WPS_1703671764" initials="W" lastIdx="0" clrIdx="4930"/>
  <p:cmAuthor id="4932" name="幸全" initials="幸全" lastIdx="0" clrIdx="4931"/>
  <p:cmAuthor id="4933" name="enby" initials="e" lastIdx="0" clrIdx="4932"/>
  <p:cmAuthor id="4934" name="刘 锐明" initials="刘" lastIdx="0" clrIdx="4933"/>
  <p:cmAuthor id="4935" name="波" initials="波" lastIdx="0" clrIdx="4934"/>
  <p:cmAuthor id="4936" name="丽霞 杨" initials="丽杨" lastIdx="0" clrIdx="4935"/>
  <p:cmAuthor id="4937" name="敏 杨" initials="敏杨" lastIdx="0" clrIdx="4936"/>
  <p:cmAuthor id="4938" name="lukui5" initials="l" lastIdx="0" clrIdx="4937"/>
  <p:cmAuthor id="4939" name="yy" initials="y" lastIdx="0" clrIdx="4938"/>
  <p:cmAuthor id="4940" name="可省" initials="可省" lastIdx="0" clrIdx="4939"/>
  <p:cmAuthor id="4941" name="靳妍妮3" initials="靳" lastIdx="0" clrIdx="4940"/>
  <p:cmAuthor id="4942" name="曹成林1" initials="曹" lastIdx="0" clrIdx="4941"/>
  <p:cmAuthor id="4943" name="王 曦" initials="王" lastIdx="0" clrIdx="4942"/>
  <p:cmAuthor id="4944" name="贵 讲" initials="贵" lastIdx="0" clrIdx="4943"/>
  <p:cmAuthor id="4945" name="媛媛 肖" initials="媛媛" lastIdx="0" clrIdx="4944"/>
  <p:cmAuthor id="4946" name="Gnol" initials="G" lastIdx="0" clrIdx="4945"/>
  <p:cmAuthor id="4947" name="X u" initials="Xu" lastIdx="0" clrIdx="4946"/>
  <p:cmAuthor id="4948" name="孔进" initials="j" lastIdx="0" clrIdx="4947"/>
  <p:cmAuthor id="4949" name="徐雅君" initials="j" lastIdx="0" clrIdx="4948"/>
  <p:cmAuthor id="4950" name="张 J" initials="张" lastIdx="0" clrIdx="4949"/>
  <p:cmAuthor id="4951" name="wm xu" initials="wx" lastIdx="0" clrIdx="4950"/>
  <p:cmAuthor id="4952" name="ZTEczq" initials="1" lastIdx="0" clrIdx="4951"/>
  <p:cmAuthor id="4953" name="未知的使用者6" initials="" lastIdx="0" clrIdx="4952"/>
  <p:cmAuthor id="4954" name="10045395" initials="1" lastIdx="0" clrIdx="4953"/>
  <p:cmAuthor id="4955" name="邓文胜 文胜" initials="邓文胜" lastIdx="0" clrIdx="4954"/>
  <p:cmAuthor id="4956" name="龙利平" initials="龙" lastIdx="0" clrIdx="4955"/>
  <p:cmAuthor id="4957" name="陈宇" initials="陈" lastIdx="0" clrIdx="4956"/>
  <p:cmAuthor id="4958" name="zongjinchong_hs@he.cmcc" initials="z" lastIdx="0" clrIdx="4957"/>
  <p:cmAuthor id="4959" name="13755" initials="1" lastIdx="0" clrIdx="4958"/>
  <p:cmAuthor id="4960" name="X1" initials="X" lastIdx="0" clrIdx="4959"/>
  <p:cmAuthor id="4961" name="cheng zhou" initials="cz" lastIdx="0" clrIdx="4960"/>
  <p:cmAuthor id="4962" name="朱玮鹏" initials="朱" lastIdx="0" clrIdx="4961"/>
  <p:cmAuthor id="4963" name="Mjf" initials="M" lastIdx="0" clrIdx="4962"/>
  <p:cmAuthor id="4964" name="杨丽" initials="LY" lastIdx="0" clrIdx="4963"/>
  <p:cmAuthor id="4965" name="zhang qq" initials="zq" lastIdx="0" clrIdx="4964"/>
  <p:cmAuthor id="4966" name="蒯 留生" initials="蒯" lastIdx="0" clrIdx="4965"/>
  <p:cmAuthor id="4967" name="胡云龙" initials="u" lastIdx="0" clrIdx="4966"/>
  <p:cmAuthor id="4968" name="张闻强" initials="张" lastIdx="0" clrIdx="4967"/>
  <p:cmAuthor id="4969" name="sosoo" initials="s" lastIdx="0" clrIdx="4968"/>
  <p:cmAuthor id="4970" name="ZTT" initials="Z" lastIdx="0" clrIdx="4969"/>
  <p:cmAuthor id="4971" name="侯佳英_Bb6jFrqi" initials="authorId_73931" lastIdx="0" clrIdx="4970"/>
  <p:cmAuthor id="4972" name="蒋善武" initials="u" lastIdx="0" clrIdx="4971"/>
  <p:cmAuthor id="4973" name="G W" initials="GW" lastIdx="0" clrIdx="4972"/>
  <p:cmAuthor id="4974" name="liush" initials="l" lastIdx="0" clrIdx="4973"/>
  <p:cmAuthor id="4975" name="夏夜之恋_n2QvjQRV" initials="authorId_216443027" lastIdx="0" clrIdx="4974"/>
  <p:cmAuthor id="4976" name="Li Mei" initials="A" lastIdx="0" clrIdx="4975"/>
  <p:cmAuthor id="4977" name="10012667" initials="1" lastIdx="0" clrIdx="4976"/>
  <p:cmAuthor id="4978" name="luyu0118@sina.com" initials="l" lastIdx="0" clrIdx="4977"/>
  <p:cmAuthor id="4979" name="支金龙" initials="支金龙" lastIdx="0" clrIdx="4978"/>
  <p:cmAuthor id="4980" name="郑幸源" initials="郑" lastIdx="0" clrIdx="4979"/>
  <p:cmAuthor id="4981" name="honglu" initials="h" lastIdx="0" clrIdx="4980"/>
  <p:cmAuthor id="4982" name="张鹏鹏" initials="张" lastIdx="0" clrIdx="4981"/>
  <p:cmAuthor id="4983" name="robin" initials="r" lastIdx="0" clrIdx="4982"/>
  <p:cmAuthor id="4984" name="梦琳 孙" initials="梦孙" lastIdx="0" clrIdx="4983"/>
  <p:cmAuthor id="4985" name="无名可换" initials="无" lastIdx="0" clrIdx="4984"/>
  <p:cmAuthor id="4986" name="翁水发" initials="翁水发" lastIdx="0" clrIdx="4985"/>
  <p:cmAuthor id="4987" name="jason chen" initials="jc" lastIdx="0" clrIdx="4986"/>
  <p:cmAuthor id="4988" name="杨 丽" initials="" lastIdx="0" clrIdx="4987"/>
  <p:cmAuthor id="4989" name="hu bei" initials="hb" lastIdx="0" clrIdx="4988"/>
  <p:cmAuthor id="4990" name="蕾 张" initials="蕾张" lastIdx="0" clrIdx="4989"/>
  <p:cmAuthor id="4991" name="2013" initials="2" lastIdx="0" clrIdx="4990"/>
  <p:cmAuthor id="4992" name="钟家豪" initials="钟" lastIdx="0" clrIdx="4991"/>
  <p:cmAuthor id="4993" name="李响" initials="李" lastIdx="0" clrIdx="4992"/>
  <p:cmAuthor id="4994" name="刘晓静(政企客户部)" initials="刘" lastIdx="0" clrIdx="4993"/>
  <p:cmAuthor id="4995" name="董娅妮" initials="董" lastIdx="0" clrIdx="4994"/>
  <p:cmAuthor id="4996" name="任祺" initials="任祺" lastIdx="0" clrIdx="4995"/>
  <p:cmAuthor id="4997" name="hx" initials="h" lastIdx="0" clrIdx="4996"/>
  <p:cmAuthor id="4998" name="Mi Jing" initials="MJ" lastIdx="0" clrIdx="4997"/>
  <p:cmAuthor id="4999" name="liuqian" initials="l" lastIdx="0" clrIdx="4998"/>
  <p:cmAuthor id="5000" name="common user" initials="c" lastIdx="0" clrIdx="4999"/>
  <p:cmAuthor id="5001" name="张晓阳" initials="张" lastIdx="0" clrIdx="5000"/>
  <p:cmAuthor id="5002" name="chen rui" initials="c" lastIdx="0" clrIdx="5001"/>
  <p:cmAuthor id="5003" name="13162" initials="1" lastIdx="0" clrIdx="5002"/>
  <p:cmAuthor id="5004" name="li weixiang" initials="lw" lastIdx="0" clrIdx="5003"/>
  <p:cmAuthor id="5005" name="77867" initials="7" lastIdx="0" clrIdx="5004"/>
  <p:cmAuthor id="5006" name="李汝轩" initials="W用" lastIdx="0" clrIdx="5005"/>
  <p:cmAuthor id="5007" name="姣" initials="姣" lastIdx="0" clrIdx="5006"/>
  <p:cmAuthor id="5008" name="蒋鸽子-罗纳尔多" initials="蒋" lastIdx="0" clrIdx="5007"/>
  <p:cmAuthor id="5009" name="Fee Huo" initials="FH" lastIdx="0" clrIdx="5008"/>
  <p:cmAuthor id="5010" name="潘大星" initials="潘" lastIdx="0" clrIdx="5009"/>
  <p:cmAuthor id="5011" name="伟烨LIN" initials="伟" lastIdx="0" clrIdx="5010"/>
  <p:cmAuthor id="5012" name="blannnnnnk._emYb3yQz" initials="authorId_415156492" lastIdx="0" clrIdx="5011"/>
  <p:cmAuthor id="5013" name="林好" initials="林" lastIdx="0" clrIdx="5012"/>
  <p:cmAuthor id="5014" name="13376" initials="1" lastIdx="0" clrIdx="5013"/>
  <p:cmAuthor id="5015" name="SWHLWHBZX" initials="S" lastIdx="0" clrIdx="5014"/>
  <p:cmAuthor id="5016" name="meizihuai" initials="m" lastIdx="0" clrIdx="5015"/>
  <p:cmAuthor id="5017" name="mu zi" initials="mz" lastIdx="0" clrIdx="5016"/>
  <p:cmAuthor id="5018" name="lijing.hz" initials="lijing.hz" lastIdx="0" clrIdx="5017"/>
  <p:cmAuthor id="5019" name="陈泽曦" initials="陈" lastIdx="0" clrIdx="5018"/>
  <p:cmAuthor id="5020" name="莫君韦" initials="莫" lastIdx="0" clrIdx="5019"/>
  <p:cmAuthor id="5021" name="未知的使用者99" initials="未" lastIdx="0" clrIdx="5020"/>
  <p:cmAuthor id="5022" name="徐 丹" initials="徐" lastIdx="0" clrIdx="5021"/>
  <p:cmAuthor id="5023" name="蔡彦杰" initials="蔡彦杰" lastIdx="0" clrIdx="5022"/>
  <p:cmAuthor id="5024" name="NEC" initials="N" lastIdx="0" clrIdx="5023"/>
  <p:cmAuthor id="5025" name="吴欢欢" initials="吴" lastIdx="0" clrIdx="5024"/>
  <p:cmAuthor id="5026" name="郭金强" initials="郭" lastIdx="0" clrIdx="5025"/>
  <p:cmAuthor id="5027" name="赵 yoyi" initials="赵" lastIdx="0" clrIdx="5026"/>
  <p:cmAuthor id="5028" name="我肚子咕咕咕" initials="我" lastIdx="0" clrIdx="5027"/>
  <p:cmAuthor id="5029" name="知秋一叶" initials="知" lastIdx="0" clrIdx="5028"/>
  <p:cmAuthor id="5030" name="✎﹏Mr. Joe" initials="✎" lastIdx="0" clrIdx="5029"/>
  <p:cmAuthor id="5031" name="WPS_1559546355" initials="W" lastIdx="0" clrIdx="5030"/>
  <p:cmAuthor id="5032" name="晴天" initials="晴" lastIdx="0" clrIdx="5031"/>
  <p:cmAuthor id="5033" name="高 美玲" initials="高" lastIdx="0" clrIdx="5032"/>
  <p:cmAuthor id="5034" name="宝珠邓" initials="宝" lastIdx="0" clrIdx="5033"/>
  <p:cmAuthor id="5035" name="赵凯琳" initials="赵" lastIdx="0" clrIdx="5034"/>
  <p:cmAuthor id="5036" name="WPS_1615731605" initials="W" lastIdx="0" clrIdx="5035"/>
  <p:cmAuthor id="5037" name="南郭先生" initials="南" lastIdx="0" clrIdx="5036"/>
  <p:cmAuthor id="5038" name="WPS_1729595341" initials="W" lastIdx="0" clrIdx="5037"/>
  <p:cmAuthor id="5039" name="Sofia_susu" initials="S" lastIdx="0" clrIdx="5038"/>
  <p:cmAuthor id="5040" name="黎元" initials="黎" lastIdx="0" clrIdx="5039"/>
  <p:cmAuthor id="5041" name="王凤姝" initials="王" lastIdx="0" clrIdx="5040"/>
  <p:cmAuthor id="5042" name="捅主任" initials="捅" lastIdx="0" clrIdx="5041"/>
  <p:cmAuthor id="5043" name="HACHI" initials="H" lastIdx="0" clrIdx="5042"/>
  <p:cmAuthor id="5044" name="黄菲" initials="黄" lastIdx="0" clrIdx="5043"/>
  <p:cmAuthor id="5045" name="...南 " initials="." lastIdx="0" clrIdx="5044"/>
  <p:cmAuthor id="5046" name="屠艳菊" initials="a" lastIdx="0" clrIdx="5045"/>
  <p:cmAuthor id="5047" name="薛步乐" initials="薛" lastIdx="0" clrIdx="5046"/>
  <p:cmAuthor id="5048" name="Ximan" initials="X" lastIdx="0" clrIdx="5047"/>
  <p:cmAuthor id="5049" name="Lynn" initials="L" lastIdx="0" clrIdx="5048"/>
  <p:cmAuthor id="5050" name="姚嘉明" initials="姚" lastIdx="0" clrIdx="5049"/>
  <p:cmAuthor id="5051" name="liuff" initials="l" lastIdx="0" clrIdx="5050"/>
  <p:cmAuthor id="5052" name="亮虹 朱" initials="亮朱" lastIdx="0" clrIdx="5051"/>
  <p:cmAuthor id="5053" name="wayne zhang" initials="wz" lastIdx="0" clrIdx="5052"/>
  <p:cmAuthor id="5054" name="林佳丽" initials="Lin" lastIdx="0" clrIdx="5053"/>
  <p:cmAuthor id="5055" name="gxy" initials="g" lastIdx="0" clrIdx="5054"/>
  <p:cmAuthor id="5056" name="fy" initials="fy" lastIdx="0" clrIdx="5055"/>
  <p:cmAuthor id="5057" name="胡诚诚" initials="d" lastIdx="0" clrIdx="5056"/>
  <p:cmAuthor id="5058" name="shz15" initials="s" lastIdx="0" clrIdx="5057"/>
  <p:cmAuthor id="5059" name="lynn" initials="l" lastIdx="0" clrIdx="5058"/>
  <p:cmAuthor id="5060" name="陈 邢磊" initials="陈" lastIdx="0" clrIdx="5059"/>
  <p:cmAuthor id="5061" name="闫玉蒙" initials="闫" lastIdx="0" clrIdx="5060"/>
  <p:cmAuthor id="5062" name="Unknown User66" initials="U" lastIdx="0" clrIdx="5061"/>
  <p:cmAuthor id="5063" name="邱银杰" initials="邱" lastIdx="0" clrIdx="5062"/>
  <p:cmAuthor id="5064" name="段惠芬" initials="段" lastIdx="0" clrIdx="5063"/>
  <p:cmAuthor id="5065" name="宁皓" initials="WU" lastIdx="0" clrIdx="5064"/>
  <p:cmAuthor id="5066" name="ppvc" initials="p" lastIdx="0" clrIdx="5065"/>
  <p:cmAuthor id="5067" name="lqf" initials="l" lastIdx="0" clrIdx="5066"/>
  <p:cmAuthor id="5068" name="刘如军" initials="刘" lastIdx="0" clrIdx="5067"/>
  <p:cmAuthor id="5069" name="周阳" initials="周" lastIdx="0" clrIdx="5068"/>
  <p:cmAuthor id="5070" name="ling long" initials="ll" lastIdx="0" clrIdx="5069"/>
  <p:cmAuthor id="5071" name="苏心" initials="苏" lastIdx="0" clrIdx="5070"/>
  <p:cmAuthor id="5072" name="tan xiangtian" initials="tx" lastIdx="0" clrIdx="5071"/>
  <p:cmAuthor id="5073" name="刘莉（学院）" initials="y" lastIdx="0" clrIdx="5072"/>
  <p:cmAuthor id="5074" name="zhang zhe" initials="zz" lastIdx="0" clrIdx="5073"/>
  <p:cmAuthor id="5075" name="王雪涛" initials="u" lastIdx="0" clrIdx="5074"/>
  <p:cmAuthor id="5076" name="李 建浩" initials="李" lastIdx="0" clrIdx="5075"/>
  <p:cmAuthor id="5077" name="杨嘉敏" initials="u" lastIdx="0" clrIdx="5076"/>
  <p:cmAuthor id="5078" name="李苗苗00086641" initials="李苗苗00086641" lastIdx="0" clrIdx="5077"/>
  <p:cmAuthor id="5079" name="18617" initials="1" lastIdx="0" clrIdx="5078"/>
  <p:cmAuthor id="5080" name="10155396" initials="1" lastIdx="0" clrIdx="5079"/>
  <p:cmAuthor id="5081" name="10238402" initials="1" lastIdx="0" clrIdx="5080"/>
  <p:cmAuthor id="5082" name="10110606" initials="1" lastIdx="0" clrIdx="5081"/>
  <p:cmAuthor id="5083" name="10201331" initials="1" lastIdx="0" clrIdx="5082"/>
  <p:cmAuthor id="5084" name="10054361" initials="1" lastIdx="0" clrIdx="5083"/>
  <p:cmAuthor id="5085" name="19056" initials="1" lastIdx="0" clrIdx="5084"/>
  <p:cmAuthor id="5086" name="10005115" initials="1" lastIdx="0" clrIdx="5085"/>
  <p:cmAuthor id="5087" name="huliujun-LN" initials="h" lastIdx="0" clrIdx="5086"/>
  <p:cmAuthor id="5088" name="10116818" initials="1" lastIdx="0" clrIdx="5087"/>
  <p:cmAuthor id="5089" name="10035857" initials="1" lastIdx="0" clrIdx="5088"/>
  <p:cmAuthor id="5090" name="00024812" initials="0" lastIdx="0" clrIdx="5089"/>
  <p:cmAuthor id="5091" name="10243946" initials="1" lastIdx="0" clrIdx="5090"/>
  <p:cmAuthor id="5092" name="00283351" initials="0" lastIdx="0" clrIdx="5091"/>
  <p:cmAuthor id="5093" name="10058133" initials="1" lastIdx="0" clrIdx="5092"/>
  <p:cmAuthor id="5094" name="10207204" initials="1" lastIdx="0" clrIdx="5093"/>
  <p:cmAuthor id="5095" name="10261051" initials="王鹏" lastIdx="0" clrIdx="5094"/>
  <p:cmAuthor id="5096" name="谭永光" initials="a" lastIdx="0" clrIdx="5095"/>
  <p:cmAuthor id="5097" name="聪 聪" initials="聪" lastIdx="0" clrIdx="5096"/>
  <p:cmAuthor id="5098" name="szshih" initials="s" lastIdx="0" clrIdx="5097"/>
  <p:cmAuthor id="5099" name="wangh" initials="w" lastIdx="0" clrIdx="5098"/>
  <p:cmAuthor id="5100" name="段俊" initials="W用" lastIdx="0" clrIdx="5099"/>
  <p:cmAuthor id="5101" name="詹台子墨" initials="詹" lastIdx="0" clrIdx="5100"/>
  <p:cmAuthor id="5102" name="董涛" initials="董" lastIdx="0" clrIdx="5101"/>
  <p:cmAuthor id="5103" name="xie hongbo" initials="xh" lastIdx="0" clrIdx="5102"/>
  <p:cmAuthor id="5104" name="10983" initials="1" lastIdx="0" clrIdx="5103"/>
  <p:cmAuthor id="5105" name="郭扬莹" initials="E" lastIdx="0" clrIdx="5104"/>
  <p:cmAuthor id="5106" name="Sam。" initials="S" lastIdx="0" clrIdx="5105"/>
  <p:cmAuthor id="5107" name="雨斯" initials="雨" lastIdx="0" clrIdx="5106"/>
  <p:cmAuthor id="5108" name="lty" initials="l" lastIdx="0" clrIdx="5107"/>
  <p:cmAuthor id="5109" name="18988" initials="1" lastIdx="0" clrIdx="5108"/>
  <p:cmAuthor id="5110" name="liuyl1" initials="l" lastIdx="0" clrIdx="5109"/>
  <p:cmAuthor id="5111" name="sonnygx" initials="s" lastIdx="0" clrIdx="5110"/>
  <p:cmAuthor id="5112" name="余海浬" initials="余" lastIdx="0" clrIdx="5111"/>
  <p:cmAuthor id="5113" name="显良" initials="显" lastIdx="0" clrIdx="5112"/>
  <p:cmAuthor id="5114" name="文" initials="文" lastIdx="0" clrIdx="5113"/>
  <p:cmAuthor id="5115" name="YangLanchun" initials="Y" lastIdx="0" clrIdx="5114"/>
  <p:cmAuthor id="5116" name="Lee 13" initials="L1" lastIdx="0" clrIdx="5115"/>
  <p:cmAuthor id="5117" name="zdxlz" initials="z" lastIdx="0" clrIdx="5116"/>
  <p:cmAuthor id="5118" name="xudi" initials="x" lastIdx="0" clrIdx="5117"/>
  <p:cmAuthor id="5119" name="SSSX" initials="Lee" lastIdx="0" clrIdx="5118"/>
  <p:cmAuthor id="5120" name="杨荣威" initials="杨荣威" lastIdx="0" clrIdx="5119"/>
  <p:cmAuthor id="5121" name="锦瑟 " initials="锦" lastIdx="0" clrIdx="5120"/>
  <p:cmAuthor id="5122" name="cong" initials="c" lastIdx="0" clrIdx="5121"/>
  <p:cmAuthor id="5123" name="quickPC" initials="q" lastIdx="0" clrIdx="5122"/>
  <p:cmAuthor id="5124" name="huhu" initials="h" lastIdx="0" clrIdx="5123"/>
  <p:cmAuthor id="5125" name="Chloe" initials="x" lastIdx="0" clrIdx="5124"/>
  <p:cmAuthor id="5126" name="祖_Cheung" initials="祖" lastIdx="0" clrIdx="5125"/>
  <p:cmAuthor id="5127" name="蔡佩华" initials="a" lastIdx="0" clrIdx="5126"/>
  <p:cmAuthor id="5128" name="00190724" initials="0" lastIdx="0" clrIdx="5127"/>
  <p:cmAuthor id="5129" name=" -AgI" initials=" " lastIdx="0" clrIdx="5128"/>
  <p:cmAuthor id="5130" name="gillbert" initials="g" lastIdx="0" clrIdx="5129"/>
  <p:cmAuthor id="5131" name="MicroSoft" initials="M" lastIdx="0" clrIdx="5130"/>
  <p:cmAuthor id="5132" name="GameWin" initials="G" lastIdx="0" clrIdx="5131"/>
  <p:cmAuthor id="5133" name="VK" initials="V" lastIdx="0" clrIdx="5132"/>
  <p:cmAuthor id="5134" name="郭婷婷" initials="g" lastIdx="0" clrIdx="5133"/>
  <p:cmAuthor id="5135" name="田向存" initials="田向存" lastIdx="0" clrIdx="5134"/>
  <p:cmAuthor id="5136" name="LXJ" initials="L" lastIdx="0" clrIdx="5135"/>
  <p:cmAuthor id="5137" name="zhouw" initials="z" lastIdx="0" clrIdx="5136"/>
  <p:cmAuthor id="5138" name="王玉婵" initials="王" lastIdx="0" clrIdx="5137"/>
  <p:cmAuthor id="5139" name="吉琨" initials="吉" lastIdx="0" clrIdx="5138"/>
  <p:cmAuthor id="5140" name="yanli yang" initials="yy" lastIdx="0" clrIdx="5139"/>
  <p:cmAuthor id="5141" name="m15975594403@163.com" initials="m" lastIdx="0" clrIdx="5140"/>
  <p:cmAuthor id="5142" name="llya3" initials="l" lastIdx="0" clrIdx="5141"/>
  <p:cmAuthor id="5143" name="ljf20" initials="l" lastIdx="0" clrIdx="5142"/>
  <p:cmAuthor id="5144" name="LiJunfeng" initials="L" lastIdx="0" clrIdx="5143"/>
  <p:cmAuthor id="5145" name="段锦绣" initials="段锦绣" lastIdx="0" clrIdx="5144"/>
  <p:cmAuthor id="5146" name="24428" initials="2" lastIdx="0" clrIdx="5145"/>
  <p:cmAuthor id="5147" name="haomy1214@outlook.com" initials="h" lastIdx="0" clrIdx="5146"/>
  <p:cmAuthor id="5148" name="刘勇ly1" initials="f" lastIdx="0" clrIdx="5147"/>
  <p:cmAuthor id="5149" name="孙一彦" initials="孙" lastIdx="0" clrIdx="5148"/>
  <p:cmAuthor id="5150" name="zhengyu.zj" initials="zhengyu.zj" lastIdx="0" clrIdx="5149"/>
  <p:cmAuthor id="5151" name="86136" initials="8" lastIdx="0" clrIdx="5150"/>
  <p:cmAuthor id="5152" name="10311" initials="1" lastIdx="0" clrIdx="5151"/>
  <p:cmAuthor id="5153" name="两包麦丽素" initials="两" lastIdx="0" clrIdx="5152"/>
  <p:cmAuthor id="5154" name="00337387" initials="0" lastIdx="0" clrIdx="5153"/>
  <p:cmAuthor id="5155" name="zjj" initials="z" lastIdx="0" clrIdx="5154"/>
  <p:cmAuthor id="5156" name="beijiao202004" initials="b" lastIdx="0" clrIdx="5155"/>
  <p:cmAuthor id="5157" name="༗能能的爸爸จุ๊บ࿐" initials="༗" lastIdx="0" clrIdx="5156"/>
  <p:cmAuthor id="5158" name="娅娉" initials="娅" lastIdx="0" clrIdx="5157"/>
  <p:cmAuthor id="5159" name="陈鑫" initials="陈" lastIdx="0" clrIdx="5158"/>
  <p:cmAuthor id="5160" name="Step" initials="S" lastIdx="0" clrIdx="5159"/>
  <p:cmAuthor id="5161" name="凡意冰" initials="凡" lastIdx="0" clrIdx="5160"/>
  <p:cmAuthor id="5162" name="徐小事儿✨" initials="徐" lastIdx="0" clrIdx="5161"/>
  <p:cmAuthor id="5163" name="ckf" initials="c" lastIdx="0" clrIdx="5162"/>
  <p:cmAuthor id="5164" name="小 元子" initials="小" lastIdx="0" clrIdx="5163"/>
  <p:cmAuthor id="5165" name="linfuhuan" initials="l" lastIdx="0" clrIdx="5164"/>
  <p:cmAuthor id="5166" name="zhaoly.hz" initials="zhaoly.hz" lastIdx="0" clrIdx="5165"/>
  <p:cmAuthor id="5167" name="赵鲁燕" initials="赵鲁燕" lastIdx="0" clrIdx="5166"/>
  <p:cmAuthor id="5168" name="scts" initials="s" lastIdx="0" clrIdx="5167"/>
  <p:cmAuthor id="5169" name="10278788" initials="1" lastIdx="0" clrIdx="5168"/>
  <p:cmAuthor id="5170" name="倚椭韵瓤节" initials="倚" lastIdx="0" clrIdx="5169"/>
  <p:cmAuthor id="5171" name="y'min" initials="y" lastIdx="0" clrIdx="5170"/>
  <p:cmAuthor id="5172" name="江淮" initials="江" lastIdx="0" clrIdx="5171"/>
  <p:cmAuthor id="5173" name="朱秀晖" initials="朱" lastIdx="0" clrIdx="5172"/>
  <p:cmAuthor id="5174" name="WPS_1488418174" initials="W" lastIdx="0" clrIdx="5173"/>
  <p:cmAuthor id="5175" name="WPS_1701680452" initials="W" lastIdx="0" clrIdx="5174"/>
  <p:cmAuthor id="5176" name="吴多秀" initials="吴" lastIdx="0" clrIdx="5175"/>
  <p:cmAuthor id="5177" name="郭扬胡" initials="郭" lastIdx="0" clrIdx="5176"/>
  <p:cmAuthor id="5178" name="我，夏简默" initials="我" lastIdx="0" clrIdx="5177"/>
  <p:cmAuthor id="5179" name="洋" initials="洋" lastIdx="0" clrIdx="5178"/>
  <p:cmAuthor id="5180" name="璟" initials="璟" lastIdx="0" clrIdx="5179"/>
  <p:cmAuthor id="5181" name="余红梅" initials="余" lastIdx="0" clrIdx="5180"/>
  <p:cmAuthor id="5182" name="胡冰玲" initials="胡" lastIdx="0" clrIdx="5181"/>
  <p:cmAuthor id="5183" name="灞桥别客" initials="灞" lastIdx="0" clrIdx="5182"/>
  <p:cmAuthor id="5184" name="99%" initials="9" lastIdx="0" clrIdx="5183"/>
  <p:cmAuthor id="5185" name="吴光玉" initials="吴光玉" lastIdx="0" clrIdx="5184"/>
  <p:cmAuthor id="5186" name="Song Eric" initials="SE" lastIdx="0" clrIdx="5185"/>
  <p:cmAuthor id="5187" name="momoichen@163.com" initials="m" lastIdx="0" clrIdx="5186"/>
  <p:cmAuthor id="5188" name="Hu vic" initials="Hv" lastIdx="0" clrIdx="5187"/>
  <p:cmAuthor id="5189" name="BAIXX11" initials="W用" lastIdx="0" clrIdx="5188"/>
  <p:cmAuthor id="5190" name="赵晨斌" initials="赵" lastIdx="0" clrIdx="5189"/>
  <p:cmAuthor id="5191" name="shi jinuyu" initials="sj" lastIdx="0" clrIdx="5190"/>
  <p:cmAuthor id="5192" name="杨素雯" initials="杨" lastIdx="0" clrIdx="5191"/>
  <p:cmAuthor id="5193" name="jj" initials="j" lastIdx="0" clrIdx="5192"/>
  <p:cmAuthor id="5194" name="徐芳" initials="徐" lastIdx="0" clrIdx="5193"/>
  <p:cmAuthor id="5195" name="zhouxm73" initials="z" lastIdx="0" clrIdx="5194"/>
  <p:cmAuthor id="5196" name="赵文俊" initials="赵文俊" lastIdx="0" clrIdx="5195"/>
  <p:cmAuthor id="5197" name="fanchuncheng" initials="f" lastIdx="0" clrIdx="5196"/>
  <p:cmAuthor id="5198" name="汪亦超" initials="汪" lastIdx="0" clrIdx="5197"/>
  <p:cmAuthor id="5199" name="王一哲" initials="wyz" lastIdx="0" clrIdx="5198"/>
  <p:cmAuthor id="5200" name="30312" initials="3" lastIdx="0" clrIdx="5199"/>
  <p:cmAuthor id="5201" name="林冲霄" initials="林" lastIdx="0" clrIdx="5200"/>
  <p:cmAuthor id="5202" name="Dujiale (Kevin)" initials="D(" lastIdx="0" clrIdx="5201"/>
  <p:cmAuthor id="5203" name="刘威" initials="liuwei" lastIdx="0" clrIdx="5202"/>
  <p:cmAuthor id="5204" name="ding ruiwen" initials="dr" lastIdx="0" clrIdx="5203"/>
  <p:cmAuthor id="5205" name="马冬松" initials="mads" lastIdx="0" clrIdx="5204"/>
  <p:cmAuthor id="5206" name="GT.Yuan" initials="G" lastIdx="0" clrIdx="5205"/>
  <p:cmAuthor id="5207" name="吕颖" initials="吕" lastIdx="0" clrIdx="5206"/>
  <p:cmAuthor id="5208" name="JZH" initials="J" lastIdx="0" clrIdx="5207"/>
  <p:cmAuthor id="5209" name="qm" initials="q" lastIdx="0" clrIdx="5208"/>
  <p:cmAuthor id="5210" name="2080180889@qq.com" initials="2" lastIdx="0" clrIdx="5209"/>
  <p:cmAuthor id="5211" name="zhangdong" initials="z" lastIdx="0" clrIdx="5210"/>
  <p:cmAuthor id="5212" name="10266065" initials="1" lastIdx="0" clrIdx="5211"/>
  <p:cmAuthor id="5213" name="zxr" initials="z" lastIdx="0" clrIdx="5212"/>
  <p:cmAuthor id="5214" name="王霄雨" initials="A" lastIdx="0" clrIdx="5213"/>
  <p:cmAuthor id="5215" name="eliuyanmin" initials="e" lastIdx="0" clrIdx="5214"/>
  <p:cmAuthor id="5216" name="李博文" initials="李" lastIdx="0" clrIdx="5215"/>
  <p:cmAuthor id="5217" name="zq" initials="z" lastIdx="0" clrIdx="5216"/>
  <p:cmAuthor id="5218" name="常oo" initials="常" lastIdx="0" clrIdx="5217"/>
  <p:cmAuthor id="5219" name="乔宏明" initials="p" lastIdx="0" clrIdx="5218"/>
  <p:cmAuthor id="5220" name="18911600215" initials="1" lastIdx="0" clrIdx="5219"/>
  <p:cmAuthor id="5221" name="冯力鹏" initials="冯" lastIdx="0" clrIdx="5220"/>
  <p:cmAuthor id="5222" name="张文栓" initials="1" lastIdx="0" clrIdx="5221"/>
  <p:cmAuthor id="5223" name="wanggangzq@hq.cmcc" initials="w" lastIdx="0" clrIdx="5222"/>
  <p:cmAuthor id="5224" name="韩庆旭" initials="韩" lastIdx="0" clrIdx="5223"/>
  <p:cmAuthor id="5225" name="邢开" initials="邢" lastIdx="0" clrIdx="5224"/>
  <p:cmAuthor id="5226" name="tan zhu" initials="" lastIdx="0" clrIdx="5225"/>
  <p:cmAuthor id="5227" name="js" initials="j" lastIdx="0" clrIdx="5226"/>
  <p:cmAuthor id="5228" name="hulj" initials="h" lastIdx="0" clrIdx="5227"/>
  <p:cmAuthor id="5229" name="Margaret" initials="m" lastIdx="0" clrIdx="5228"/>
  <p:cmAuthor id="5230" name="王萍" initials="王" lastIdx="0" clrIdx="5229"/>
  <p:cmAuthor id="5231" name="丁诚" initials="丁" lastIdx="0" clrIdx="5230"/>
  <p:cmAuthor id="5232" name="爱宝宝的兮爸" initials="爱" lastIdx="0" clrIdx="5231"/>
  <p:cmAuthor id="5233" name="25039" initials="2" lastIdx="0" clrIdx="5232"/>
  <p:cmAuthor id="5234" name="Long Yong" initials="LY" lastIdx="0" clrIdx="5233"/>
  <p:cmAuthor id="5235" name="汪啸" initials="汪" lastIdx="0" clrIdx="5234"/>
  <p:cmAuthor id="5236" name="Parachute" initials="P" lastIdx="0" clrIdx="5235"/>
  <p:cmAuthor id="5237" name="王洋" initials="王" lastIdx="0" clrIdx="5236"/>
  <p:cmAuthor id="5238" name="张舵" initials="L" lastIdx="0" clrIdx="5237"/>
  <p:cmAuthor id="5239" name="亚历山大陆" initials="亚" lastIdx="0" clrIdx="5238"/>
  <p:cmAuthor id="5240" name="WPS_1619938021" initials="W" lastIdx="0" clrIdx="5239"/>
  <p:cmAuthor id="5241" name="煊臣" initials="煊" lastIdx="0" clrIdx="5240"/>
  <p:cmAuthor id="5242" name="冰糖雪梨不加糖" initials="冰" lastIdx="0" clrIdx="5241"/>
  <p:cmAuthor id="5243" name="姝含 刘" initials="姝刘" lastIdx="0" clrIdx="5242"/>
  <p:cmAuthor id="5244" name="马静" initials="马" lastIdx="0" clrIdx="5243"/>
  <p:cmAuthor id="5245" name="wjk" initials="w" lastIdx="0" clrIdx="5244"/>
  <p:cmAuthor id="5246" name="王亮" initials="王" lastIdx="0" clrIdx="5245"/>
  <p:cmAuthor id="5247" name="kira" initials="k" lastIdx="0" clrIdx="5246"/>
  <p:cmAuthor id="5248" name="Ye Ouyang" initials="YO" lastIdx="0" clrIdx="5247"/>
  <p:cmAuthor id="5249" name="DELL-PC" initials="D" lastIdx="0" clrIdx="5248"/>
  <p:cmAuthor id="5250" name="caesarqth" initials="c" lastIdx="0" clrIdx="5249"/>
  <p:cmAuthor id="5251" name="~ 明" initials="~明" lastIdx="0" clrIdx="5250"/>
  <p:cmAuthor id="5252" name="Mr Keating" initials="M" lastIdx="0" clrIdx="5251"/>
  <p:cmAuthor id="5253" name="任华瑛" initials="h" lastIdx="0" clrIdx="5252"/>
  <p:cmAuthor id="5254" name="hp830" initials="h" lastIdx="0" clrIdx="5253"/>
  <p:cmAuthor id="5255" name="zhaofan" initials="z" lastIdx="0" clrIdx="5254"/>
  <p:cmAuthor id="5256" name="晏进" initials="晏" lastIdx="0" clrIdx="5255"/>
  <p:cmAuthor id="5257" name="LENOVO USER" initials="LU" lastIdx="0" clrIdx="5256"/>
  <p:cmAuthor id="5258" name="何金" initials="WU" lastIdx="0" clrIdx="5257"/>
  <p:cmAuthor id="5259" name="赵磊" initials="赵" lastIdx="0" clrIdx="5258"/>
  <p:cmAuthor id="5260" name="aaa" initials="a" lastIdx="0" clrIdx="5259"/>
  <p:cmAuthor id="5261" name="duanduan" initials="d" lastIdx="0" clrIdx="5260"/>
  <p:cmAuthor id="5262" name="jiang yu" initials="jy" lastIdx="0" clrIdx="5261"/>
  <p:cmAuthor id="5263" name="邓丽娜" initials="d" lastIdx="0" clrIdx="5262"/>
  <p:cmAuthor id="5264" name="蔡超杰" initials="蔡" lastIdx="0" clrIdx="5263"/>
  <p:cmAuthor id="5265" name="ttt" initials="t" lastIdx="0" clrIdx="5264"/>
  <p:cmAuthor id="5266" name="芜湖电信晶晶" initials="芜" lastIdx="0" clrIdx="5265"/>
  <p:cmAuthor id="5267" name="张海蓉" initials="张" lastIdx="0" clrIdx="5266"/>
  <p:cmAuthor id="5268" name="刘彦君" initials="LYJ" lastIdx="0" clrIdx="5267"/>
  <p:cmAuthor id="5269" name="张洋洋" initials="张" lastIdx="0" clrIdx="5268"/>
  <p:cmAuthor id="5270" name="朱 智明" initials="朱" lastIdx="0" clrIdx="5269"/>
  <p:cmAuthor id="5271" name="张群_乐山" initials="张" lastIdx="0" clrIdx="5270"/>
  <p:cmAuthor id="5272" name="zhou yang" initials="z" lastIdx="0" clrIdx="5271"/>
  <p:cmAuthor id="5273" name="李春静" initials="李" lastIdx="0" clrIdx="5272"/>
  <p:cmAuthor id="5274" name="Balloon" initials="B" lastIdx="0" clrIdx="5273"/>
  <p:cmAuthor id="5275" name="小 一" initials="小" lastIdx="0" clrIdx="5274"/>
  <p:cmAuthor id="5276" name="nelson" initials="n" lastIdx="0" clrIdx="5275"/>
  <p:cmAuthor id="5277" name="xia lei" initials="xl" lastIdx="0" clrIdx="5276"/>
  <p:cmAuthor id="5278" name="陈鹏" initials="陈" lastIdx="0" clrIdx="5277"/>
  <p:cmAuthor id="5279" name="谈研" initials="方良森" lastIdx="0" clrIdx="5278"/>
  <p:cmAuthor id="5280" name="许仄平" initials="W用" lastIdx="0" clrIdx="5279"/>
  <p:cmAuthor id="5281" name="乐祥国" initials="A" lastIdx="0" clrIdx="5280"/>
  <p:cmAuthor id="5282" name="赵嘉" initials="赵" lastIdx="0" clrIdx="5281"/>
  <p:cmAuthor id="5283" name="方飞杰" initials="方" lastIdx="0" clrIdx="5282"/>
  <p:cmAuthor id="5284" name="huangji" initials="h" lastIdx="0" clrIdx="5283"/>
  <p:cmAuthor id="5285" name="月四天 七" initials="月四天" lastIdx="0" clrIdx="5284"/>
  <p:cmAuthor id="5286" name="ymt" initials="y" lastIdx="0" clrIdx="5285"/>
  <p:cmAuthor id="5287" name="MACBOOK" initials="M" lastIdx="0" clrIdx="5286"/>
  <p:cmAuthor id="5288" name="黄雅方(2024210102)" initials="黄" lastIdx="0" clrIdx="5287"/>
  <p:cmAuthor id="5289" name="郑雪" initials="郑" lastIdx="0" clrIdx="5288"/>
  <p:cmAuthor id="5290" name="fuzj" initials="f" lastIdx="0" clrIdx="5289"/>
  <p:cmAuthor id="5291" name="杨程名" initials="ming" lastIdx="0" clrIdx="5290"/>
  <p:cmAuthor id="5292" name="伪善的花前猫耳" initials="伪" lastIdx="0" clrIdx="5291"/>
  <p:cmAuthor id="5293" name="wangyu" initials="w" lastIdx="0" clrIdx="5292"/>
  <p:cmAuthor id="5294" name="yujinglun" initials="y" lastIdx="0" clrIdx="5293"/>
  <p:cmAuthor id="5295" name="何皎皎" initials="何" lastIdx="0" clrIdx="5294"/>
  <p:cmAuthor id="5296" name="煎饼宇子" initials="煎" lastIdx="0" clrIdx="5295"/>
  <p:cmAuthor id="5297" name="Wchu. Li" initials="W" lastIdx="0" clrIdx="5296"/>
  <p:cmAuthor id="5298" name="sylvia" initials="s" lastIdx="0" clrIdx="5297"/>
  <p:cmAuthor id="5299" name="步天歌" initials="步" lastIdx="0" clrIdx="5298"/>
  <p:cmAuthor id="5300" name="Lily" initials="L" lastIdx="0" clrIdx="5299"/>
  <p:cmAuthor id="5301" name="邓辉" initials="邓" lastIdx="0" clrIdx="5300"/>
  <p:cmAuthor id="5302" name="wenjin lu" initials="wl" lastIdx="0" clrIdx="5301"/>
  <p:cmAuthor id="5303" name="Jiaofeng Wang" initials="JW" lastIdx="0" clrIdx="5302"/>
  <p:cmAuthor id="5304" name="赖春玲(城北区分公司)" initials="赖" lastIdx="0" clrIdx="5303"/>
  <p:cmAuthor id="5305" name="秦振凯(客户运营中心(电子渠道运营中心))" initials="市" lastIdx="0" clrIdx="5304"/>
  <p:cmAuthor id="5306" name="王丽琴(市场部)" initials="王" lastIdx="0" clrIdx="5305"/>
  <p:cmAuthor id="5307" name="周洁(市场部)" initials="周" lastIdx="0" clrIdx="5306"/>
  <p:cmAuthor id="5308" name="秦振凯(市场部)" initials="市" lastIdx="0" clrIdx="5307"/>
  <p:cmAuthor id="5309" name="Jiafeng Jin" initials="J" lastIdx="0" clrIdx="5308"/>
  <p:cmAuthor id="5310" name="zhu felicity" initials="z" lastIdx="0" clrIdx="5309"/>
  <p:cmAuthor id="5311" name="13318" initials="1" lastIdx="0" clrIdx="5310"/>
  <p:cmAuthor id="5312" name="龙 江" initials="龙" lastIdx="0" clrIdx="5311"/>
  <p:cmAuthor id="5313" name="Gareth" initials="G" lastIdx="0" clrIdx="5312"/>
  <p:cmAuthor id="5314" name="王 静舞" initials="王" lastIdx="0" clrIdx="5313"/>
  <p:cmAuthor id="5315" name="乔生" initials="乔生" lastIdx="0" clrIdx="5314"/>
  <p:cmAuthor id="5316" name="吴艳芹" initials="Y" lastIdx="0" clrIdx="5315"/>
  <p:cmAuthor id="5317" name="Cai sk" initials="Cs" lastIdx="0" clrIdx="5316"/>
  <p:cmAuthor id="5318" name="csk" initials="c" lastIdx="0" clrIdx="5317"/>
  <p:cmAuthor id="5319" name="YD102@cloudbutterfly.com.cn" initials="Y" lastIdx="0" clrIdx="5318"/>
  <p:cmAuthor id="5320" name="岳文甲" initials="岳" lastIdx="0" clrIdx="5319"/>
  <p:cmAuthor id="5321" name="cuizijin01" initials="c" lastIdx="0" clrIdx="5320"/>
  <p:cmAuthor id="5322" name="b1487" initials="b" lastIdx="0" clrIdx="5321"/>
  <p:cmAuthor id="5323" name="wangyuan20" initials="w" lastIdx="0" clrIdx="5322"/>
  <p:cmAuthor id="5324" name="Jerome" initials="authorId_402525154" lastIdx="0" clrIdx="5323"/>
  <p:cmAuthor id="5325" name="levi" initials="l" lastIdx="0" clrIdx="5324"/>
  <p:cmAuthor id="5326" name="Zhao Will" initials="ZW" lastIdx="0" clrIdx="5325"/>
  <p:cmAuthor id="5327" name="guo.hengtao" initials="" lastIdx="0" clrIdx="5326"/>
  <p:cmAuthor id="5328" name="张晓韬" initials="" lastIdx="0" clrIdx="5327"/>
  <p:cmAuthor id="5329" name="rita" initials="r" lastIdx="0" clrIdx="5328"/>
  <p:cmAuthor id="5330" name="cbm" initials="" lastIdx="0" clrIdx="5329"/>
  <p:cmAuthor id="5331" name="shinedo" initials="s" lastIdx="0" clrIdx="5330"/>
  <p:cmAuthor id="5332" name="Unknown User2" initials="U" lastIdx="0" clrIdx="5331"/>
  <p:cmAuthor id="5333" name="1=C 4/4 j=68" initials="1" lastIdx="0" clrIdx="5332"/>
  <p:cmAuthor id="5334" name="任军" initials="renj" lastIdx="0" clrIdx="5333"/>
  <p:cmAuthor id="5335" name="陈聪" initials="C" lastIdx="0" clrIdx="5334"/>
  <p:cmAuthor id="5336" name="孙伟" initials="孙" lastIdx="0" clrIdx="5335"/>
  <p:cmAuthor id="5337" name="天秤" initials="天" lastIdx="0" clrIdx="5336"/>
  <p:cmAuthor id="5338" name="Z51386" initials="Z" lastIdx="0" clrIdx="5337"/>
  <p:cmAuthor id="5339" name="Dan Zhang" initials="DZ" lastIdx="0" clrIdx="5338"/>
  <p:cmAuthor id="5340" name="ch b" initials="cb" lastIdx="0" clrIdx="5339"/>
  <p:cmAuthor id="5341" name="王昱琛" initials="h" lastIdx="0" clrIdx="5340"/>
  <p:cmAuthor id="5342" name="eshore" initials="e" lastIdx="0" clrIdx="5341"/>
  <p:cmAuthor id="5343" name="DengQY" initials="D" lastIdx="0" clrIdx="5342"/>
  <p:cmAuthor id="5344" name="2867889100@qq.com" initials="2" lastIdx="0" clrIdx="5343"/>
  <p:cmAuthor id="5345" name="Zhuanz" initials="Z" lastIdx="0" clrIdx="5344"/>
  <p:cmAuthor id="5346" name="sun zhen" initials="sz" lastIdx="0" clrIdx="5345"/>
  <p:cmAuthor id="5347" name="lineng" initials="lineng" lastIdx="0" clrIdx="5346"/>
  <p:cmAuthor id="5348" name="孟 庆岩" initials="孟" lastIdx="0" clrIdx="5347"/>
  <p:cmAuthor id="5349" name="Z" initials="z" lastIdx="0" clrIdx="5348"/>
  <p:cmAuthor id="5350" name="吕霞" initials="吕" lastIdx="0" clrIdx="5349"/>
  <p:cmAuthor id="5351" name="乔娟" initials="乔" lastIdx="0" clrIdx="5350"/>
  <p:cmAuthor id="5352" name="huxiaolu" initials="h" lastIdx="0" clrIdx="5351"/>
  <p:cmAuthor id="5353" name="flower" initials="f" lastIdx="0" clrIdx="5352"/>
  <p:cmAuthor id="5354" name="ad" initials="a" lastIdx="0" clrIdx="5353"/>
  <p:cmAuthor id="5355" name="sysadmin" initials="张克寒/SGS/FMCC" lastIdx="0" clrIdx="5354"/>
  <p:cmAuthor id="5356" name="汪勇" initials="汪" lastIdx="0" clrIdx="5355"/>
  <p:cmAuthor id="5357" name="任 黄" initials="任" lastIdx="0" clrIdx="5356"/>
  <p:cmAuthor id="5358" name="Mateo" initials="M" lastIdx="0" clrIdx="5357"/>
  <p:cmAuthor id="5359" name="韩佳楠" initials="韩" lastIdx="0" clrIdx="5358"/>
  <p:cmAuthor id="5360" name="zhan" initials="z" lastIdx="0" clrIdx="5359"/>
  <p:cmAuthor id="5361" name="lenoov" initials="l" lastIdx="0" clrIdx="5360"/>
  <p:cmAuthor id="5362" name="李 剑峰" initials="李" lastIdx="0" clrIdx="5361"/>
  <p:cmAuthor id="5363" name="36216" initials="3" lastIdx="0" clrIdx="5362"/>
  <p:cmAuthor id="5364" name="向 际卓" initials="向" lastIdx="0" clrIdx="5363"/>
  <p:cmAuthor id="5365" name="Yupe" initials="Y" lastIdx="0" clrIdx="5364"/>
  <p:cmAuthor id="5366" name="wangyw" initials="w" lastIdx="0" clrIdx="5365"/>
  <p:cmAuthor id="5367" name="niko" initials="n" lastIdx="0" clrIdx="5366"/>
  <p:cmAuthor id="5368" name="戴 长青" initials="戴" lastIdx="0" clrIdx="5367"/>
  <p:cmAuthor id="5369" name="37918" initials="3" lastIdx="0" clrIdx="5368"/>
  <p:cmAuthor id="5370" name="da990" initials="d" lastIdx="0" clrIdx="5369"/>
  <p:cmAuthor id="5371" name="潘海" initials="A" lastIdx="0" clrIdx="5370"/>
  <p:cmAuthor id="5372" name="程洁" initials="A" lastIdx="0" clrIdx="5371"/>
  <p:cmAuthor id="5373" name="YXJ" initials="Y" lastIdx="0" clrIdx="5372"/>
  <p:cmAuthor id="5374" name="WPS_1630027159" initials="W" lastIdx="0" clrIdx="5373"/>
  <p:cmAuthor id="5375" name="茼蒿炒蛋" initials="茼" lastIdx="0" clrIdx="5374"/>
  <p:cmAuthor id="5376" name="张富强" initials="张" lastIdx="0" clrIdx="5375"/>
  <p:cmAuthor id="5377" name="麦田的稻草人" initials="麦" lastIdx="0" clrIdx="5376"/>
  <p:cmAuthor id="5378" name="cheng cui" initials="cc" lastIdx="0" clrIdx="5377"/>
  <p:cmAuthor id="5379" name="wei junqing" initials="wj" lastIdx="0" clrIdx="5378"/>
  <p:cmAuthor id="5380" name="15339629135@189.cn" initials="1" lastIdx="0" clrIdx="5379"/>
  <p:cmAuthor id="5381" name="刘婕" initials="刘" lastIdx="0" clrIdx="5380"/>
  <p:cmAuthor id="5382" name="王锐" initials="r" lastIdx="0" clrIdx="5381"/>
  <p:cmAuthor id="5383" name="8615375398587" initials="" lastIdx="0" clrIdx="5382"/>
  <p:cmAuthor id="5384" name="熊凯" initials="熊" lastIdx="0" clrIdx="5383"/>
  <p:cmAuthor id="5385" name="maoheng" initials="mh" lastIdx="0" clrIdx="5384"/>
  <p:cmAuthor id="5386" name="张旭" initials="张" lastIdx="0" clrIdx="5385"/>
  <p:cmAuthor id="5387" name="xu'xiao'li" initials="x" lastIdx="0" clrIdx="5386"/>
  <p:cmAuthor id="5388" name="15305512008@189.cn" initials="1" lastIdx="0" clrIdx="5387"/>
  <p:cmAuthor id="5389" name="Iris YuanGao" initials="irgao" lastIdx="0" clrIdx="5388"/>
  <p:cmAuthor id="5390" name="孙艺" initials="孙" lastIdx="0" clrIdx="5389"/>
  <p:cmAuthor id="5391" name="陶选如" initials="陶" lastIdx="0" clrIdx="5390"/>
  <p:cmAuthor id="5392" name="ccb" initials="c" lastIdx="0" clrIdx="5391"/>
  <p:cmAuthor id="5393" name="Tseng, Melanie" initials="T" lastIdx="0" clrIdx="5392"/>
  <p:cmAuthor id="5394" name="马媛" initials="马" lastIdx="0" clrIdx="5393"/>
  <p:cmAuthor id="5395" name="onlyone" initials="o" lastIdx="0" clrIdx="5394"/>
  <p:cmAuthor id="5396" name="直觉" initials="直" lastIdx="0" clrIdx="5395"/>
  <p:cmAuthor id="5397" name="永生 刘" initials="永刘" lastIdx="0" clrIdx="5396"/>
  <p:cmAuthor id="5398" name="lihj" initials="l" lastIdx="0" clrIdx="5397"/>
  <p:cmAuthor id="5399" name="douhu" initials="d" lastIdx="0" clrIdx="5398"/>
  <p:cmAuthor id="5400" name="jax.guo" initials="j" lastIdx="0" clrIdx="5399"/>
  <p:cmAuthor id="5401" name="mazhen" initials="m" lastIdx="0" clrIdx="5400"/>
  <p:cmAuthor id="5402" name="bafeng" initials="b" lastIdx="0" clrIdx="5401"/>
  <p:cmAuthor id="5403" name="yejingwen" initials="y" lastIdx="0" clrIdx="5402"/>
  <p:cmAuthor id="5404" name="duweiwei1" initials="d" lastIdx="0" clrIdx="5403"/>
  <p:cmAuthor id="5405" name="fengyi23" initials="f" lastIdx="0" clrIdx="5404"/>
  <p:cmAuthor id="5406" name="xul54" initials="x" lastIdx="0" clrIdx="5405"/>
  <p:cmAuthor id="5407" name="luoll11" initials="l" lastIdx="0" clrIdx="5406"/>
  <p:cmAuthor id="5408" name="00030386" initials="0" lastIdx="0" clrIdx="5407"/>
  <p:cmAuthor id="5409" name="jiaxizhou1" initials="j" lastIdx="0" clrIdx="5408"/>
  <p:cmAuthor id="5410" name="zxq_1" initials="z" lastIdx="0" clrIdx="5409"/>
  <p:cmAuthor id="5411" name="wangml110" initials="w" lastIdx="0" clrIdx="5410"/>
  <p:cmAuthor id="5412" name="施晗" initials="施" lastIdx="0" clrIdx="5411"/>
  <p:cmAuthor id="5413" name="shijinjin" initials="s" lastIdx="0" clrIdx="5412"/>
  <p:cmAuthor id="5414" name="XYY" initials="X" lastIdx="0" clrIdx="5413"/>
  <p:cmAuthor id="5415" name="黄筱雅" initials="黄" lastIdx="0" clrIdx="5414"/>
  <p:cmAuthor id="5416" name="luhx26" initials="l" lastIdx="0" clrIdx="5415"/>
  <p:cmAuthor id="5417" name="guy16" initials="g" lastIdx="0" clrIdx="5416"/>
  <p:cmAuthor id="5418" name="chenhua32" initials="c" lastIdx="0" clrIdx="5417"/>
  <p:cmAuthor id="5419" name="zhuy261" initials="z" lastIdx="0" clrIdx="5418"/>
  <p:cmAuthor id="5420" name="李想" initials="李" lastIdx="0" clrIdx="5419"/>
  <p:cmAuthor id="5421" name="weixy67" initials="w" lastIdx="0" clrIdx="5420"/>
  <p:cmAuthor id="5422" name="程健一" initials="程" lastIdx="0" clrIdx="5421"/>
  <p:cmAuthor id="5423" name="挖井的 长颈鹿" initials="挖井的" lastIdx="0" clrIdx="5422"/>
  <p:cmAuthor id="5424" name="若尘 黄" initials="若黄" lastIdx="0" clrIdx="5423"/>
  <p:cmAuthor id="5425" name="海扬 刘" initials="海扬" lastIdx="0" clrIdx="5424"/>
  <p:cmAuthor id="5426" name="冯 前进" initials="冯" lastIdx="0" clrIdx="5425"/>
  <p:cmAuthor id="5427" name="泪 目" initials="泪" lastIdx="0" clrIdx="5426"/>
  <p:cmAuthor id="5428" name="刘守存" initials="U" lastIdx="0" clrIdx="5427"/>
  <p:cmAuthor id="5429" name="吴铭锐" initials="吴" lastIdx="0" clrIdx="5428"/>
  <p:cmAuthor id="5430" name="liying" initials="l" lastIdx="0" clrIdx="5429"/>
  <p:cmAuthor id="5431" name="nine" initials="n" lastIdx="0" clrIdx="5430"/>
  <p:cmAuthor id="5432" name="吕喜龙" initials="吕" lastIdx="0" clrIdx="5431"/>
  <p:cmAuthor id="5433" name="gtmc" initials="g" lastIdx="0" clrIdx="5432"/>
  <p:cmAuthor id="5434" name="张杰" initials="张" lastIdx="0" clrIdx="5433"/>
  <p:cmAuthor id="5435" name="徐菲" initials="徐" lastIdx="0" clrIdx="5434"/>
  <p:cmAuthor id="5436" name="云飞 赵" initials="云飞" lastIdx="0" clrIdx="5435"/>
  <p:cmAuthor id="5437" name="stephen" initials="s" lastIdx="0" clrIdx="5436"/>
  <p:cmAuthor id="5438" name="Zjlun" initials="Z" lastIdx="0" clrIdx="5437"/>
  <p:cmAuthor id="5439" name="张兴周" initials="x" lastIdx="0" clrIdx="5438"/>
  <p:cmAuthor id="5440" name="齐 Mandy" initials="齐" lastIdx="0" clrIdx="5439"/>
  <p:cmAuthor id="5441" name="李哲(ZheLi)-顺丰科技" initials="a" lastIdx="0" clrIdx="5440"/>
  <p:cmAuthor id="5442" name="D eco" initials="De" lastIdx="0" clrIdx="5441"/>
  <p:cmAuthor id="5443" name="yuan xiwen" initials="yx" lastIdx="0" clrIdx="5442"/>
  <p:cmAuthor id="5444" name="jjshen" initials="j" lastIdx="0" clrIdx="5443"/>
  <p:cmAuthor id="5445" name="宗敬 何" initials="宗何" lastIdx="0" clrIdx="5444"/>
  <p:cmAuthor id="5446" name="燕翠" initials="燕翠" lastIdx="0" clrIdx="5445"/>
  <p:cmAuthor id="5447" name="Weisi Deng" initials="WD" lastIdx="0" clrIdx="5446"/>
  <p:cmAuthor id="5448" name="柳丰青" initials="WU" lastIdx="0" clrIdx="5447"/>
  <p:cmAuthor id="5449" name="靳 海燕" initials="靳" lastIdx="0" clrIdx="5448"/>
  <p:cmAuthor id="5450" name="邱 腾" initials="邱" lastIdx="0" clrIdx="5449"/>
  <p:cmAuthor id="5451" name="韩孝兴" initials="韩" lastIdx="0" clrIdx="5450"/>
  <p:cmAuthor id="5452" name="liuyunhua" initials="l" lastIdx="0" clrIdx="5451"/>
  <p:cmAuthor id="5453" name="康 世达" initials="康" lastIdx="0" clrIdx="5452"/>
  <p:cmAuthor id="5454" name="郝 丹" initials="郝" lastIdx="0" clrIdx="5453"/>
  <p:cmAuthor id="5455" name="李若朋" initials="李若朋" lastIdx="0" clrIdx="5454"/>
  <p:cmAuthor id="5456" name="王 振方" initials="王" lastIdx="0" clrIdx="5455"/>
  <p:cmAuthor id="5457" name="邵阳" initials="邵" lastIdx="0" clrIdx="5456"/>
  <p:cmAuthor id="5458" name="c zf" initials="c" lastIdx="0" clrIdx="5457"/>
  <p:cmAuthor id="5459" name="张健" initials="authorId_37978381" lastIdx="0" clrIdx="5458"/>
  <p:cmAuthor id="5460" name="宋星平" initials="宋" lastIdx="0" clrIdx="5459"/>
  <p:cmAuthor id="5461" name="戴静远_auAveaEf" initials="authorId_1906444836" lastIdx="0" clrIdx="5460"/>
  <p:cmAuthor id="5462" name="褚淑荣" initials="褚" lastIdx="0" clrIdx="5461"/>
  <p:cmAuthor id="5463" name="陈娟" initials="陈" lastIdx="0" clrIdx="5462"/>
  <p:cmAuthor id="5464" name="Acuzio Dai" initials="AD" lastIdx="0" clrIdx="5463"/>
  <p:cmAuthor id="5465" name="黄彦" initials="黄" lastIdx="0" clrIdx="5464"/>
  <p:cmAuthor id="5466" name="Jie Chen" initials="JC" lastIdx="0" clrIdx="5465"/>
  <p:cmAuthor id="5467" name="陈家琪" initials="陈" lastIdx="0" clrIdx="5466"/>
  <p:cmAuthor id="5468" name="孟" initials="孟" lastIdx="0" clrIdx="5467"/>
  <p:cmAuthor id="5469" name="尉乐" initials="尉" lastIdx="0" clrIdx="5468"/>
  <p:cmAuthor id="5470" name="xiekui" initials="x" lastIdx="0" clrIdx="5469"/>
  <p:cmAuthor id="5471" name="huhailiang123456@outlook.com" initials="h" lastIdx="0" clrIdx="5470"/>
  <p:cmAuthor id="5472" name="c00327874" initials="c" lastIdx="0" clrIdx="5471"/>
  <p:cmAuthor id="5473" name="胡建英" initials="胡建英" lastIdx="0" clrIdx="5472"/>
  <p:cmAuthor id="5474" name="万巧芸" initials="万巧芸" lastIdx="0" clrIdx="5473"/>
  <p:cmAuthor id="5475" name="s00301854" initials="Stone" lastIdx="0" clrIdx="5474"/>
  <p:cmAuthor id="5476" name="YUAN MENG" initials="YM" lastIdx="0" clrIdx="5475"/>
  <p:cmAuthor id="5477" name="曹 韫翀" initials="曹" lastIdx="0" clrIdx="5476"/>
  <p:cmAuthor id="5478" name="wangzhaoli" initials="w" lastIdx="0" clrIdx="5477"/>
  <p:cmAuthor id="5479" name="oracle" initials="o" lastIdx="0" clrIdx="5478"/>
  <p:cmAuthor id="5480" name="王凌云" initials="王" lastIdx="0" clrIdx="5479"/>
  <p:cmAuthor id="5481" name="Jack妖怪" initials="J" lastIdx="0" clrIdx="5480"/>
  <p:cmAuthor id="5482" name="xuqinyi" initials="x" lastIdx="0" clrIdx="5481"/>
  <p:cmAuthor id="5483" name="孙安_aQbuRfue" initials="authorId_265717044" lastIdx="0" clrIdx="5482"/>
  <p:cmAuthor id="5484" name="吃草的兔子_QZNvQfi2" initials="authorId_436530797" lastIdx="0" clrIdx="5483"/>
  <p:cmAuthor id="5485" name="钱骥华_uMVbYNJf" initials="authorId_1246698148" lastIdx="0" clrIdx="5484"/>
  <p:cmAuthor id="5486" name="tanhongyuan" initials="t" lastIdx="0" clrIdx="5485"/>
  <p:cmAuthor id="5487" name="junchen zhu" initials="j" lastIdx="0" clrIdx="5486"/>
  <p:cmAuthor id="5488" name="BIG NICKY" initials="BN" lastIdx="0" clrIdx="5487"/>
  <p:cmAuthor id="5489" name="世界单身狗协会终生会长" initials="世" lastIdx="0" clrIdx="5488"/>
  <p:cmAuthor id="5490" name="梅子青" initials="梅" lastIdx="0" clrIdx="5489"/>
  <p:cmAuthor id="5491" name="同柱 刘" initials="" lastIdx="0" clrIdx="5490"/>
  <p:cmAuthor id="5492" name="qiuzhuo" initials="q" lastIdx="0" clrIdx="5491"/>
  <p:cmAuthor id="5493" name="董 熙伟" initials="董" lastIdx="0" clrIdx="5492"/>
  <p:cmAuthor id="5494" name="xhs" initials="x" lastIdx="0" clrIdx="5493"/>
  <p:cmAuthor id="5495" name="25826" initials="2" lastIdx="0" clrIdx="5494"/>
  <p:cmAuthor id="5496" name="潘孙翔" initials="p" lastIdx="0" clrIdx="5495"/>
  <p:cmAuthor id="5497" name="郑州果妈" initials="郑" lastIdx="0" clrIdx="5496"/>
  <p:cmAuthor id="5498" name="滕希成" initials="滕" lastIdx="0" clrIdx="5497"/>
  <p:cmAuthor id="5499" name="   " initials=" " lastIdx="0" clrIdx="5498"/>
  <p:cmAuthor id="5500" name="15090" initials="1" lastIdx="0" clrIdx="5499"/>
  <p:cmAuthor id="5501" name="Tom" initials="T" lastIdx="0" clrIdx="5500"/>
  <p:cmAuthor id="5502" name="洁 杨" initials="洁杨" lastIdx="0" clrIdx="5501"/>
  <p:cmAuthor id="5503" name="星 牟" initials="星" lastIdx="0" clrIdx="5502"/>
  <p:cmAuthor id="5504" name="梳子" initials="梳" lastIdx="0" clrIdx="5503"/>
  <p:cmAuthor id="5505" name="王粟" initials="C" lastIdx="0" clrIdx="5504"/>
  <p:cmAuthor id="5506" name="zhangjiayuan" initials="yuan" lastIdx="0" clrIdx="5505"/>
  <p:cmAuthor id="5507" name="91huhang" initials="9" lastIdx="0" clrIdx="5506"/>
  <p:cmAuthor id="5508" name="gongxiaobo" initials="GZM" lastIdx="0" clrIdx="5507"/>
  <p:cmAuthor id="5509" name="qiaozijin" initials="Qz" lastIdx="0" clrIdx="5508"/>
  <p:cmAuthor id="5510" name="李传波" initials="李" lastIdx="0" clrIdx="5509"/>
  <p:cmAuthor id="5511" name="candiceyumyum" initials="c" lastIdx="0" clrIdx="5510"/>
  <p:cmAuthor id="5512" name="45383746@qq.com" initials="4" lastIdx="0" clrIdx="5511"/>
  <p:cmAuthor id="5513" name="Li echo" initials="Le" lastIdx="0" clrIdx="5512"/>
  <p:cmAuthor id="5514" name="hauk guan" initials="h" lastIdx="0" clrIdx="5513"/>
  <p:cmAuthor id="5515" name="sierra" initials="s" lastIdx="0" clrIdx="5514"/>
  <p:cmAuthor id="5516" name="liduo" initials="l" lastIdx="0" clrIdx="5515"/>
  <p:cmAuthor id="5517" name="陈艳" initials="陈" lastIdx="0" clrIdx="5516"/>
  <p:cmAuthor id="5518" name="马 啸" initials="马" lastIdx="0" clrIdx="5517"/>
  <p:cmAuthor id="5519" name="王 公然" initials="王" lastIdx="0" clrIdx="5518"/>
  <p:cmAuthor id="5520" name="c" initials="c" lastIdx="0" clrIdx="5519"/>
  <p:cmAuthor id="5521" name="xiaweiwei" initials="x" lastIdx="0" clrIdx="5520"/>
  <p:cmAuthor id="5522" name="小 红马" initials="小" lastIdx="0" clrIdx="5521"/>
  <p:cmAuthor id="5523" name="512003617@qq.com" initials="5" lastIdx="0" clrIdx="5522"/>
  <p:cmAuthor id="5524" name="匿名用户" initials="匿" lastIdx="0" clrIdx="5523"/>
  <p:cmAuthor id="5525" name="yang zhiqiang" initials="yz" lastIdx="0" clrIdx="5524"/>
  <p:cmAuthor id="5526" name="李 大美" initials="李" lastIdx="0" clrIdx="5525"/>
  <p:cmAuthor id="5527" name="yangdinglin" initials="y" lastIdx="0" clrIdx="5526"/>
  <p:cmAuthor id="5528" name="86188" initials="8" lastIdx="0" clrIdx="5527"/>
  <p:cmAuthor id="5529" name="祝 晓旦" initials="祝" lastIdx="0" clrIdx="5528"/>
  <p:cmAuthor id="5530" name="sybil" initials="s" lastIdx="0" clrIdx="5529"/>
  <p:cmAuthor id="5531" name="lisahe" initials="l" lastIdx="0" clrIdx="5530"/>
  <p:cmAuthor id="5532" name="clj" initials="c" lastIdx="0" clrIdx="5531"/>
  <p:cmAuthor id="5533" name="尹瑶瑶" initials="尹" lastIdx="0" clrIdx="5532"/>
  <p:cmAuthor id="5534" name="22720" initials="2" lastIdx="0" clrIdx="5533"/>
  <p:cmAuthor id="5535" name="rongyue" initials="r" lastIdx="0" clrIdx="5534"/>
  <p:cmAuthor id="5536" name="Tiya" initials="T" lastIdx="0" clrIdx="5535"/>
  <p:cmAuthor id="5537" name="tongtong" initials="t" lastIdx="0" clrIdx="5536"/>
  <p:cmAuthor id="5538" name="XuYi" initials="X" lastIdx="0" clrIdx="5537"/>
  <p:cmAuthor id="5539" name="pangxueyu" initials="tangwanqi@sh.cmcc" lastIdx="0" clrIdx="5538"/>
  <p:cmAuthor id="5540" name="YANQING BAO" initials="Y" lastIdx="0" clrIdx="5539"/>
  <p:cmAuthor id="5541" name="Haiyang Wang" initials="H" lastIdx="0" clrIdx="5540"/>
  <p:cmAuthor id="5542" name="Mingo" initials="M" lastIdx="0" clrIdx="5541"/>
  <p:cmAuthor id="5543" name="zhoulifang" initials="z" lastIdx="0" clrIdx="5542"/>
  <p:cmAuthor id="5544" name="韩军伟" initials="韩" lastIdx="0" clrIdx="5543"/>
  <p:cmAuthor id="5545" name="三农金融事业部综合员" initials="三" lastIdx="0" clrIdx="5544"/>
  <p:cmAuthor id="5546" name="DaiZhengYuan" initials="D" lastIdx="0" clrIdx="5545"/>
  <p:cmAuthor id="5547" name="wangzhengyu" initials="w" lastIdx="0" clrIdx="5546"/>
  <p:cmAuthor id="5548" name="孟萦" initials="孟" lastIdx="0" clrIdx="5547"/>
  <p:cmAuthor id="5549" name="ts" initials="t" lastIdx="0" clrIdx="5548"/>
  <p:cmAuthor id="5550" name="江涛 李" initials="江" lastIdx="0" clrIdx="5549"/>
  <p:cmAuthor id="5551" name="林雪" initials="林" lastIdx="0" clrIdx="5550"/>
  <p:cmAuthor id="5552" name="李佳" initials="李" lastIdx="0" clrIdx="5551"/>
  <p:cmAuthor id="5553" name="diana.cheng" initials="d" lastIdx="0" clrIdx="5552"/>
  <p:cmAuthor id="5554" name="黄欣悦" initials="黄" lastIdx="0" clrIdx="5553"/>
  <p:cmAuthor id="5555" name="Zhou, Jane Ye" initials="Z" lastIdx="0" clrIdx="5554"/>
  <p:cmAuthor id="5556" name="Ma, Jun A." initials="M" lastIdx="0" clrIdx="5555"/>
  <p:cmAuthor id="5557" name="Doris Tan" initials="D" lastIdx="0" clrIdx="5556"/>
  <p:cmAuthor id="5558" name="Joy HL Sang" initials="J" lastIdx="0" clrIdx="5557"/>
  <p:cmAuthor id="5559" name="冯智强" initials="冯" lastIdx="0" clrIdx="5558"/>
  <p:cmAuthor id="5560" name="Zhou, Joey (IBD)" initials="Z" lastIdx="0" clrIdx="5559"/>
  <p:cmAuthor id="5561" name="孙运海" initials="孙" lastIdx="0" clrIdx="5560"/>
  <p:cmAuthor id="5562" name="浩 陈" initials="浩" lastIdx="0" clrIdx="5561"/>
  <p:cmAuthor id="5563" name="祎玮 王" initials="祎王" lastIdx="0" clrIdx="5562"/>
  <p:cmAuthor id="5564" name="wumin" initials="w" lastIdx="0" clrIdx="5563"/>
  <p:cmAuthor id="5565" name="锦 张" initials="锦张" lastIdx="0" clrIdx="5564"/>
  <p:cmAuthor id="5566" name="刘 饼饼" initials="刘" lastIdx="0" clrIdx="5565"/>
  <p:cmAuthor id="5567" name="chichi" initials="c" lastIdx="0" clrIdx="5566"/>
  <p:cmAuthor id="5568" name="duxj" initials="d" lastIdx="0" clrIdx="5567"/>
  <p:cmAuthor id="5569" name="罗强" initials="罗" lastIdx="0" clrIdx="5568"/>
  <p:cmAuthor id="5570" name="奚阿丹（政企）" initials="U" lastIdx="0" clrIdx="5569"/>
  <p:cmAuthor id="5571" name="WangLe" initials="W" lastIdx="0" clrIdx="5570"/>
  <p:cmAuthor id="5572" name="HONOR" initials="H" lastIdx="0" clrIdx="5571"/>
  <p:cmAuthor id="5573" name="King" initials="K" lastIdx="0" clrIdx="5572"/>
  <p:cmAuthor id="5574" name="86182" initials="8" lastIdx="0" clrIdx="5573"/>
  <p:cmAuthor id="5575" name="zhaoyunpeng@cmict.cmcc" initials="z" lastIdx="0" clrIdx="5574"/>
  <p:cmAuthor id="5576" name="小丹儿" initials="小" lastIdx="0" clrIdx="5575"/>
  <p:cmAuthor id="5577" name="燕 菲" initials="燕" lastIdx="0" clrIdx="5576"/>
  <p:cmAuthor id="5578" name="Lennox" initials="L" lastIdx="0" clrIdx="5577"/>
  <p:cmAuthor id="5579" name="Liu Jialin" initials="LJ" lastIdx="0" clrIdx="5578"/>
  <p:cmAuthor id="5580" name="陈 烨" initials="陈" lastIdx="0" clrIdx="5579"/>
  <p:cmAuthor id="5581" name="haomingLiu" initials="h" lastIdx="0" clrIdx="5580"/>
  <p:cmAuthor id="5582" name="crespo lee" initials="cl" lastIdx="0" clrIdx="5581"/>
  <p:cmAuthor id="5583" name="cyh_0" initials="c" lastIdx="0" clrIdx="5582"/>
  <p:cmAuthor id="5584" name="lsz" initials="l" lastIdx="0" clrIdx="5583"/>
  <p:cmAuthor id="5585" name="孟震" initials="孟" lastIdx="0" clrIdx="5584"/>
  <p:cmAuthor id="5586" name="luoli" initials="L" lastIdx="0" clrIdx="5585"/>
  <p:cmAuthor id="5587" name="icarus" initials="i" lastIdx="0" clrIdx="5586"/>
  <p:cmAuthor id="5588" name="neco.rorooo" initials="n" lastIdx="0" clrIdx="5587"/>
  <p:cmAuthor id="5589" name="lan_l" initials="l" lastIdx="0" clrIdx="5588"/>
  <p:cmAuthor id="5590" name="肖绍迪" initials="肖" lastIdx="0" clrIdx="5589"/>
  <p:cmAuthor id="5591" name="方朝军/产品推动室/产品开发推广部/总公司" initials="方" lastIdx="0" clrIdx="5590"/>
  <p:cmAuthor id="5592" name="zhengmn" initials="zhengmn" lastIdx="0" clrIdx="5591"/>
  <p:cmAuthor id="5593" name="renyina" initials="r" lastIdx="0" clrIdx="5592"/>
  <p:cmAuthor id="5594" name="zhangzhongmin" initials="zhangzhongmin" lastIdx="0" clrIdx="5593"/>
  <p:cmAuthor id="5595" name="xiehaoming" initials="xiehaoming" lastIdx="0" clrIdx="5594"/>
  <p:cmAuthor id="5596" name="xueyan" initials="x" lastIdx="0" clrIdx="5595"/>
  <p:cmAuthor id="5597" name="chenpuqiang" initials="c" lastIdx="0" clrIdx="5596"/>
  <p:cmAuthor id="5598" name="weik" initials="w" lastIdx="0" clrIdx="5597"/>
  <p:cmAuthor id="5599" name="zhoux" initials="z" lastIdx="0" clrIdx="5598"/>
  <p:cmAuthor id="5600" name="Candice Tucker" initials="CT" lastIdx="0" clrIdx="5599"/>
  <p:cmAuthor id="5601" name="Huxiaojian" initials="H" lastIdx="0" clrIdx="5600"/>
  <p:cmAuthor id="5602" name="贾云雁" initials="贾" lastIdx="0" clrIdx="5601"/>
  <p:cmAuthor id="5603" name="zhangxinyao" initials="z" lastIdx="0" clrIdx="5602"/>
  <p:cmAuthor id="5604" name="33505" initials="3" lastIdx="0" clrIdx="5603"/>
  <p:cmAuthor id="5605" name="anni" initials="a" lastIdx="0" clrIdx="5604"/>
  <p:cmAuthor id="5606" name="liuyanxue" initials="l" lastIdx="0" clrIdx="5605"/>
  <p:cmAuthor id="5607" name="86138" initials="8" lastIdx="0" clrIdx="5606"/>
  <p:cmAuthor id="5608" name="41586" initials="4" lastIdx="0" clrIdx="5607"/>
  <p:cmAuthor id="5609" name="WKL" initials="W" lastIdx="0" clrIdx="5608"/>
  <p:cmAuthor id="5610" name="USER614260" initials="U" lastIdx="0" clrIdx="5609"/>
  <p:cmAuthor id="5611" name="11794" initials="1" lastIdx="0" clrIdx="5610"/>
  <p:cmAuthor id="5612" name="张久仙" initials="zjx" lastIdx="0" clrIdx="5611"/>
  <p:cmAuthor id="5613" name="allnu" initials="a" lastIdx="0" clrIdx="5612"/>
  <p:cmAuthor id="5614" name="HAUWEI" initials="H" lastIdx="0" clrIdx="5613"/>
  <p:cmAuthor id="5615" name="姚丽娟" initials="姚" lastIdx="0" clrIdx="5614"/>
  <p:cmAuthor id="5616" name="bomeifeng" initials="b" lastIdx="0" clrIdx="5615"/>
  <p:cmAuthor id="5617" name="李 淑珍" initials="李" lastIdx="0" clrIdx="5616"/>
  <p:cmAuthor id="5618" name="454659240@qq.com" initials="4" lastIdx="0" clrIdx="5617"/>
  <p:cmAuthor id="5619" name="李 富岩" initials="李" lastIdx="0" clrIdx="5618"/>
  <p:cmAuthor id="5620" name="樊 现静" initials="樊" lastIdx="0" clrIdx="5619"/>
  <p:cmAuthor id="5621" name="林诗婷" initials="林" lastIdx="0" clrIdx="5620"/>
  <p:cmAuthor id="5622" name="Bo Bo" initials="BB" lastIdx="0" clrIdx="5621"/>
  <p:cmAuthor id="5623" name="DIABLO" initials="D" lastIdx="0" clrIdx="5622"/>
  <p:cmAuthor id="5624" name="zlc22" initials="z" lastIdx="0" clrIdx="5623"/>
  <p:cmAuthor id="5625" name="哲恒 胡" initials="哲恒" lastIdx="0" clrIdx="5624"/>
  <p:cmAuthor id="5626" name="hongwei wang" initials="hw" lastIdx="0" clrIdx="5625"/>
  <p:cmAuthor id="5627" name="段 明江" initials="段" lastIdx="0" clrIdx="5626"/>
  <p:cmAuthor id="5628" name="邓 东" initials="邓" lastIdx="0" clrIdx="5627"/>
  <p:cmAuthor id="5629" name="zhaoyu Li" initials="jz" lastIdx="0" clrIdx="5628"/>
  <p:cmAuthor id="5630" name="guqing" initials="g" lastIdx="0" clrIdx="5629"/>
  <p:cmAuthor id="5631" name="Shi Super" initials="SS" lastIdx="0" clrIdx="5630"/>
  <p:cmAuthor id="5632" name="windowsComputer" initials="w" lastIdx="0" clrIdx="5631"/>
  <p:cmAuthor id="5633" name="庞亦龙" initials="庞亦龙" lastIdx="0" clrIdx="5632"/>
  <p:cmAuthor id="5634" name="松雪" initials="松" lastIdx="0" clrIdx="5633"/>
  <p:cmAuthor id="5635" name="陈立峰" initials="陈立峰" lastIdx="0" clrIdx="5634"/>
  <p:cmAuthor id="5636" name="王雅平" initials="王雅平" lastIdx="0" clrIdx="5635"/>
  <p:cmAuthor id="5637" name="Pete Basiliere" initials="Pete" lastIdx="0" clrIdx="5636"/>
  <p:cmAuthor id="5638" name="Lheureux,Benoit" initials="L" lastIdx="0" clrIdx="5637"/>
  <p:cmAuthor id="5639" name="Velosa,Alfonso" initials="V" lastIdx="0" clrIdx="5638"/>
  <p:cmAuthor id="5640" name="Yi Tong" initials="YT" lastIdx="0" clrIdx="5639"/>
  <p:cmAuthor id="5641" name="Burke,Brian" initials="B" lastIdx="0" clrIdx="5640"/>
  <p:cmAuthor id="5642" name="Cearley,David" initials="C" lastIdx="0" clrIdx="5641"/>
  <p:cmAuthor id="5643" name="Richard Yue" initials="RY" lastIdx="0" clrIdx="5642"/>
  <p:cmAuthor id="5644" name="1528" initials="1" lastIdx="0" clrIdx="5643"/>
  <p:cmAuthor id="5645" name="徐洁" initials="徐洁" lastIdx="0" clrIdx="5644"/>
  <p:cmAuthor id="5646" name="周阿冰_AzmmA7jq" initials="authorId_640008380" lastIdx="0" clrIdx="5645"/>
  <p:cmAuthor id="5647" name="minzuo" initials="m" lastIdx="0" clrIdx="5646"/>
  <p:cmAuthor id="5648" name="沈菲" initials="沈" lastIdx="0" clrIdx="5647"/>
  <p:cmAuthor id="5649" name="王大侠" initials="王" lastIdx="0" clrIdx="5648"/>
  <p:cmAuthor id="5650" name="WPS_1639980060" initials="W" lastIdx="0" clrIdx="5649"/>
  <p:cmAuthor id="5651" name="XiuXiu" initials="X" lastIdx="0" clrIdx="5650"/>
  <p:cmAuthor id="5652" name="saima" initials="s" lastIdx="0" clrIdx="5651"/>
  <p:cmAuthor id="5653" name="茹嘉琦|rujiaqi" initials="茹" lastIdx="0" clrIdx="5652"/>
  <p:cmAuthor id="5654" name="du189" initials="d" lastIdx="0" clrIdx="5653"/>
  <p:cmAuthor id="5655" name="ZN" initials="Z" lastIdx="0" clrIdx="5654"/>
  <p:cmAuthor id="5656" name="灵然 张" initials="灵张" lastIdx="0" clrIdx="5655"/>
  <p:cmAuthor id="5657" name="zhangtengfei" initials="z" lastIdx="0" clrIdx="5656"/>
  <p:cmAuthor id="5658" name="唐建军" initials="唐" lastIdx="0" clrIdx="5657"/>
  <p:cmAuthor id="5659" name="米鹏伟" initials="m" lastIdx="0" clrIdx="5658"/>
  <p:cmAuthor id="5660" name="胡缙" initials="胡" lastIdx="0" clrIdx="5659"/>
  <p:cmAuthor id="5661" name="VV" initials="V" lastIdx="0" clrIdx="5660"/>
  <p:cmAuthor id="5662" name="兵" initials="" lastIdx="0" clrIdx="5661"/>
  <p:cmAuthor id="5663" name="12769" initials="" lastIdx="0" clrIdx="5662"/>
  <p:cmAuthor id="5664" name="Taylor" initials="T" lastIdx="0" clrIdx="5663"/>
  <p:cmAuthor id="5665" name="KG 楠" initials="K楠" lastIdx="0" clrIdx="5664"/>
  <p:cmAuthor id="5666" name="00260515" initials="HRP" lastIdx="0" clrIdx="5665"/>
  <p:cmAuthor id="5667" name="10181267" initials="1" lastIdx="0" clrIdx="5666"/>
  <p:cmAuthor id="5668" name="10115294" initials="1" lastIdx="0" clrIdx="5667"/>
  <p:cmAuthor id="5669" name="10036782" initials="1" lastIdx="0" clrIdx="5668"/>
  <p:cmAuthor id="5670" name="10270505" initials="1" lastIdx="0" clrIdx="5669"/>
  <p:cmAuthor id="5671" name="10145512" initials="1" lastIdx="0" clrIdx="5670"/>
  <p:cmAuthor id="5672" name="00025099" initials="0" lastIdx="0" clrIdx="5671"/>
  <p:cmAuthor id="5673" name="10225041" initials="1" lastIdx="0" clrIdx="5672"/>
  <p:cmAuthor id="5674" name="00242950" initials="0" lastIdx="0" clrIdx="5673"/>
  <p:cmAuthor id="5675" name="10096786" initials="1" lastIdx="0" clrIdx="5674"/>
  <p:cmAuthor id="5676" name="linfei (K)" initials="l(" lastIdx="0" clrIdx="5675"/>
  <p:cmAuthor id="5677" name="10091031" initials="1" lastIdx="0" clrIdx="5676"/>
  <p:cmAuthor id="5678" name="00249774" initials="0" lastIdx="0" clrIdx="5677"/>
  <p:cmAuthor id="5679" name="10111613" initials="1" lastIdx="0" clrIdx="5678"/>
  <p:cmAuthor id="5680" name="10208030" initials="1" lastIdx="0" clrIdx="5679"/>
  <p:cmAuthor id="5681" name="10169052" initials="TC" lastIdx="0" clrIdx="5680"/>
  <p:cmAuthor id="5682" name="00145565" initials="0" lastIdx="0" clrIdx="5681"/>
  <p:cmAuthor id="5683" name="10208146" initials="1" lastIdx="0" clrIdx="5682"/>
  <p:cmAuthor id="5684" name="zw" initials="z" lastIdx="0" clrIdx="5683"/>
  <p:cmAuthor id="5685" name="myj" initials="myj" lastIdx="0" clrIdx="5684"/>
  <p:cmAuthor id="5686" name="梦凯 程" initials="梦程" lastIdx="0" clrIdx="5685"/>
  <p:cmAuthor id="5687" name="giraffe_eva@126.com" initials="" lastIdx="0" clrIdx="5686"/>
  <p:cmAuthor id="5688" name="LBackshadow" initials="L" lastIdx="0" clrIdx="5687"/>
  <p:cmAuthor id="5689" name="方颀" initials="q" lastIdx="0" clrIdx="5688"/>
  <p:cmAuthor id="5690" name="简简单单就好" initials="简" lastIdx="0" clrIdx="5689"/>
  <p:cmAuthor id="5691" name="ctc" initials="c" lastIdx="0" clrIdx="5690"/>
  <p:cmAuthor id="5692" name="zhaojiawen" initials="z" lastIdx="0" clrIdx="5691"/>
  <p:cmAuthor id="5693" name="李佳阳" initials="C" lastIdx="0" clrIdx="5692"/>
  <p:cmAuthor id="5694" name="Wu Jingwen" initials="W" lastIdx="0" clrIdx="5693"/>
  <p:cmAuthor id="5695" name="xiaoranyuexi@outlook.com" initials="x" lastIdx="0" clrIdx="5694"/>
  <p:cmAuthor id="5696" name="文革胜" initials="李莹" lastIdx="0" clrIdx="5695"/>
  <p:cmAuthor id="5697" name="何浩" initials="何" lastIdx="0" clrIdx="5696"/>
  <p:cmAuthor id="5698" name="董静" initials="" lastIdx="0" clrIdx="5697"/>
  <p:cmAuthor id="5699" name="TX" initials="T" lastIdx="0" clrIdx="5698"/>
  <p:cmAuthor id="5700" name="simba" initials="s" lastIdx="0" clrIdx="5699"/>
  <p:cmAuthor id="5701" name="Yang David" initials="YD" lastIdx="0" clrIdx="5700"/>
  <p:cmAuthor id="5702" name="新月" initials="新" lastIdx="0" clrIdx="5701"/>
  <p:cmAuthor id="5703" name="MING" initials="M" lastIdx="0" clrIdx="5702"/>
  <p:cmAuthor id="5704" name="婷 刘" initials="婷" lastIdx="0" clrIdx="5703"/>
  <p:cmAuthor id="5705" name="He Jack" initials="HJ" lastIdx="0" clrIdx="5704"/>
  <p:cmAuthor id="5706" name="黄 子鉴" initials="黄" lastIdx="0" clrIdx="5705"/>
  <p:cmAuthor id="5707" name="lihaitao" initials="l" lastIdx="0" clrIdx="5706"/>
  <p:cmAuthor id="5708" name="huj" initials="h" lastIdx="0" clrIdx="5707"/>
  <p:cmAuthor id="5709" name="duanmingjiang" initials="dmj" lastIdx="0" clrIdx="5708"/>
  <p:cmAuthor id="5710" name="TY" initials="T" lastIdx="0" clrIdx="5709"/>
  <p:cmAuthor id="5711" name="maoxiege" initials="m" lastIdx="0" clrIdx="5710"/>
  <p:cmAuthor id="5712" name="Chenke (Leonardo, Channel)" initials="C(C" lastIdx="0" clrIdx="5711"/>
  <p:cmAuthor id="5713" name="Zhong Xu" initials="Z" lastIdx="0" clrIdx="5712"/>
  <p:cmAuthor id="5714" name="sun feng" initials="sf" lastIdx="0" clrIdx="5713"/>
  <p:cmAuthor id="5715" name="哈大雷" initials="哈大雷" lastIdx="0" clrIdx="5714"/>
  <p:cmAuthor id="5716" name="严益昌" initials="MOU [2] [2] [2] [2] [2] [2]" lastIdx="0" clrIdx="5715"/>
  <p:cmAuthor id="5717" name="guolm" initials="g" lastIdx="0" clrIdx="5716"/>
  <p:cmAuthor id="5718" name="Li, Michelle W (BJ/MC)" initials="LMW(" lastIdx="0" clrIdx="5717"/>
  <p:cmAuthor id="5719" name="电气01" initials="电" lastIdx="0" clrIdx="5718"/>
  <p:cmAuthor id="5720" name="Ge" initials="G" lastIdx="0" clrIdx="5719"/>
  <p:cmAuthor id="5721" name="云玲 吴" initials="云玲" lastIdx="0" clrIdx="5720"/>
  <p:cmAuthor id="5722" name="江平" initials="江" lastIdx="0" clrIdx="5721"/>
  <p:cmAuthor id="5723" name="wangxueliang" initials="w" lastIdx="0" clrIdx="5722"/>
  <p:cmAuthor id="5724" name="小 羽" initials="小" lastIdx="0" clrIdx="5723"/>
  <p:cmAuthor id="5725" name="冉龙" initials="冉" lastIdx="0" clrIdx="5724"/>
  <p:cmAuthor id="5726" name="有文" initials="有" lastIdx="0" clrIdx="5725"/>
  <p:cmAuthor id="5727" name="jsbanh0@163.com" initials="j" lastIdx="0" clrIdx="5726"/>
  <p:cmAuthor id="5728" name="依 然" initials="依" lastIdx="0" clrIdx="5727"/>
  <p:cmAuthor id="5729" name="zhouzean" initials="z" lastIdx="0" clrIdx="5728"/>
  <p:cmAuthor id="5730" name="李鹏飞_6bQfzI3a" initials="李" lastIdx="0" clrIdx="5729"/>
  <p:cmAuthor id="5731" name="李晓菲_MZFnUzi6" initials="李" lastIdx="0" clrIdx="5730"/>
  <p:cmAuthor id="5732" name="yifei" initials="y" lastIdx="0" clrIdx="5731"/>
  <p:cmAuthor id="5733" name="yezi" initials="y" lastIdx="0" clrIdx="5732"/>
  <p:cmAuthor id="5734" name="叶随风舞" initials="叶" lastIdx="0" clrIdx="5733"/>
  <p:cmAuthor id="5735" name="nini" initials="n" lastIdx="0" clrIdx="5734"/>
  <p:cmAuthor id="5736" name="li marry" initials="l" lastIdx="0" clrIdx="5735"/>
  <p:cmAuthor id="5737" name="孙宇婷" initials="" lastIdx="0" clrIdx="5736"/>
  <p:cmAuthor id="5738" name="www" initials="w" lastIdx="0" clrIdx="5737"/>
  <p:cmAuthor id="5739" name="zangshichen" initials="z" lastIdx="0" clrIdx="5738"/>
  <p:cmAuthor id="5740" name="222" initials="2" lastIdx="0" clrIdx="5739"/>
  <p:cmAuthor id="5741" name="古" initials="" lastIdx="0" clrIdx="5740"/>
  <p:cmAuthor id="5742" name="李彦利" initials="" lastIdx="0" clrIdx="5741"/>
  <p:cmAuthor id="5743" name="刘刘" initials="" lastIdx="0" clrIdx="5742"/>
  <p:cmAuthor id="5744" name="nijingen" initials="n" lastIdx="0" clrIdx="5743"/>
  <p:cmAuthor id="5745" name="张 林娜" initials="" lastIdx="0" clrIdx="5744"/>
  <p:cmAuthor id="5746" name="叶 思冰" initials="叶" lastIdx="0" clrIdx="5745"/>
  <p:cmAuthor id="5747" name="zhou ming" initials="zm" lastIdx="0" clrIdx="5746"/>
  <p:cmAuthor id="5748" name="NFB" initials="N" lastIdx="0" clrIdx="5747"/>
  <p:cmAuthor id="5749" name="WIN11" initials="W" lastIdx="0" clrIdx="5748"/>
  <p:cmAuthor id="5750" name="俊杰 王" initials="俊王" lastIdx="0" clrIdx="5749"/>
  <p:cmAuthor id="5751" name="伟江 邬" initials="伟邬" lastIdx="0" clrIdx="5750"/>
  <p:cmAuthor id="5752" name="Sirius" initials="S" lastIdx="0" clrIdx="5751"/>
  <p:cmAuthor id="5753" name="Yixilin" initials="Y" lastIdx="0" clrIdx="5752"/>
  <p:cmAuthor id="5754" name="Yanhao" initials="Y" lastIdx="0" clrIdx="5753"/>
  <p:cmAuthor id="5755" name="陈 瑶" initials="陈" lastIdx="0" clrIdx="5754"/>
  <p:cmAuthor id="5756" name="鸿霞 潘" initials="鸿潘" lastIdx="0" clrIdx="5755"/>
  <p:cmAuthor id="5757" name="胡国红" initials="胡" lastIdx="0" clrIdx="5756"/>
  <p:cmAuthor id="5758" name="yanbing hu" initials="yh" lastIdx="0" clrIdx="5757"/>
  <p:cmAuthor id="5759" name="省政企" initials="省政企" lastIdx="0" clrIdx="5758"/>
  <p:cmAuthor id="5760" name="Loco°" initials="L" lastIdx="0" clrIdx="5759"/>
  <p:cmAuthor id="5761" name="bo wu" initials="bw" lastIdx="0" clrIdx="5760"/>
  <p:cmAuthor id="5762" name="wrh" initials="w" lastIdx="0" clrIdx="5761"/>
  <p:cmAuthor id="5763" name="杨大春" initials="杨大春" lastIdx="0" clrIdx="5762"/>
  <p:cmAuthor id="5764" name="王梦伟" initials="王梦伟" lastIdx="0" clrIdx="5763"/>
  <p:cmAuthor id="5765" name="吴南丰" initials="吴" lastIdx="0" clrIdx="5764"/>
  <p:cmAuthor id="5766" name="8613770779887" initials="8" lastIdx="0" clrIdx="5765"/>
  <p:cmAuthor id="5767" name="闵祎" initials="闵祎" lastIdx="0" clrIdx="5766"/>
  <p:cmAuthor id="5768" name="邓华" initials="邓华" lastIdx="0" clrIdx="5767"/>
  <p:cmAuthor id="5769" name="黄明" initials="黄" lastIdx="0" clrIdx="5768"/>
  <p:cmAuthor id="5770" name="坤" initials="坤" lastIdx="0" clrIdx="5769"/>
  <p:cmAuthor id="5771" name="dshen" initials="d" lastIdx="0" clrIdx="5770"/>
  <p:cmAuthor id="5772" name="公共组" initials="公" lastIdx="0" clrIdx="5771"/>
  <p:cmAuthor id="5773" name="易聪" initials="易聪" lastIdx="0" clrIdx="5772"/>
  <p:cmAuthor id="5774" name="张慧" initials="张" lastIdx="0" clrIdx="5773"/>
  <p:cmAuthor id="5775" name="超'S 康皮呦特儿" initials="超" lastIdx="0" clrIdx="5774"/>
  <p:cmAuthor id="5776" name="张清霞" initials="张" lastIdx="0" clrIdx="5775"/>
  <p:cmAuthor id="5777" name="yangshh" initials="y" lastIdx="0" clrIdx="5776"/>
  <p:cmAuthor id="5778" name="宋 晨" initials="宋" lastIdx="0" clrIdx="5777"/>
  <p:cmAuthor id="5779" name="张梦雅" initials="张" lastIdx="0" clrIdx="5778"/>
  <p:cmAuthor id="5780" name="Derek bu" initials="Db" lastIdx="0" clrIdx="5779"/>
  <p:cmAuthor id="5781" name="zyc" initials="z" lastIdx="0" clrIdx="5780"/>
  <p:cmAuthor id="5782" name="Culusu" initials="C" lastIdx="0" clrIdx="5781"/>
  <p:cmAuthor id="5783" name="19384" initials="1" lastIdx="0" clrIdx="5782"/>
  <p:cmAuthor id="5784" name="赵鑫" initials="赵" lastIdx="0" clrIdx="5783"/>
  <p:cmAuthor id="5785" name="梦想" initials="梦" lastIdx="0" clrIdx="5784"/>
  <p:cmAuthor id="5786" name="凌月" initials="凌" lastIdx="0" clrIdx="5785"/>
  <p:cmAuthor id="5787" name="程小胖" initials="程" lastIdx="0" clrIdx="5786"/>
  <p:cmAuthor id="5788" name="陈翠芳" initials="陈" lastIdx="0" clrIdx="5787"/>
  <p:cmAuthor id="5789" name="张怀猛" initials="W用" lastIdx="0" clrIdx="5788"/>
  <p:cmAuthor id="5790" name="98254" initials="9" lastIdx="0" clrIdx="5789"/>
  <p:cmAuthor id="5791" name="8615305711863" initials="chenh.zj" lastIdx="0" clrIdx="5790"/>
  <p:cmAuthor id="5792" name="zheng zheng" initials="zz" lastIdx="0" clrIdx="5791"/>
  <p:cmAuthor id="5793" name="崔彤欣" initials="崔" lastIdx="0" clrIdx="5792"/>
  <p:cmAuthor id="5794" name="王天永" initials="王" lastIdx="0" clrIdx="5793"/>
  <p:cmAuthor id="5795" name="夏剑芳" initials="夏" lastIdx="0" clrIdx="5794"/>
  <p:cmAuthor id="5796" name="肆" initials="肆" lastIdx="0" clrIdx="5795"/>
  <p:cmAuthor id="5797" name="九皋" initials="九" lastIdx="0" clrIdx="5796"/>
  <p:cmAuthor id="5798" name="shixuan jia" initials="sj" lastIdx="0" clrIdx="5797"/>
  <p:cmAuthor id="5799" name="an" initials="a" lastIdx="0" clrIdx="5798"/>
  <p:cmAuthor id="5800" name="申 三燕" initials="申" lastIdx="0" clrIdx="5799"/>
  <p:cmAuthor id="5801" name="陈景星" initials="陈" lastIdx="0" clrIdx="5800"/>
  <p:cmAuthor id="5802" name="1715" initials="1" lastIdx="0" clrIdx="5801"/>
  <p:cmAuthor id="5803" name="胡松华(省公司一)/" initials="胡" lastIdx="0" clrIdx="5802"/>
  <p:cmAuthor id="5804" name="肖雪杉" initials="肖" lastIdx="0" clrIdx="5803"/>
  <p:cmAuthor id="5805" name="苏睿哲" initials="苏睿哲" lastIdx="0" clrIdx="5804"/>
  <p:cmAuthor id="5806" name="SkyUser" initials="" lastIdx="0" clrIdx="5805"/>
  <p:cmAuthor id="5807" name="黄艳2" initials="" lastIdx="0" clrIdx="5806"/>
  <p:cmAuthor id="5808" name="10019959" initials="" lastIdx="0" clrIdx="5807"/>
  <p:cmAuthor id="5809" name="18908852277@189.cn" initials="1" lastIdx="0" clrIdx="5808"/>
  <p:cmAuthor id="5810" name="刘昱(省公司一)" initials="刘" lastIdx="0" clrIdx="5809"/>
  <p:cmAuthor id="5811" name="张炎(省公司一)" initials="A" lastIdx="0" clrIdx="5810"/>
  <p:cmAuthor id="5812" name="Star." initials="S" lastIdx="0" clrIdx="5811"/>
  <p:cmAuthor id="5813" name="JENNY" initials="J" lastIdx="0" clrIdx="5812"/>
  <p:cmAuthor id="5814" name="somnus" initials="s" lastIdx="0" clrIdx="5813"/>
  <p:cmAuthor id="5815" name="风华绝代_不爱耍帅" initials="风" lastIdx="0" clrIdx="5814"/>
  <p:cmAuthor id="5816" name="玉龙 王" initials="玉王" lastIdx="0" clrIdx="5815"/>
  <p:cmAuthor id="5817" name="徐笛" initials="徐" lastIdx="0" clrIdx="5816"/>
  <p:cmAuthor id="5818" name="皓子" initials="皓" lastIdx="0" clrIdx="5817"/>
  <p:cmAuthor id="5819" name="一個ァ" initials="一" lastIdx="0" clrIdx="5818"/>
  <p:cmAuthor id="5820" name="吴莹" initials="a" lastIdx="0" clrIdx="5819"/>
  <p:cmAuthor id="5821" name="10002006" initials="lxs" lastIdx="0" clrIdx="5820"/>
  <p:cmAuthor id="5822" name="张薇薇(省公司一)/" initials="张薇薇(省公司一)" lastIdx="0" clrIdx="5821"/>
  <p:cmAuthor id="5823" name="CD" initials="cd" lastIdx="0" clrIdx="5822"/>
  <p:cmAuthor id="5824" name="Dr" initials="Dr" lastIdx="0" clrIdx="5823"/>
  <p:cmAuthor id="5825" name="胡甫军/" initials="" lastIdx="0" clrIdx="5824"/>
  <p:cmAuthor id="5826" name="李丽辉/" initials="" lastIdx="0" clrIdx="5825"/>
  <p:cmAuthor id="5827" name="华硕" initials="华硕" lastIdx="0" clrIdx="5826"/>
  <p:cmAuthor id="5828" name="陈刚(省公司一)/" initials="陈刚(省公司一)" lastIdx="0" clrIdx="5827"/>
  <p:cmAuthor id="5829" name="Yuan Hongliu" initials="HY" lastIdx="0" clrIdx="5828"/>
  <p:cmAuthor id="5830" name="任一飞" initials="c" lastIdx="0" clrIdx="5829"/>
  <p:cmAuthor id="5831" name="鄢静(十堰用户一)/" initials="鄢" lastIdx="0" clrIdx="5830"/>
  <p:cmAuthor id="5832" name="鲁思煜" initials="P" lastIdx="0" clrIdx="5831"/>
  <p:cmAuthor id="5833" name="j00920311" initials="j" lastIdx="0" clrIdx="5832"/>
  <p:cmAuthor id="5834" name="俊杰 刘" initials="俊刘" lastIdx="0" clrIdx="5833"/>
  <p:cmAuthor id="5835" name="10331183" initials="1" lastIdx="0" clrIdx="5834"/>
  <p:cmAuthor id="5836" name="李亚军" initials="u" lastIdx="0" clrIdx="5835"/>
  <p:cmAuthor id="5837" name="86186" initials="8" lastIdx="0" clrIdx="5836"/>
  <p:cmAuthor id="5838" name="sunyu" initials="s" lastIdx="0" clrIdx="5837"/>
  <p:cmAuthor id="5839" name="ly" initials="l" lastIdx="0" clrIdx="5838"/>
  <p:cmAuthor id="5840" name="chen xu" initials="cx" lastIdx="0" clrIdx="5839"/>
  <p:cmAuthor id="5841" name="谭琰" initials="谭" lastIdx="0" clrIdx="5840"/>
  <p:cmAuthor id="5842" name="淡堰捷" initials="h" lastIdx="0" clrIdx="5841"/>
  <p:cmAuthor id="5843" name="xf" initials="x" lastIdx="0" clrIdx="5842"/>
  <p:cmAuthor id="5844" name="刘晓(省公司二)" initials="刘" lastIdx="0" clrIdx="5843"/>
  <p:cmAuthor id="5845" name="任攀峰_Z7Vziyuq" initials="authorId_1919250120" lastIdx="0" clrIdx="5844"/>
  <p:cmAuthor id="5846" name="8613342563618" initials="8" lastIdx="0" clrIdx="5845"/>
  <p:cmAuthor id="5847" name="Lei Zhang" initials="L" lastIdx="0" clrIdx="5846"/>
  <p:cmAuthor id="5848" name="Dell" initials="D" lastIdx="0" clrIdx="5847"/>
  <p:cmAuthor id="5849" name="汪洋" initials="汪" lastIdx="0" clrIdx="5848"/>
  <p:cmAuthor id="5850" name="jiang lu" initials="jl" lastIdx="0" clrIdx="5849"/>
  <p:cmAuthor id="5851" name="王巍68" initials="VV" lastIdx="0" clrIdx="5850"/>
  <p:cmAuthor id="5852" name="NB-2021-005" initials="N" lastIdx="0" clrIdx="5851"/>
  <p:cmAuthor id="5853" name="王凡" initials="w" lastIdx="0" clrIdx="5852"/>
  <p:cmAuthor id="5854" name="杨德东" initials="N" lastIdx="0" clrIdx="5853"/>
  <p:cmAuthor id="5855" name="WPS_1652001788" initials="W" lastIdx="0" clrIdx="5854"/>
  <p:cmAuthor id="5856" name="阿川" initials="阿" lastIdx="0" clrIdx="5855"/>
  <p:cmAuthor id="5857" name="cici川" initials="c" lastIdx="0" clrIdx="5856"/>
  <p:cmAuthor id="5858" name="冰糕要不要" initials="冰" lastIdx="0" clrIdx="5857"/>
  <p:cmAuthor id="5859" name="火炉" initials="火" lastIdx="0" clrIdx="5858"/>
  <p:cmAuthor id="5860" name="berg" initials="b" lastIdx="0" clrIdx="5859"/>
  <p:cmAuthor id="5861" name="☀" initials="☀" lastIdx="0" clrIdx="5860"/>
  <p:cmAuthor id="5862" name="谭国华_绵阳" initials="TGH" lastIdx="0" clrIdx="5861"/>
  <p:cmAuthor id="5863" name="mxhmu" initials="m" lastIdx="0" clrIdx="5862"/>
  <p:cmAuthor id="5864" name="张莹（湖北三）" initials="张" lastIdx="0" clrIdx="5863"/>
  <p:cmAuthor id="5865" name="晶晶 刘" initials="晶晶" lastIdx="0" clrIdx="5864"/>
  <p:cmAuthor id="5866" name="陆雪超" initials="陆雪超" lastIdx="0" clrIdx="5865"/>
  <p:cmAuthor id="5867" name="王 昊" initials="王" lastIdx="0" clrIdx="5866"/>
  <p:cmAuthor id="5868" name="思贝 周" initials="思周" lastIdx="0" clrIdx="5867"/>
  <p:cmAuthor id="5869" name="田鑫" initials="田" lastIdx="0" clrIdx="5868"/>
  <p:cmAuthor id="5870" name="darrenliu" initials="d" lastIdx="0" clrIdx="5869"/>
  <p:cmAuthor id="5871" name="王宇航" initials="王宇航" lastIdx="0" clrIdx="5870"/>
  <p:cmAuthor id="5872" name="小了白了兔" initials="小" lastIdx="0" clrIdx="5871"/>
  <p:cmAuthor id="5873" name="梁潇" initials="梁" lastIdx="0" clrIdx="5872"/>
  <p:cmAuthor id="5874" name="huwenxiao" initials="h" lastIdx="0" clrIdx="5873"/>
  <p:cmAuthor id="5875" name="samuel" initials="s" lastIdx="0" clrIdx="5874"/>
  <p:cmAuthor id="5876" name="ZJK" initials="Z" lastIdx="0" clrIdx="5875"/>
  <p:cmAuthor id="5877" name="张磊|zhanglei2" initials="张" lastIdx="0" clrIdx="5876"/>
  <p:cmAuthor id="5878" name="zhangyuexin@hq.cmcc" initials="z" lastIdx="0" clrIdx="5877"/>
  <p:cmAuthor id="5879" name="Chengli" initials="C" lastIdx="0" clrIdx="5878"/>
  <p:cmAuthor id="5880" name="lichao" initials="l" lastIdx="0" clrIdx="5879"/>
  <p:cmAuthor id="5881" name="da lin" initials="d" lastIdx="0" clrIdx="5880"/>
  <p:cmAuthor id="5882" name="李 雨桐" initials="李" lastIdx="0" clrIdx="5881"/>
  <p:cmAuthor id="5883" name="._RRRnVr2A" initials="." lastIdx="0" clrIdx="5882"/>
  <p:cmAuthor id="5884" name="Galaxy" initials="G" lastIdx="0" clrIdx="5883"/>
  <p:cmAuthor id="5885" name="Tarzan" initials="T" lastIdx="0" clrIdx="5884"/>
  <p:cmAuthor id="5886" name="26632" initials="2" lastIdx="0" clrIdx="5885"/>
  <p:cmAuthor id="5887" name="许立新" initials="许" lastIdx="0" clrIdx="5886"/>
  <p:cmAuthor id="5888" name="d stefan" initials="d" lastIdx="0" clrIdx="5887"/>
  <p:cmAuthor id="5889" name="neilwood" initials="n" lastIdx="0" clrIdx="5888"/>
  <p:cmAuthor id="5890" name="Li kai" initials="L" lastIdx="0" clrIdx="5889"/>
  <p:cmAuthor id="5891" name="micromap" initials="m" lastIdx="0" clrIdx="5890"/>
  <p:cmAuthor id="5892" name="hieva" initials="h" lastIdx="0" clrIdx="5891"/>
  <p:cmAuthor id="5893" name="ni momo" initials="n" lastIdx="0" clrIdx="5892"/>
  <p:cmAuthor id="5894" name="linl" initials="l" lastIdx="0" clrIdx="5893"/>
  <p:cmAuthor id="5895" name="daqsoft" initials="d" lastIdx="0" clrIdx="5894"/>
  <p:cmAuthor id="5896" name="Sherry" initials="S" lastIdx="0" clrIdx="5895"/>
  <p:cmAuthor id="5897" name="15724" initials="1" lastIdx="0" clrIdx="5896"/>
  <p:cmAuthor id="5898" name="zhu af" initials="z" lastIdx="0" clrIdx="5897"/>
  <p:cmAuthor id="5899" name="zhuaf" initials="z" lastIdx="0" clrIdx="5898"/>
  <p:cmAuthor id="5900" name="朱皆一" initials="朱" lastIdx="0" clrIdx="5899"/>
  <p:cmAuthor id="5901" name="zhoujiajun" initials="z" lastIdx="0" clrIdx="5900"/>
  <p:cmAuthor id="5902" name="10000" initials="1" lastIdx="0" clrIdx="5901"/>
  <p:cmAuthor id="5903" name="0000" initials="0" lastIdx="0" clrIdx="5902"/>
  <p:cmAuthor id="5904" name="坛子" initials="坛" lastIdx="0" clrIdx="5903"/>
  <p:cmAuthor id="5905" name="朱文芳" initials="朱" lastIdx="0" clrIdx="5904"/>
  <p:cmAuthor id="5906" name="liweidz" initials="l" lastIdx="0" clrIdx="5905"/>
  <p:cmAuthor id="5907" name="樱花xing" initials="樱" lastIdx="0" clrIdx="5906"/>
  <p:cmAuthor id="5908" name="大道无际" initials="大" lastIdx="0" clrIdx="5907"/>
  <p:cmAuthor id="5909" name="张华敏" initials="张" lastIdx="0" clrIdx="5908"/>
  <p:cmAuthor id="5910" name="如玉之莹" initials="如" lastIdx="0" clrIdx="5909"/>
  <p:cmAuthor id="5911" name="Ladder" initials="L" lastIdx="0" clrIdx="5910"/>
  <p:cmAuthor id="5912" name="王亚蕊" initials="王" lastIdx="0" clrIdx="5911"/>
  <p:cmAuthor id="5913" name="SonYna" initials="S" lastIdx="0" clrIdx="5912"/>
  <p:cmAuthor id="5914" name="Kyler" initials="K" lastIdx="0" clrIdx="5913"/>
  <p:cmAuthor id="5915" name="forever" initials="f" lastIdx="0" clrIdx="5914"/>
  <p:cmAuthor id="5916" name="海纳百川～" initials="海" lastIdx="0" clrIdx="5915"/>
  <p:cmAuthor id="5917" name="小豪" initials="小" lastIdx="0" clrIdx="5916"/>
  <p:cmAuthor id="5918" name="河南人～中" initials="河" lastIdx="0" clrIdx="5917"/>
  <p:cmAuthor id="5919" name="Monkey。" initials="M" lastIdx="0" clrIdx="5918"/>
  <p:cmAuthor id="5920" name="张洁|sgszhangjie" initials="张" lastIdx="0" clrIdx="5919"/>
  <p:cmAuthor id="5921" name="刘晓佳|scwliuxj" initials="刘" lastIdx="0" clrIdx="5920"/>
  <p:cmAuthor id="5922" name="曹悦" initials="曹" lastIdx="0" clrIdx="5921"/>
  <p:cmAuthor id="5923" name="yangxh" initials="y" lastIdx="0" clrIdx="5922"/>
  <p:cmAuthor id="5924" name="CN=韩孟宜/OU=河南/O=chtc" initials="C" lastIdx="0" clrIdx="5923"/>
  <p:cmAuthor id="5925" name="15308" initials="1" lastIdx="0" clrIdx="5924"/>
  <p:cmAuthor id="5926" name="阳岩" initials="阳" lastIdx="0" clrIdx="5925"/>
  <p:cmAuthor id="5927" name="心之所向" initials="心" lastIdx="0" clrIdx="5926"/>
  <p:cmAuthor id="5928" name="10752" initials="1" lastIdx="0" clrIdx="5927"/>
  <p:cmAuthor id="5929" name="范东亚|fandongya" initials="范" lastIdx="0" clrIdx="5928"/>
  <p:cmAuthor id="5930" name="guangdong wang" initials="g" lastIdx="0" clrIdx="5929"/>
  <p:cmAuthor id="5931" name="刘勇" initials="刘" lastIdx="0" clrIdx="5930"/>
  <p:cmAuthor id="5932" name="张东" initials="张" lastIdx="0" clrIdx="5931"/>
  <p:cmAuthor id="5933" name="陈丹" initials="陈" lastIdx="0" clrIdx="5932"/>
  <p:cmAuthor id="5934" name="郝佳宁" initials="郝" lastIdx="0" clrIdx="5933"/>
  <p:cmAuthor id="5935" name="王红信" initials="王" lastIdx="0" clrIdx="5934"/>
  <p:cmAuthor id="5936" name="柳蕊" initials="柳" lastIdx="0" clrIdx="5935"/>
  <p:cmAuthor id="5937" name="wangzibao@ha.cmcc" initials="w" lastIdx="0" clrIdx="5936"/>
  <p:cmAuthor id="5938" name="张雅欣" initials="张" lastIdx="0" clrIdx="5937"/>
  <p:cmAuthor id="5939" name="李苏薇" initials="李" lastIdx="0" clrIdx="5938"/>
  <p:cmAuthor id="5940" name="张梦芸" initials="张" lastIdx="0" clrIdx="5939"/>
  <p:cmAuthor id="5941" name="liu'chun'li" initials="l" lastIdx="0" clrIdx="5940"/>
  <p:cmAuthor id="5942" name="王梦龙" initials="王" lastIdx="0" clrIdx="5941"/>
  <p:cmAuthor id="5943" name="潘震苞" initials="潘" lastIdx="0" clrIdx="5942"/>
  <p:cmAuthor id="5944" name="冰凌1402657114" initials="冰" lastIdx="0" clrIdx="5943"/>
  <p:cmAuthor id="5945" name="Molee" initials="M" lastIdx="0" clrIdx="5944"/>
  <p:cmAuthor id="5946" name="楠已置信✔️" initials="楠" lastIdx="0" clrIdx="5945"/>
  <p:cmAuthor id="5947" name="SOME" initials="S" lastIdx="0" clrIdx="5946"/>
  <p:cmAuthor id="5948" name="简" initials="简" lastIdx="0" clrIdx="5947"/>
  <p:cmAuthor id="5949" name="Lin阿福" initials="L" lastIdx="0" clrIdx="5948"/>
  <p:cmAuthor id="5950" name="小溪" initials="小" lastIdx="0" clrIdx="5949"/>
  <p:cmAuthor id="5951" name="8237476979" initials="8" lastIdx="0" clrIdx="5950"/>
  <p:cmAuthor id="5952" name="航航妈" initials="航" lastIdx="0" clrIdx="5951"/>
  <p:cmAuthor id="5953" name="yue.w" initials="y" lastIdx="0" clrIdx="5952"/>
  <p:cmAuthor id="5954" name="雨" initials="雨" lastIdx="0" clrIdx="5953"/>
  <p:cmAuthor id="5955" name="Mr.赵" initials="M" lastIdx="0" clrIdx="5954"/>
  <p:cmAuthor id="5956" name="小然" initials="小" lastIdx="0" clrIdx="5955"/>
  <p:cmAuthor id="5957" name="Zzzz..." initials="Z" lastIdx="0" clrIdx="5956"/>
  <p:cmAuthor id="5958" name="SHaonv Xue " initials="S" lastIdx="0" clrIdx="5957"/>
  <p:cmAuthor id="5959" name="李雅茜" initials="李" lastIdx="0" clrIdx="5958"/>
  <p:cmAuthor id="5960" name="HZ" initials="H" lastIdx="0" clrIdx="5959"/>
  <p:cmAuthor id="5961" name="Sy" initials="S" lastIdx="0" clrIdx="5960"/>
  <p:cmAuthor id="5962" name="mynameisyouguess" initials="m" lastIdx="0" clrIdx="5961"/>
  <p:cmAuthor id="5963" name="卿欢渡" initials="卿" lastIdx="0" clrIdx="5962"/>
  <p:cmAuthor id="5964" name="韩勇" initials="韩" lastIdx="0" clrIdx="5963"/>
  <p:cmAuthor id="5965" name="傅兴丽" initials="傅" lastIdx="0" clrIdx="5964"/>
  <p:cmAuthor id="5966" name="张璐璐" initials="张" lastIdx="0" clrIdx="5965"/>
  <p:cmAuthor id="5967" name="杨文瑾" initials="杨" lastIdx="0" clrIdx="5966"/>
  <p:cmAuthor id="5968" name="牟梦洁" initials="牟" lastIdx="0" clrIdx="5967"/>
  <p:cmAuthor id="5969" name="张丽娟" initials="张" lastIdx="0" clrIdx="5968"/>
  <p:cmAuthor id="5970" name="林宪武" initials="林" lastIdx="0" clrIdx="5969"/>
  <p:cmAuthor id="5971" name="CN=华楠/OU=黑龙江/O=ctnt" initials="C" lastIdx="0" clrIdx="5970"/>
  <p:cmAuthor id="5972" name="刘晓迪" initials="刘" lastIdx="0" clrIdx="5971"/>
  <p:cmAuthor id="5973" name="SongYaRong" initials="S" lastIdx="0" clrIdx="5972"/>
  <p:cmAuthor id="5974" name="徐纪彰" initials="徐" lastIdx="0" clrIdx="5973"/>
  <p:cmAuthor id="5975" name="石嘉祥" initials="石" lastIdx="0" clrIdx="5974"/>
  <p:cmAuthor id="5976" name="净清莲" initials="净" lastIdx="0" clrIdx="5975"/>
  <p:cmAuthor id="5977" name="胡伟_cp" initials="胡" lastIdx="0" clrIdx="5976"/>
  <p:cmAuthor id="5978" name="郭文" initials="郭" lastIdx="0" clrIdx="5977"/>
  <p:cmAuthor id="5979" name="征" initials="征" lastIdx="0" clrIdx="5978"/>
  <p:cmAuthor id="5980" name="13348612219@189.cn" initials="1" lastIdx="0" clrIdx="5979"/>
  <p:cmAuthor id="5981" name="G Yonna" initials="G" lastIdx="0" clrIdx="5980"/>
  <p:cmAuthor id="5982" name="huangjun" initials="h" lastIdx="0" clrIdx="5981"/>
  <p:cmAuthor id="5983" name="Kaiwu" initials="K" lastIdx="0" clrIdx="5982"/>
  <p:cmAuthor id="5984" name="牛 军" initials="牛" lastIdx="0" clrIdx="5983"/>
  <p:cmAuthor id="5985" name="Gaoyang (China NPS C&amp;SI)" initials="G" lastIdx="0" clrIdx="5984"/>
  <p:cmAuthor id="5986" name="10171677" initials="1" lastIdx="0" clrIdx="5985"/>
  <p:cmAuthor id="5987" name="王东10086377" initials="王" lastIdx="0" clrIdx="5986"/>
  <p:cmAuthor id="5988" name="张震" initials="张" lastIdx="0" clrIdx="5987"/>
  <p:cmAuthor id="5989" name="work_tpss" initials="w" lastIdx="0" clrIdx="5988"/>
  <p:cmAuthor id="5990" name="sean" initials="s" lastIdx="0" clrIdx="5989"/>
  <p:cmAuthor id="5991" name="陈湘" initials="陈" lastIdx="0" clrIdx="5990"/>
  <p:cmAuthor id="5992" name="74577" initials="7" lastIdx="0" clrIdx="5991"/>
  <p:cmAuthor id="5993" name="新" initials="新" lastIdx="0" clrIdx="5992"/>
  <p:cmAuthor id="5994" name="周洁琼" initials="周" lastIdx="0" clrIdx="5993"/>
  <p:cmAuthor id="5995" name="xiao xs" initials="x" lastIdx="0" clrIdx="5994"/>
  <p:cmAuthor id="5996" name="guo13" initials="g" lastIdx="0" clrIdx="5995"/>
  <p:cmAuthor id="5997" name="林嘉弘" initials="林" lastIdx="0" clrIdx="5996"/>
  <p:cmAuthor id="5998" name="Blue Dreams" initials="B" lastIdx="0" clrIdx="5997"/>
  <p:cmAuthor id="5999" name="Wanghaibin (SmartCare Service Development)" initials="W" lastIdx="0" clrIdx="5998"/>
  <p:cmAuthor id="6000" name="谭建国" initials="谭" lastIdx="0" clrIdx="5999"/>
  <p:cmAuthor id="6001" name="xuan'xuan" initials="x" lastIdx="0" clrIdx="6000"/>
  <p:cmAuthor id="6002" name="Chris Nilsen" initials="C" lastIdx="0" clrIdx="6001"/>
  <p:cmAuthor id="6003" name="Chang, Linda Y. (TW - Taipei)" initials="C" lastIdx="0" clrIdx="6002"/>
  <p:cmAuthor id="6004" name="Maryse Vendette" initials="M" lastIdx="0" clrIdx="6003"/>
  <p:cmAuthor id="6005" name="maszilagyi" initials="m" lastIdx="0" clrIdx="6004"/>
  <p:cmAuthor id="6006" name="Canadian CoE (Open)" initials="C" lastIdx="0" clrIdx="6005"/>
  <p:cmAuthor id="6007" name="Anastasiia Kovalova (Open)&#10;" initials="A" lastIdx="0" clrIdx="6006"/>
  <p:cmAuthor id="6008" name="Helen Lingjian Lu" initials="H" lastIdx="0" clrIdx="6007"/>
  <p:cmAuthor id="6009" name="Tian Tian" initials="T" lastIdx="0" clrIdx="6008"/>
  <p:cmAuthor id="6010" name="舟" initials="舟" lastIdx="0" clrIdx="6009"/>
  <p:cmAuthor id="6011" name="Jimmy Kan Wah Ip" initials="J" lastIdx="0" clrIdx="6010"/>
  <p:cmAuthor id="6012" name="DTT" initials="D" lastIdx="0" clrIdx="6011"/>
  <p:cmAuthor id="6013" name="panpan" initials="p" lastIdx="0" clrIdx="6012"/>
  <p:cmAuthor id="6014" name="姜美" initials="姜" lastIdx="0" clrIdx="6013"/>
  <p:cmAuthor id="6015" name="牛玉贞" initials="牛" lastIdx="0" clrIdx="6014"/>
  <p:cmAuthor id="6016" name="tfr" initials="t" lastIdx="0" clrIdx="6015"/>
  <p:cmAuthor id="6017" name="DDDD" initials="D" lastIdx="0" clrIdx="6016"/>
  <p:cmAuthor id="6018" name="王卓越" initials="王" lastIdx="0" clrIdx="6017"/>
  <p:cmAuthor id="6019" name="wuhao" initials="w" lastIdx="0" clrIdx="6018"/>
  <p:cmAuthor id="6020" name="涛涛不觉" initials="涛" lastIdx="0" clrIdx="6019"/>
  <p:cmAuthor id="6021" name="贰捌" initials="贰" lastIdx="0" clrIdx="6020"/>
  <p:cmAuthor id="6022" name="环滨赞" initials="环" lastIdx="0" clrIdx="6021"/>
  <p:cmAuthor id="6023" name="李可" initials="李" lastIdx="0" clrIdx="6022"/>
  <p:cmAuthor id="6024" name="熊紫薇" initials="熊" lastIdx="0" clrIdx="6023"/>
  <p:cmAuthor id="6025" name="默默守候" initials="默" lastIdx="0" clrIdx="6024"/>
  <p:cmAuthor id="6026" name="10164565" initials="1" lastIdx="0" clrIdx="6025"/>
  <p:cmAuthor id="6027" name="紫涵" initials="紫" lastIdx="0" clrIdx="6026"/>
  <p:cmAuthor id="6028" name="柒柒若" initials="柒" lastIdx="0" clrIdx="6027"/>
  <p:cmAuthor id="6029" name="王子酷酷" initials="王" lastIdx="0" clrIdx="6028"/>
  <p:cmAuthor id="6030" name="婷子" initials="婷" lastIdx="0" clrIdx="6029"/>
  <p:cmAuthor id="6031" name="10169602" initials="1" lastIdx="0" clrIdx="6030"/>
  <p:cmAuthor id="6032" name="黄玉兰" initials="黄" lastIdx="0" clrIdx="6031"/>
  <p:cmAuthor id="6033" name="秦 锐林" initials="秦" lastIdx="0" clrIdx="6032"/>
  <p:cmAuthor id="6034" name="hp680" initials="h" lastIdx="0" clrIdx="6033"/>
  <p:cmAuthor id="6035" name="10113174" initials="1" lastIdx="0" clrIdx="6034"/>
  <p:cmAuthor id="6036" name="LL" initials="L" lastIdx="0" clrIdx="6035"/>
  <p:cmAuthor id="6037" name="Yearn" initials="Y" lastIdx="0" clrIdx="6036"/>
  <p:cmAuthor id="6038" name="朱党辉" initials="朱" lastIdx="0" clrIdx="6037"/>
  <p:cmAuthor id="6039" name="顺子" initials="顺" lastIdx="0" clrIdx="6038"/>
  <p:cmAuthor id="6040" name="15305513801@189.cn" initials="1" lastIdx="0" clrIdx="6039"/>
  <p:cmAuthor id="6041" name="330666551@qq.com" initials="3" lastIdx="0" clrIdx="6040"/>
  <p:cmAuthor id="6042" name="赵欣ZTE" initials="赵" lastIdx="0" clrIdx="6041"/>
  <p:cmAuthor id="6043" name="17126" initials="1" lastIdx="0" clrIdx="6042"/>
  <p:cmAuthor id="6044" name="彭玲玉" initials="彭" lastIdx="0" clrIdx="6043"/>
  <p:cmAuthor id="6045" name="敏丫头" initials="敏" lastIdx="0" clrIdx="6044"/>
  <p:cmAuthor id="6046" name="Evan Chan" initials="E" lastIdx="0" clrIdx="6045"/>
  <p:cmAuthor id="6047" name="赵志雄" initials="赵" lastIdx="0" clrIdx="6046"/>
  <p:cmAuthor id="6048" name="张静" initials="张" lastIdx="0" clrIdx="6047"/>
  <p:cmAuthor id="6049" name="彭楷博" initials="彭" lastIdx="0" clrIdx="6048"/>
  <p:cmAuthor id="6050" name="周景洋" initials="周" lastIdx="0" clrIdx="6049"/>
  <p:cmAuthor id="6051" name="张 曦" initials="张" lastIdx="0" clrIdx="6050"/>
  <p:cmAuthor id="6052" name="明宇 王" initials="明" lastIdx="0" clrIdx="6051"/>
  <p:cmAuthor id="6053" name="Hilary Hong Hui Chen" initials="H" lastIdx="0" clrIdx="6052"/>
  <p:cmAuthor id="6054" name="王书琼" initials="王" lastIdx="0" clrIdx="6053"/>
  <p:cmAuthor id="6055" name="曾龄龄" initials="曾" lastIdx="0" clrIdx="6054"/>
  <p:cmAuthor id="6056" name="姜龙辉" initials="姜" lastIdx="0" clrIdx="6055"/>
  <p:cmAuthor id="6057" name="WPS_1683769322" initials="W" lastIdx="0" clrIdx="6056"/>
  <p:cmAuthor id="6058" name="逆水行舟" initials="逆" lastIdx="0" clrIdx="6057"/>
  <p:cmAuthor id="6059" name="刘畅" initials="刘" lastIdx="0" clrIdx="6058"/>
  <p:cmAuthor id="6060" name="刘青青" initials="刘" lastIdx="0" clrIdx="6059"/>
  <p:cmAuthor id="6061" name="陈开仁" initials="陈" lastIdx="0" clrIdx="6060"/>
  <p:cmAuthor id="6062" name="谢 博健" initials="谢" lastIdx="0" clrIdx="6061"/>
  <p:cmAuthor id="6063" name="关" initials="关" lastIdx="0" clrIdx="6062"/>
  <p:cmAuthor id="6064" name="胡燕" initials="胡" lastIdx="0" clrIdx="6063"/>
  <p:cmAuthor id="6065" name="10292923" initials="1" lastIdx="0" clrIdx="6064"/>
  <p:cmAuthor id="6066" name="精灵" initials="精" lastIdx="0" clrIdx="6065"/>
  <p:cmAuthor id="6067" name="邹颖" initials="邹" lastIdx="0" clrIdx="6066"/>
  <p:cmAuthor id="6068" name="山高为峰" initials="山" lastIdx="0" clrIdx="6067"/>
  <p:cmAuthor id="6069" name="Michelle" initials="M" lastIdx="0" clrIdx="6068"/>
  <p:cmAuthor id="6070" name="王 明宇" initials="王" lastIdx="0" clrIdx="6069"/>
  <p:cmAuthor id="6071" name="开武" initials="开" lastIdx="0" clrIdx="6070"/>
  <p:cmAuthor id="6072" name="徐佳林" initials="徐" lastIdx="0" clrIdx="6071"/>
  <p:cmAuthor id="6073" name="csdxadminzp" initials="c" lastIdx="0" clrIdx="6072"/>
  <p:cmAuthor id="6074" name="陶 勇敢" initials="陶" lastIdx="0" clrIdx="6073"/>
  <p:cmAuthor id="6075" name="文宁" initials="文" lastIdx="0" clrIdx="6074"/>
  <p:cmAuthor id="6076" name="chenmin" initials="c" lastIdx="0" clrIdx="6075"/>
  <p:cmAuthor id="6077" name="Kyrie Yang" initials="K" lastIdx="0" clrIdx="6076"/>
  <p:cmAuthor id="6078" name="米贵德" initials="米" lastIdx="0" clrIdx="6077"/>
  <p:cmAuthor id="6079" name="程云静_Y3Azuy2A" initials="程" lastIdx="0" clrIdx="6078"/>
  <p:cmAuthor id="6080" name="8613348611207" initials="8" lastIdx="0" clrIdx="6079"/>
  <p:cmAuthor id="6081" name="t18221@tvv.ink" initials="t" lastIdx="0" clrIdx="6080"/>
  <p:cmAuthor id="6082" name="A491" initials="A" lastIdx="0" clrIdx="6081"/>
  <p:cmAuthor id="6083" name="董莉" initials="董" lastIdx="0" clrIdx="6082"/>
  <p:cmAuthor id="6084" name="wangsanmao" initials="w" lastIdx="0" clrIdx="6083"/>
  <p:cmAuthor id="6085" name="程开峰（省公司一）/" initials="程" lastIdx="0" clrIdx="6084"/>
  <p:cmAuthor id="6086" name="曾 涛" initials="曾" lastIdx="0" clrIdx="6085"/>
  <p:cmAuthor id="6087" name="cd-chenchun" initials="c" lastIdx="0" clrIdx="6086"/>
  <p:cmAuthor id="6088" name="13348617049@189.cn" initials="1" lastIdx="0" clrIdx="6087"/>
  <p:cmAuthor id="6089" name="SSC" initials="S" lastIdx="0" clrIdx="6088"/>
  <p:cmAuthor id="6090" name="kiwiwang" initials="k" lastIdx="0" clrIdx="6089"/>
  <p:cmAuthor id="6091" name="wenqing" initials="w" lastIdx="0" clrIdx="6090"/>
  <p:cmAuthor id="6092" name="ASDC" initials="A" lastIdx="0" clrIdx="6091"/>
  <p:cmAuthor id="6093" name="屠礼侠" initials="屠" lastIdx="0" clrIdx="6092"/>
  <p:cmAuthor id="6094" name="刘小宾" initials="刘" lastIdx="0" clrIdx="6093"/>
  <p:cmAuthor id="6095" name="许先生" initials="许" lastIdx="0" clrIdx="6094"/>
  <p:cmAuthor id="6096" name="网运部" initials="网" lastIdx="0" clrIdx="6095"/>
  <p:cmAuthor id="6097" name="陈达鑫" initials="陈" lastIdx="0" clrIdx="6096"/>
  <p:cmAuthor id="6098" name="徐婷" initials="徐" lastIdx="0" clrIdx="6097"/>
  <p:cmAuthor id="6099" name="周宇坤" initials="周" lastIdx="0" clrIdx="6098"/>
  <p:cmAuthor id="6100" name="12560" initials="1" lastIdx="0" clrIdx="6099"/>
  <p:cmAuthor id="6101" name="chenxiang" initials="c" lastIdx="0" clrIdx="6100"/>
  <p:cmAuthor id="6102" name="范向琴|fanxq" initials="范" lastIdx="0" clrIdx="6101"/>
  <p:cmAuthor id="6103" name="yangtong@tj.cmcc" initials="y" lastIdx="0" clrIdx="6102"/>
  <p:cmAuthor id="6104" name="刘敏" initials="刘" lastIdx="0" clrIdx="6103"/>
  <p:cmAuthor id="6105" name="10090896" initials="1" lastIdx="0" clrIdx="6104"/>
  <p:cmAuthor id="6106" name="zhuo jiuhuan" initials="z" lastIdx="0" clrIdx="6105"/>
  <p:cmAuthor id="6107" name="zhaohp" initials="z" lastIdx="0" clrIdx="6106"/>
  <p:cmAuthor id="6108" name="zhouy" initials="z" lastIdx="0" clrIdx="6107"/>
  <p:cmAuthor id="6109" name="huangyumei" initials="h" lastIdx="0" clrIdx="6108"/>
  <p:cmAuthor id="6110" name="ZXXZ" initials="Z" lastIdx="0" clrIdx="6109"/>
  <p:cmAuthor id="6111" name="louis" initials="l" lastIdx="0" clrIdx="6110"/>
  <p:cmAuthor id="6112" name="唐雷" initials="唐" lastIdx="0" clrIdx="6111"/>
  <p:cmAuthor id="6113" name="郭思凯" initials="郭" lastIdx="0" clrIdx="6112"/>
  <p:cmAuthor id="6114" name="伊蓝儿" initials="伊" lastIdx="0" clrIdx="6113"/>
  <p:cmAuthor id="6115" name="WHY" initials="W" lastIdx="0" clrIdx="6114"/>
  <p:cmAuthor id="6116" name="何伟" initials="何" lastIdx="0" clrIdx="6115"/>
  <p:cmAuthor id="6117" name="r15387514833@outlook.com" initials="r" lastIdx="0" clrIdx="6116"/>
  <p:cmAuthor id="6118" name="15989" initials="1" lastIdx="0" clrIdx="6117"/>
  <p:cmAuthor id="6119" name="zhang qing" initials="z" lastIdx="0" clrIdx="6118"/>
  <p:cmAuthor id="6120" name="唐纯桃" initials="唐" lastIdx="0" clrIdx="6119"/>
  <p:cmAuthor id="6121" name="杨锋云" initials="杨" lastIdx="0" clrIdx="6120"/>
  <p:cmAuthor id="6122" name="许小菡" initials="许" lastIdx="0" clrIdx="6121"/>
  <p:cmAuthor id="6123" name="王飞" initials="王" lastIdx="0" clrIdx="6122"/>
  <p:cmAuthor id="6124" name="Lu Cheng" initials="L" lastIdx="0" clrIdx="6123"/>
  <p:cmAuthor id="6125" name="王奎" initials="王" lastIdx="0" clrIdx="6124"/>
  <p:cmAuthor id="6126" name="莫晗" initials="莫" lastIdx="0" clrIdx="6125"/>
  <p:cmAuthor id="6127" name="-PC RUNNER" initials="-" lastIdx="0" clrIdx="6126"/>
  <p:cmAuthor id="6128" name="翟宏帅" initials="翟" lastIdx="0" clrIdx="6127"/>
  <p:cmAuthor id="6129" name="DSSYB1024" initials="D" lastIdx="0" clrIdx="6128"/>
  <p:cmAuthor id="6130" name="宁效纲" initials="宁" lastIdx="0" clrIdx="6129"/>
  <p:cmAuthor id="6131" name="SZJ" initials="S" lastIdx="0" clrIdx="6130"/>
  <p:cmAuthor id="6132" name="胡坚毅" initials="胡" lastIdx="0" clrIdx="6131"/>
  <p:cmAuthor id="6133" name="刘 超强" initials="刘" lastIdx="0" clrIdx="6132"/>
  <p:cmAuthor id="6134" name="shq872" initials="s" lastIdx="0" clrIdx="6133"/>
  <p:cmAuthor id="6135" name="尤鑫" initials="尤" lastIdx="0" clrIdx="6134"/>
  <p:cmAuthor id="6136" name="ren" initials="r" lastIdx="0" clrIdx="6135"/>
  <p:cmAuthor id="6137" name="扇" initials="扇" lastIdx="0" clrIdx="6136"/>
  <p:cmAuthor id="6138" name="ls" initials="l" lastIdx="0" clrIdx="6137"/>
  <p:cmAuthor id="6139" name="林密" initials="林" lastIdx="0" clrIdx="6138"/>
  <p:cmAuthor id="6140" name="西西" initials="西" lastIdx="0" clrIdx="6139"/>
  <p:cmAuthor id="6141" name="杨程" initials="杨" lastIdx="0" clrIdx="6140"/>
  <p:cmAuthor id="6142" name="周昭委" initials="周" lastIdx="0" clrIdx="6141"/>
  <p:cmAuthor id="6143" name="西西 阳" initials="西" lastIdx="0" clrIdx="6142"/>
  <p:cmAuthor id="6144" name="10260969" initials="1" lastIdx="0" clrIdx="6143"/>
  <p:cmAuthor id="6145" name="yffx" initials="y" lastIdx="0" clrIdx="6144"/>
  <p:cmAuthor id="6146" name="xue jason" initials="x" lastIdx="0" clrIdx="6145"/>
  <p:cmAuthor id="6147" name="jun li" initials="j" lastIdx="0" clrIdx="6146"/>
  <p:cmAuthor id="6148" name="JuJudeMe" initials="J" lastIdx="0" clrIdx="6147"/>
  <p:cmAuthor id="6149" name="阳 小清" initials="阳" lastIdx="0" clrIdx="6148"/>
  <p:cmAuthor id="6150" name="周李琴" initials="周" lastIdx="0" clrIdx="6149"/>
  <p:cmAuthor id="6151" name="jianruo" initials="j" lastIdx="0" clrIdx="6150"/>
  <p:cmAuthor id="6152" name="婷" initials="婷" lastIdx="0" clrIdx="6151"/>
  <p:cmAuthor id="6153" name="邓婉雅" initials="邓" lastIdx="0" clrIdx="6152"/>
  <p:cmAuthor id="6154" name="yejd" initials="y" lastIdx="0" clrIdx="6153"/>
  <p:cmAuthor id="6155" name="高庆华" initials="高" lastIdx="0" clrIdx="6154"/>
  <p:cmAuthor id="6156" name="JKz" initials="J" lastIdx="0" clrIdx="6155"/>
  <p:cmAuthor id="6157" name="jian'she'zu" initials="j" lastIdx="0" clrIdx="6156"/>
  <p:cmAuthor id="6158" name="黄颖" initials="黄" lastIdx="0" clrIdx="6157"/>
  <p:cmAuthor id="6159" name="tan xiao" initials="t" lastIdx="0" clrIdx="6158"/>
  <p:cmAuthor id="6160" name="谭信雄" initials="谭" lastIdx="0" clrIdx="6159"/>
  <p:cmAuthor id="6161" name="ANN" initials="A" lastIdx="0" clrIdx="6160"/>
  <p:cmAuthor id="6162" name="殷馨" initials="殷" lastIdx="0" clrIdx="6161"/>
  <p:cmAuthor id="6163" name="杨玉林" initials="杨" lastIdx="0" clrIdx="6162"/>
  <p:cmAuthor id="6164" name="郭星池" initials="郭" lastIdx="0" clrIdx="6163"/>
  <p:cmAuthor id="6165" name="13308498990@189.cn" initials="1" lastIdx="0" clrIdx="6164"/>
  <p:cmAuthor id="6166" name="廖灿辉" initials="廖" lastIdx="0" clrIdx="6165"/>
  <p:cmAuthor id="6167" name="wlwjd" initials="w" lastIdx="0" clrIdx="6166"/>
  <p:cmAuthor id="6168" name="许二爷" initials="许" lastIdx="0" clrIdx="6167"/>
  <p:cmAuthor id="6169" name="超人会飞" initials="超" lastIdx="0" clrIdx="6168"/>
  <p:cmAuthor id="6170" name="语林璇" initials="语" lastIdx="0" clrIdx="6169"/>
  <p:cmAuthor id="6171" name="赵盛" initials="赵" lastIdx="0" clrIdx="6170"/>
  <p:cmAuthor id="6172" name="振民 周" initials="振" lastIdx="0" clrIdx="6171"/>
  <p:cmAuthor id="6173" name="kevin durant" initials="k" lastIdx="0" clrIdx="6172"/>
  <p:cmAuthor id="6174" name="53546" initials="5" lastIdx="0" clrIdx="6173"/>
  <p:cmAuthor id="6175" name="Chen Susie" initials="C" lastIdx="0" clrIdx="6174"/>
  <p:cmAuthor id="6176" name="佾 稚" initials="佾" lastIdx="0" clrIdx="6175"/>
  <p:cmAuthor id="6177" name="微 程" initials="微" lastIdx="0" clrIdx="6176"/>
  <p:cmAuthor id="6178" name="韩飞" initials="韩" lastIdx="0" clrIdx="6177"/>
  <p:cmAuthor id="6179" name="zsc" initials="z" lastIdx="0" clrIdx="6178"/>
  <p:cmAuthor id="6180" name="zhangbai" initials="z" lastIdx="0" clrIdx="6179"/>
  <p:cmAuthor id="6181" name="ltq" initials="l" lastIdx="0" clrIdx="6180"/>
  <p:cmAuthor id="6182" name="周智" initials="周" lastIdx="0" clrIdx="6181"/>
  <p:cmAuthor id="6183" name="MT" initials="M" lastIdx="0" clrIdx="6182"/>
  <p:cmAuthor id="6184" name="刘明" initials="刘" lastIdx="0" clrIdx="6183"/>
  <p:cmAuthor id="6185" name="yuhao" initials="y" lastIdx="0" clrIdx="6184"/>
  <p:cmAuthor id="6186" name="刘茜" initials="刘" lastIdx="0" clrIdx="6185"/>
  <p:cmAuthor id="6187" name="黄力" initials="黄" lastIdx="0" clrIdx="6186"/>
  <p:cmAuthor id="6188" name="yuling" initials="y" lastIdx="0" clrIdx="6187"/>
  <p:cmAuthor id="6189" name="SJ" initials="S" lastIdx="0" clrIdx="6188"/>
  <p:cmAuthor id="6190" name="黄 铖" initials="黄" lastIdx="0" clrIdx="6189"/>
  <p:cmAuthor id="6191" name="陈淦浩_QfMnbeim" initials="陈" lastIdx="0" clrIdx="6190"/>
  <p:cmAuthor id="6192" name="陈奕安_BvUnyUF3" initials="陈" lastIdx="0" clrIdx="6191"/>
  <p:cmAuthor id="6193" name="李雷_NzmaueIF" initials="李" lastIdx="0" clrIdx="6192"/>
  <p:cmAuthor id="6194" name="何智键_eiEzyEbQ" initials="何" lastIdx="0" clrIdx="6193"/>
  <p:cmAuthor id="6195" name="余梅二_NjuaaA3m" initials="余" lastIdx="0" clrIdx="6194"/>
  <p:cmAuthor id="6196" name="黄伟杰_miiaIjIJ" initials="黄" lastIdx="0" clrIdx="6195"/>
  <p:cmAuthor id="6197" name="阳华_6vE3r63I" initials="阳" lastIdx="0" clrIdx="6196"/>
  <p:cmAuthor id="6198" name="赖建森_JzMvmQFj" initials="赖" lastIdx="0" clrIdx="6197"/>
  <p:cmAuthor id="6199" name="贾淼_rAnuYn6N" initials="贾" lastIdx="0" clrIdx="6198"/>
  <p:cmAuthor id="6200" name="于叶舟_aQzma2Uv" initials="于" lastIdx="0" clrIdx="6199"/>
  <p:cmAuthor id="6201" name="刘振全_VBJz2aAF" initials="刘" lastIdx="0" clrIdx="6200"/>
  <p:cmAuthor id="6202" name="佘柠宇_yeA3Nn2E" initials="佘" lastIdx="0" clrIdx="6201"/>
  <p:cmAuthor id="6203" name="李晓杰_zE3eZfM3" initials="李" lastIdx="0" clrIdx="6202"/>
  <p:cmAuthor id="6204" name="黄露慧_mErmQnQr" initials="黄" lastIdx="0" clrIdx="6203"/>
  <p:cmAuthor id="6205" name="James J. Liu" initials="J" lastIdx="0" clrIdx="6204"/>
  <p:cmAuthor id="6206" name="徐 中慧" initials="徐" lastIdx="0" clrIdx="6205"/>
  <p:cmAuthor id="6207" name="yupei" initials="y" lastIdx="0" clrIdx="6206"/>
  <p:cmAuthor id="6208" name="sunwenbin" initials="s" lastIdx="0" clrIdx="6207"/>
  <p:cmAuthor id="6209" name="阿福" initials="阿" lastIdx="0" clrIdx="6208"/>
  <p:cmAuthor id="6210" name="史杨梅" initials="史" lastIdx="0" clrIdx="6209"/>
  <p:cmAuthor id="6211" name="Liu Yang" initials="L" lastIdx="0" clrIdx="6210"/>
  <p:cmAuthor id="6212" name="Guang Qin Mao" initials="" lastIdx="0" clrIdx="6211"/>
  <p:cmAuthor id="6213" name="萧 荣" initials="萧" lastIdx="0" clrIdx="6212"/>
  <p:cmAuthor id="6214" name="于苇" initials="于" lastIdx="0" clrIdx="6213"/>
  <p:cmAuthor id="6215" name="MY BOOK" initials="M" lastIdx="0" clrIdx="6214"/>
  <p:cmAuthor id="6216" name="Zhao qianying" initials="Zq" lastIdx="0" clrIdx="6215"/>
  <p:cmAuthor id="6217" name="Allison, Gregory J" initials="AGJ" lastIdx="0" clrIdx="6216"/>
  <p:cmAuthor id="6218" name="刘国萍" initials="liugp" lastIdx="0" clrIdx="6217"/>
  <p:cmAuthor id="6219" name="peter" initials="p" lastIdx="0" clrIdx="6218"/>
  <p:cmAuthor id="6220" name="tian chen" initials="tc" lastIdx="0" clrIdx="6219"/>
  <p:cmAuthor id="6221" name="TinyStar" initials="T" lastIdx="0" clrIdx="6220"/>
  <p:cmAuthor id="6222" name="SKQ888" initials="S" lastIdx="0" clrIdx="6221"/>
  <p:cmAuthor id="6223" name="刘 伟伟" initials="刘" lastIdx="0" clrIdx="6222"/>
  <p:cmAuthor id="6224" name="xiaoxuan Zeng" initials="x" lastIdx="0" clrIdx="6223"/>
  <p:cmAuthor id="6225" name="xwy" initials="x" lastIdx="0" clrIdx="6224"/>
  <p:cmAuthor id="6226" name="gu yue" initials="gy" lastIdx="0" clrIdx="6225"/>
  <p:cmAuthor id="6227" name="李静文" initials="李" lastIdx="0" clrIdx="6226"/>
  <p:cmAuthor id="6228" name="yuxi" initials="y" lastIdx="0" clrIdx="62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3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5280" y="807720"/>
            <a:ext cx="11519916" cy="67055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117059" y="177338"/>
            <a:ext cx="781020" cy="55734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朱雨成</cp:lastModifiedBy>
  <cp:revision>157</cp:revision>
  <dcterms:created xsi:type="dcterms:W3CDTF">2019-06-19T02:08:00Z</dcterms:created>
  <dcterms:modified xsi:type="dcterms:W3CDTF">2026-07-07T10:43:16Z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F6DB0E3A90744B2A8479A3556103E8F9_11</vt:lpwstr>
  </property>
  <property fmtid="{D5CDD505-2E9C-101B-9397-08002B2CF9AE}" pid="4" name="AIGC">
    <vt:lpwstr>{"Label":"1","ContentProducer":"001191110102MAD55U9H0F10002","ProduceID":"38030ec9-ac93-453c-a66d-b3679057d00a","ReservedCode1":"66d054aa-2061-4637-82b7-03c5ac0221fd","ContentPropagator":"001191110102MAD55U9H0F10002","PropagateID":"38030ec9-ac93-453c-a66d-b3679057d00a","ReservedCode2":"66d054aa-2061-4637-82b7-03c5ac0221fd"}</vt:lpwstr>
  </property>
</Properties>
</file>